
<file path=[Content_Types].xml><?xml version="1.0" encoding="utf-8"?>
<Types xmlns="http://schemas.openxmlformats.org/package/2006/content-types">
  <Default Extension="emf" ContentType="image/x-emf"/>
  <Default Extension="jpeg" ContentType="image/jpeg"/>
  <Default Extension="png" ContentType="image/png"/>
  <Default Extension="pptx" ContentType="application/vnd.openxmlformats-officedocument.presentationml.presentation"/>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5.xml" ContentType="application/vnd.openxmlformats-officedocument.theme+xml"/>
  <Override PartName="/ppt/slideLayouts/slideLayout25.xml" ContentType="application/vnd.openxmlformats-officedocument.presentationml.slideLayout+xml"/>
  <Override PartName="/ppt/theme/theme6.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6" r:id="rId5"/>
    <p:sldMasterId id="2147483682" r:id="rId6"/>
    <p:sldMasterId id="2147483802" r:id="rId7"/>
    <p:sldMasterId id="2147483785" r:id="rId8"/>
    <p:sldMasterId id="2147483773" r:id="rId9"/>
    <p:sldMasterId id="2147483774" r:id="rId10"/>
  </p:sldMasterIdLst>
  <p:notesMasterIdLst>
    <p:notesMasterId r:id="rId21"/>
  </p:notesMasterIdLst>
  <p:sldIdLst>
    <p:sldId id="256" r:id="rId11"/>
    <p:sldId id="2147376924" r:id="rId12"/>
    <p:sldId id="2147376929" r:id="rId13"/>
    <p:sldId id="2147376925" r:id="rId14"/>
    <p:sldId id="2147376937" r:id="rId15"/>
    <p:sldId id="2147376936" r:id="rId16"/>
    <p:sldId id="2147376931" r:id="rId17"/>
    <p:sldId id="1207" r:id="rId18"/>
    <p:sldId id="2147469019" r:id="rId19"/>
    <p:sldId id="263" r:id="rId20"/>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 userDrawn="1">
          <p15:clr>
            <a:srgbClr val="A4A3A4"/>
          </p15:clr>
        </p15:guide>
        <p15:guide id="2" pos="408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nden Auweele Mathias" initials="VAM" lastIdx="6" clrIdx="0">
    <p:extLst>
      <p:ext uri="{19B8F6BF-5375-455C-9EA6-DF929625EA0E}">
        <p15:presenceInfo xmlns:p15="http://schemas.microsoft.com/office/powerpoint/2012/main" userId="S::mathias.vandenauweele@infrabel.be::dddcb3b8-0dc8-4962-8c48-adc0cff5df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1FF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47" autoAdjust="0"/>
    <p:restoredTop sz="85815" autoAdjust="0"/>
  </p:normalViewPr>
  <p:slideViewPr>
    <p:cSldViewPr snapToGrid="0" snapToObjects="1">
      <p:cViewPr varScale="1">
        <p:scale>
          <a:sx n="96" d="100"/>
          <a:sy n="96" d="100"/>
        </p:scale>
        <p:origin x="858" y="78"/>
      </p:cViewPr>
      <p:guideLst>
        <p:guide orient="horz" pos="232"/>
        <p:guide pos="4089"/>
      </p:guideLst>
    </p:cSldViewPr>
  </p:slideViewPr>
  <p:outlineViewPr>
    <p:cViewPr>
      <p:scale>
        <a:sx n="33" d="100"/>
        <a:sy n="33" d="100"/>
      </p:scale>
      <p:origin x="0" y="-73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presProps" Target="presProps.xml"/><Relationship Id="rId10" Type="http://schemas.openxmlformats.org/officeDocument/2006/relationships/slideMaster" Target="slideMasters/slideMaster7.xml"/><Relationship Id="rId19" Type="http://schemas.openxmlformats.org/officeDocument/2006/relationships/slide" Target="slides/slide9.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2669430774278213"/>
          <c:y val="6.4020477285141306E-2"/>
          <c:w val="0.34805142904212483"/>
          <c:h val="0.79864982223883096"/>
        </c:manualLayout>
      </c:layout>
      <c:doughnutChart>
        <c:varyColors val="1"/>
        <c:ser>
          <c:idx val="0"/>
          <c:order val="0"/>
          <c:tx>
            <c:strRef>
              <c:f>Blad1!$B$1</c:f>
              <c:strCache>
                <c:ptCount val="1"/>
                <c:pt idx="0">
                  <c:v>Content</c:v>
                </c:pt>
              </c:strCache>
            </c:strRef>
          </c:tx>
          <c:dPt>
            <c:idx val="0"/>
            <c:bubble3D val="0"/>
            <c:spPr>
              <a:solidFill>
                <a:schemeClr val="bg2"/>
              </a:solidFill>
              <a:ln w="19050">
                <a:solidFill>
                  <a:schemeClr val="lt1"/>
                </a:solidFill>
              </a:ln>
              <a:effectLst/>
            </c:spPr>
            <c:extLst>
              <c:ext xmlns:c16="http://schemas.microsoft.com/office/drawing/2014/chart" uri="{C3380CC4-5D6E-409C-BE32-E72D297353CC}">
                <c16:uniqueId val="{00000001-379D-4A31-B152-16E17B9B2E5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379D-4A31-B152-16E17B9B2E51}"/>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379D-4A31-B152-16E17B9B2E51}"/>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379D-4A31-B152-16E17B9B2E51}"/>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nl-BE"/>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Blad1!$A$2:$A$5</c:f>
              <c:strCache>
                <c:ptCount val="4"/>
                <c:pt idx="0">
                  <c:v>Info 1</c:v>
                </c:pt>
                <c:pt idx="1">
                  <c:v>Info 2</c:v>
                </c:pt>
                <c:pt idx="2">
                  <c:v>Info 3</c:v>
                </c:pt>
                <c:pt idx="3">
                  <c:v>Info 4</c:v>
                </c:pt>
              </c:strCache>
            </c:strRef>
          </c:cat>
          <c:val>
            <c:numRef>
              <c:f>Blad1!$B$2:$B$5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379D-4A31-B152-16E17B9B2E51}"/>
            </c:ext>
          </c:extLst>
        </c:ser>
        <c:dLbls>
          <c:showLegendKey val="0"/>
          <c:showVal val="0"/>
          <c:showCatName val="0"/>
          <c:showSerName val="0"/>
          <c:showPercent val="1"/>
          <c:showBubbleSize val="0"/>
          <c:showLeaderLines val="1"/>
        </c:dLbls>
        <c:firstSliceAng val="0"/>
        <c:holeSize val="75"/>
      </c:doughnutChart>
      <c:spPr>
        <a:noFill/>
        <a:ln w="25400">
          <a:noFill/>
        </a:ln>
        <a:effectLst/>
      </c:spPr>
    </c:plotArea>
    <c:legend>
      <c:legendPos val="b"/>
      <c:layout>
        <c:manualLayout>
          <c:xMode val="edge"/>
          <c:yMode val="edge"/>
          <c:x val="0.17686950459317588"/>
          <c:y val="0.94075897558207255"/>
          <c:w val="0.64382386212338205"/>
          <c:h val="5.9241106982515265E-2"/>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accent2"/>
              </a:solidFill>
              <a:latin typeface="+mn-lt"/>
              <a:ea typeface="+mn-ea"/>
              <a:cs typeface="+mn-cs"/>
            </a:defRPr>
          </a:pPr>
          <a:endParaRPr lang="nl-B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nl-B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Blad1!$B$1</c:f>
              <c:strCache>
                <c:ptCount val="1"/>
                <c:pt idx="0">
                  <c:v>Info 1</c:v>
                </c:pt>
              </c:strCache>
            </c:strRef>
          </c:tx>
          <c:spPr>
            <a:solidFill>
              <a:schemeClr val="bg2"/>
            </a:solidFill>
            <a:ln>
              <a:noFill/>
            </a:ln>
            <a:effectLst/>
          </c:spPr>
          <c:invertIfNegative val="0"/>
          <c:cat>
            <c:strRef>
              <c:f>Blad1!$A$2:$A$5</c:f>
              <c:strCache>
                <c:ptCount val="4"/>
                <c:pt idx="0">
                  <c:v>Category 1</c:v>
                </c:pt>
                <c:pt idx="1">
                  <c:v>Category 2</c:v>
                </c:pt>
                <c:pt idx="2">
                  <c:v>Category 3</c:v>
                </c:pt>
                <c:pt idx="3">
                  <c:v>Category 4</c:v>
                </c:pt>
              </c:strCache>
            </c:strRef>
          </c:cat>
          <c:val>
            <c:numRef>
              <c:f>Blad1!$B$2:$B$5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D263-4A30-B373-70E72F91DFD9}"/>
            </c:ext>
          </c:extLst>
        </c:ser>
        <c:ser>
          <c:idx val="1"/>
          <c:order val="1"/>
          <c:tx>
            <c:strRef>
              <c:f>Blad1!$C$1</c:f>
              <c:strCache>
                <c:ptCount val="1"/>
                <c:pt idx="0">
                  <c:v>Info 2</c:v>
                </c:pt>
              </c:strCache>
            </c:strRef>
          </c:tx>
          <c:spPr>
            <a:solidFill>
              <a:schemeClr val="accent2"/>
            </a:solidFill>
            <a:ln>
              <a:noFill/>
            </a:ln>
            <a:effectLst/>
          </c:spPr>
          <c:invertIfNegative val="0"/>
          <c:cat>
            <c:strRef>
              <c:f>Blad1!$A$2:$A$5</c:f>
              <c:strCache>
                <c:ptCount val="4"/>
                <c:pt idx="0">
                  <c:v>Category 1</c:v>
                </c:pt>
                <c:pt idx="1">
                  <c:v>Category 2</c:v>
                </c:pt>
                <c:pt idx="2">
                  <c:v>Category 3</c:v>
                </c:pt>
                <c:pt idx="3">
                  <c:v>Category 4</c:v>
                </c:pt>
              </c:strCache>
            </c:strRef>
          </c:cat>
          <c:val>
            <c:numRef>
              <c:f>Blad1!$C$2:$C$5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D263-4A30-B373-70E72F91DFD9}"/>
            </c:ext>
          </c:extLst>
        </c:ser>
        <c:ser>
          <c:idx val="2"/>
          <c:order val="2"/>
          <c:tx>
            <c:strRef>
              <c:f>Blad1!$D$1</c:f>
              <c:strCache>
                <c:ptCount val="1"/>
                <c:pt idx="0">
                  <c:v>Info 3</c:v>
                </c:pt>
              </c:strCache>
            </c:strRef>
          </c:tx>
          <c:spPr>
            <a:solidFill>
              <a:schemeClr val="accent3"/>
            </a:solidFill>
            <a:ln>
              <a:noFill/>
            </a:ln>
            <a:effectLst/>
          </c:spPr>
          <c:invertIfNegative val="0"/>
          <c:cat>
            <c:strRef>
              <c:f>Blad1!$A$2:$A$5</c:f>
              <c:strCache>
                <c:ptCount val="4"/>
                <c:pt idx="0">
                  <c:v>Category 1</c:v>
                </c:pt>
                <c:pt idx="1">
                  <c:v>Category 2</c:v>
                </c:pt>
                <c:pt idx="2">
                  <c:v>Category 3</c:v>
                </c:pt>
                <c:pt idx="3">
                  <c:v>Category 4</c:v>
                </c:pt>
              </c:strCache>
            </c:strRef>
          </c:cat>
          <c:val>
            <c:numRef>
              <c:f>Blad1!$D$2:$D$5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D263-4A30-B373-70E72F91DFD9}"/>
            </c:ext>
          </c:extLst>
        </c:ser>
        <c:dLbls>
          <c:showLegendKey val="0"/>
          <c:showVal val="0"/>
          <c:showCatName val="0"/>
          <c:showSerName val="0"/>
          <c:showPercent val="0"/>
          <c:showBubbleSize val="0"/>
        </c:dLbls>
        <c:gapWidth val="219"/>
        <c:overlap val="-27"/>
        <c:axId val="445526527"/>
        <c:axId val="446502015"/>
      </c:barChart>
      <c:catAx>
        <c:axId val="4455265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nl-BE"/>
          </a:p>
        </c:txPr>
        <c:crossAx val="446502015"/>
        <c:crosses val="autoZero"/>
        <c:auto val="1"/>
        <c:lblAlgn val="ctr"/>
        <c:lblOffset val="100"/>
        <c:noMultiLvlLbl val="0"/>
      </c:catAx>
      <c:valAx>
        <c:axId val="44650201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nl-BE"/>
          </a:p>
        </c:txPr>
        <c:crossAx val="445526527"/>
        <c:crosses val="autoZero"/>
        <c:crossBetween val="between"/>
      </c:valAx>
      <c:spPr>
        <a:noFill/>
        <a:ln>
          <a:noFill/>
        </a:ln>
        <a:effectLst/>
      </c:spPr>
    </c:plotArea>
    <c:legend>
      <c:legendPos val="b"/>
      <c:layout>
        <c:manualLayout>
          <c:xMode val="edge"/>
          <c:yMode val="edge"/>
          <c:x val="0.35656188484251966"/>
          <c:y val="0.94359979722392262"/>
          <c:w val="0.28375110728346459"/>
          <c:h val="5.3771827964421696E-2"/>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nl-B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600"/>
      </a:pPr>
      <a:endParaRPr lang="nl-B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5640B5-F1E4-CB44-89AF-B521291F69F7}" type="datetimeFigureOut">
              <a:rPr lang="nl-BE" smtClean="0"/>
              <a:t>17/06/2024</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C0A393-39A7-5C44-9942-E5E6E3DB97A7}" type="slidenum">
              <a:rPr lang="nl-BE" smtClean="0"/>
              <a:t>‹#›</a:t>
            </a:fld>
            <a:endParaRPr lang="nl-BE"/>
          </a:p>
        </p:txBody>
      </p:sp>
    </p:spTree>
    <p:extLst>
      <p:ext uri="{BB962C8B-B14F-4D97-AF65-F5344CB8AC3E}">
        <p14:creationId xmlns:p14="http://schemas.microsoft.com/office/powerpoint/2010/main" val="3759222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5"/>
          </p:nvPr>
        </p:nvSpPr>
        <p:spPr/>
        <p:txBody>
          <a:bodyPr/>
          <a:lstStyle/>
          <a:p>
            <a:fld id="{6DC0A393-39A7-5C44-9942-E5E6E3DB97A7}" type="slidenum">
              <a:rPr lang="nl-BE" smtClean="0"/>
              <a:t>1</a:t>
            </a:fld>
            <a:endParaRPr lang="nl-BE"/>
          </a:p>
        </p:txBody>
      </p:sp>
    </p:spTree>
    <p:extLst>
      <p:ext uri="{BB962C8B-B14F-4D97-AF65-F5344CB8AC3E}">
        <p14:creationId xmlns:p14="http://schemas.microsoft.com/office/powerpoint/2010/main" val="4130392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a:t>I was asked to give an executive summary on what Linked data is. I was told to keep it as simple as possible. </a:t>
            </a:r>
            <a:endParaRPr lang="nl-BE"/>
          </a:p>
        </p:txBody>
      </p:sp>
      <p:sp>
        <p:nvSpPr>
          <p:cNvPr id="4" name="Slide Number Placeholder 3"/>
          <p:cNvSpPr>
            <a:spLocks noGrp="1"/>
          </p:cNvSpPr>
          <p:nvPr>
            <p:ph type="sldNum" sz="quarter" idx="5"/>
          </p:nvPr>
        </p:nvSpPr>
        <p:spPr/>
        <p:txBody>
          <a:bodyPr/>
          <a:lstStyle/>
          <a:p>
            <a:fld id="{6DC0A393-39A7-5C44-9942-E5E6E3DB97A7}" type="slidenum">
              <a:rPr lang="nl-BE" smtClean="0"/>
              <a:t>2</a:t>
            </a:fld>
            <a:endParaRPr lang="nl-BE"/>
          </a:p>
        </p:txBody>
      </p:sp>
    </p:spTree>
    <p:extLst>
      <p:ext uri="{BB962C8B-B14F-4D97-AF65-F5344CB8AC3E}">
        <p14:creationId xmlns:p14="http://schemas.microsoft.com/office/powerpoint/2010/main" val="3783524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a:t>Pretty quickly you learn that in Railway, there are a lot of standards. They are made by many smart people and the standards are well thought through and Solid. You learn that the question shouldn’t be “why are you using standards” but “why are you not using standards”? The same can be said for Linked data.</a:t>
            </a:r>
            <a:endParaRPr lang="nl-BE"/>
          </a:p>
        </p:txBody>
      </p:sp>
      <p:sp>
        <p:nvSpPr>
          <p:cNvPr id="4" name="Slide Number Placeholder 3"/>
          <p:cNvSpPr>
            <a:spLocks noGrp="1"/>
          </p:cNvSpPr>
          <p:nvPr>
            <p:ph type="sldNum" sz="quarter" idx="5"/>
          </p:nvPr>
        </p:nvSpPr>
        <p:spPr/>
        <p:txBody>
          <a:bodyPr/>
          <a:lstStyle/>
          <a:p>
            <a:fld id="{6DC0A393-39A7-5C44-9942-E5E6E3DB97A7}" type="slidenum">
              <a:rPr lang="nl-BE" smtClean="0"/>
              <a:t>3</a:t>
            </a:fld>
            <a:endParaRPr lang="nl-BE"/>
          </a:p>
        </p:txBody>
      </p:sp>
    </p:spTree>
    <p:extLst>
      <p:ext uri="{BB962C8B-B14F-4D97-AF65-F5344CB8AC3E}">
        <p14:creationId xmlns:p14="http://schemas.microsoft.com/office/powerpoint/2010/main" val="13990774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a:t>Standardisation is the boring management stuff. Managers like it when things keep running with little effort so standardisation is a good thing. But for data artists, people that enjoy the spar with queries and entities, I will now dedicate two slides and a free additional attached slideshow to the topic of how cool linked data actually is for the data engineer. Managers can now pick up their phone and start playing some fruit ninja. </a:t>
            </a:r>
            <a:endParaRPr lang="nl-BE"/>
          </a:p>
        </p:txBody>
      </p:sp>
      <p:sp>
        <p:nvSpPr>
          <p:cNvPr id="4" name="Slide Number Placeholder 3"/>
          <p:cNvSpPr>
            <a:spLocks noGrp="1"/>
          </p:cNvSpPr>
          <p:nvPr>
            <p:ph type="sldNum" sz="quarter" idx="5"/>
          </p:nvPr>
        </p:nvSpPr>
        <p:spPr/>
        <p:txBody>
          <a:bodyPr/>
          <a:lstStyle/>
          <a:p>
            <a:fld id="{6DC0A393-39A7-5C44-9942-E5E6E3DB97A7}" type="slidenum">
              <a:rPr lang="nl-BE" smtClean="0"/>
              <a:t>5</a:t>
            </a:fld>
            <a:endParaRPr lang="nl-BE"/>
          </a:p>
        </p:txBody>
      </p:sp>
    </p:spTree>
    <p:extLst>
      <p:ext uri="{BB962C8B-B14F-4D97-AF65-F5344CB8AC3E}">
        <p14:creationId xmlns:p14="http://schemas.microsoft.com/office/powerpoint/2010/main" val="169348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5"/>
          </p:nvPr>
        </p:nvSpPr>
        <p:spPr/>
        <p:txBody>
          <a:bodyPr/>
          <a:lstStyle/>
          <a:p>
            <a:fld id="{6DC0A393-39A7-5C44-9942-E5E6E3DB97A7}" type="slidenum">
              <a:rPr lang="nl-BE" smtClean="0"/>
              <a:t>6</a:t>
            </a:fld>
            <a:endParaRPr lang="nl-BE"/>
          </a:p>
        </p:txBody>
      </p:sp>
    </p:spTree>
    <p:extLst>
      <p:ext uri="{BB962C8B-B14F-4D97-AF65-F5344CB8AC3E}">
        <p14:creationId xmlns:p14="http://schemas.microsoft.com/office/powerpoint/2010/main" val="15902661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a:t>For the managers that are still playing, please revert your attention back to the slideshow as this might be of interest to you.</a:t>
            </a:r>
            <a:endParaRPr lang="nl-BE"/>
          </a:p>
        </p:txBody>
      </p:sp>
      <p:sp>
        <p:nvSpPr>
          <p:cNvPr id="4" name="Slide Number Placeholder 3"/>
          <p:cNvSpPr>
            <a:spLocks noGrp="1"/>
          </p:cNvSpPr>
          <p:nvPr>
            <p:ph type="sldNum" sz="quarter" idx="5"/>
          </p:nvPr>
        </p:nvSpPr>
        <p:spPr/>
        <p:txBody>
          <a:bodyPr/>
          <a:lstStyle/>
          <a:p>
            <a:fld id="{6DC0A393-39A7-5C44-9942-E5E6E3DB97A7}" type="slidenum">
              <a:rPr lang="nl-BE" smtClean="0"/>
              <a:t>7</a:t>
            </a:fld>
            <a:endParaRPr lang="nl-BE"/>
          </a:p>
        </p:txBody>
      </p:sp>
    </p:spTree>
    <p:extLst>
      <p:ext uri="{BB962C8B-B14F-4D97-AF65-F5344CB8AC3E}">
        <p14:creationId xmlns:p14="http://schemas.microsoft.com/office/powerpoint/2010/main" val="3470233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a:t>Our long term vision is to get rid of our internal use case specific databases and move towards a Linked data ecosystem where data is suitable for all use cases, one of them the publication of the RINF. </a:t>
            </a:r>
            <a:endParaRPr lang="nl-BE"/>
          </a:p>
        </p:txBody>
      </p:sp>
      <p:sp>
        <p:nvSpPr>
          <p:cNvPr id="4" name="Slide Number Placeholder 3"/>
          <p:cNvSpPr>
            <a:spLocks noGrp="1"/>
          </p:cNvSpPr>
          <p:nvPr>
            <p:ph type="sldNum" sz="quarter" idx="5"/>
          </p:nvPr>
        </p:nvSpPr>
        <p:spPr/>
        <p:txBody>
          <a:bodyPr/>
          <a:lstStyle/>
          <a:p>
            <a:fld id="{6DC0A393-39A7-5C44-9942-E5E6E3DB97A7}" type="slidenum">
              <a:rPr lang="nl-BE" smtClean="0"/>
              <a:t>8</a:t>
            </a:fld>
            <a:endParaRPr lang="nl-BE"/>
          </a:p>
        </p:txBody>
      </p:sp>
    </p:spTree>
    <p:extLst>
      <p:ext uri="{BB962C8B-B14F-4D97-AF65-F5344CB8AC3E}">
        <p14:creationId xmlns:p14="http://schemas.microsoft.com/office/powerpoint/2010/main" val="2321423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a:t>The strategy to reach the long term goal</a:t>
            </a:r>
            <a:endParaRPr lang="nl-BE"/>
          </a:p>
        </p:txBody>
      </p:sp>
      <p:sp>
        <p:nvSpPr>
          <p:cNvPr id="4" name="Slide Number Placeholder 3"/>
          <p:cNvSpPr>
            <a:spLocks noGrp="1"/>
          </p:cNvSpPr>
          <p:nvPr>
            <p:ph type="sldNum" sz="quarter" idx="5"/>
          </p:nvPr>
        </p:nvSpPr>
        <p:spPr/>
        <p:txBody>
          <a:bodyPr/>
          <a:lstStyle/>
          <a:p>
            <a:fld id="{6DC0A393-39A7-5C44-9942-E5E6E3DB97A7}" type="slidenum">
              <a:rPr lang="nl-BE" smtClean="0"/>
              <a:t>9</a:t>
            </a:fld>
            <a:endParaRPr lang="nl-BE"/>
          </a:p>
        </p:txBody>
      </p:sp>
    </p:spTree>
    <p:extLst>
      <p:ext uri="{BB962C8B-B14F-4D97-AF65-F5344CB8AC3E}">
        <p14:creationId xmlns:p14="http://schemas.microsoft.com/office/powerpoint/2010/main" val="28127904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1">
    <p:spTree>
      <p:nvGrpSpPr>
        <p:cNvPr id="1" name=""/>
        <p:cNvGrpSpPr/>
        <p:nvPr/>
      </p:nvGrpSpPr>
      <p:grpSpPr>
        <a:xfrm>
          <a:off x="0" y="0"/>
          <a:ext cx="0" cy="0"/>
          <a:chOff x="0" y="0"/>
          <a:chExt cx="0" cy="0"/>
        </a:xfrm>
      </p:grpSpPr>
      <p:pic>
        <p:nvPicPr>
          <p:cNvPr id="12" name="Afbeelding 11">
            <a:extLst>
              <a:ext uri="{FF2B5EF4-FFF2-40B4-BE49-F238E27FC236}">
                <a16:creationId xmlns:a16="http://schemas.microsoft.com/office/drawing/2014/main" id="{D6D0D3FB-DE49-5D46-81B2-9E2BF69EA718}"/>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6094801" cy="6858000"/>
          </a:xfrm>
          <a:prstGeom prst="rect">
            <a:avLst/>
          </a:prstGeom>
        </p:spPr>
      </p:pic>
      <p:pic>
        <p:nvPicPr>
          <p:cNvPr id="13" name="Afbeelding 12">
            <a:extLst>
              <a:ext uri="{FF2B5EF4-FFF2-40B4-BE49-F238E27FC236}">
                <a16:creationId xmlns:a16="http://schemas.microsoft.com/office/drawing/2014/main" id="{25F0BD56-BAEA-294C-A452-3A606BC1BB29}"/>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10885200" y="5551200"/>
            <a:ext cx="1306800" cy="1306800"/>
          </a:xfrm>
          <a:prstGeom prst="rect">
            <a:avLst/>
          </a:prstGeom>
        </p:spPr>
      </p:pic>
      <p:pic>
        <p:nvPicPr>
          <p:cNvPr id="18" name="Afbeelding 17">
            <a:extLst>
              <a:ext uri="{FF2B5EF4-FFF2-40B4-BE49-F238E27FC236}">
                <a16:creationId xmlns:a16="http://schemas.microsoft.com/office/drawing/2014/main" id="{3699229F-CF47-3F4D-BC39-7FDF25373FDF}"/>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0" y="0"/>
            <a:ext cx="1306800" cy="1306800"/>
          </a:xfrm>
          <a:prstGeom prst="rect">
            <a:avLst/>
          </a:prstGeom>
        </p:spPr>
      </p:pic>
      <p:sp>
        <p:nvSpPr>
          <p:cNvPr id="21" name="Titel 28">
            <a:extLst>
              <a:ext uri="{FF2B5EF4-FFF2-40B4-BE49-F238E27FC236}">
                <a16:creationId xmlns:a16="http://schemas.microsoft.com/office/drawing/2014/main" id="{933B33C8-5E8A-AB48-80BF-55E43960DC1C}"/>
              </a:ext>
            </a:extLst>
          </p:cNvPr>
          <p:cNvSpPr>
            <a:spLocks noGrp="1"/>
          </p:cNvSpPr>
          <p:nvPr>
            <p:ph type="title" hasCustomPrompt="1"/>
          </p:nvPr>
        </p:nvSpPr>
        <p:spPr>
          <a:xfrm>
            <a:off x="6411600" y="2052836"/>
            <a:ext cx="5268913" cy="2343711"/>
          </a:xfrm>
          <a:prstGeom prst="rect">
            <a:avLst/>
          </a:prstGeom>
        </p:spPr>
        <p:txBody>
          <a:bodyPr anchor="t">
            <a:normAutofit/>
          </a:bodyPr>
          <a:lstStyle>
            <a:lvl1pPr>
              <a:defRPr sz="5500" b="1" i="0">
                <a:solidFill>
                  <a:schemeClr val="accent2"/>
                </a:solidFill>
                <a:latin typeface="Calibri" panose="020F0502020204030204" pitchFamily="34" charset="0"/>
                <a:cs typeface="Calibri" panose="020F0502020204030204" pitchFamily="34" charset="0"/>
              </a:defRPr>
            </a:lvl1pPr>
          </a:lstStyle>
          <a:p>
            <a:r>
              <a:rPr lang="nl-BE" dirty="0"/>
              <a:t>New Infrabel </a:t>
            </a:r>
            <a:br>
              <a:rPr lang="nl-BE" dirty="0"/>
            </a:br>
            <a:r>
              <a:rPr lang="nl-BE" dirty="0"/>
              <a:t>PPT Template</a:t>
            </a:r>
          </a:p>
        </p:txBody>
      </p:sp>
      <p:sp>
        <p:nvSpPr>
          <p:cNvPr id="22" name="Tijdelijke aanduiding voor tekst 32">
            <a:extLst>
              <a:ext uri="{FF2B5EF4-FFF2-40B4-BE49-F238E27FC236}">
                <a16:creationId xmlns:a16="http://schemas.microsoft.com/office/drawing/2014/main" id="{16040426-B7BF-2844-BAE3-149DEB867A2A}"/>
              </a:ext>
            </a:extLst>
          </p:cNvPr>
          <p:cNvSpPr>
            <a:spLocks noGrp="1"/>
          </p:cNvSpPr>
          <p:nvPr>
            <p:ph type="body" sz="quarter" idx="12" hasCustomPrompt="1"/>
          </p:nvPr>
        </p:nvSpPr>
        <p:spPr>
          <a:xfrm>
            <a:off x="6411600" y="4594546"/>
            <a:ext cx="5268913" cy="354013"/>
          </a:xfrm>
          <a:prstGeom prst="rect">
            <a:avLst/>
          </a:prstGeom>
        </p:spPr>
        <p:txBody>
          <a:bodyPr>
            <a:noAutofit/>
          </a:bodyPr>
          <a:lstStyle>
            <a:lvl1pPr marL="0" indent="0">
              <a:buNone/>
              <a:defRPr sz="2500" b="1" i="0">
                <a:solidFill>
                  <a:schemeClr val="bg2"/>
                </a:solidFill>
                <a:latin typeface="Calibri" panose="020F0502020204030204" pitchFamily="34" charset="0"/>
                <a:cs typeface="Calibri" panose="020F0502020204030204" pitchFamily="34" charset="0"/>
              </a:defRPr>
            </a:lvl1pPr>
          </a:lstStyle>
          <a:p>
            <a:pPr lvl="0"/>
            <a:r>
              <a:rPr lang="nl-BE" dirty="0" err="1"/>
              <a:t>Subtitle</a:t>
            </a:r>
            <a:endParaRPr lang="nl-BE" dirty="0"/>
          </a:p>
        </p:txBody>
      </p:sp>
      <p:sp>
        <p:nvSpPr>
          <p:cNvPr id="26" name="Tijdelijke aanduiding voor tekst 32">
            <a:extLst>
              <a:ext uri="{FF2B5EF4-FFF2-40B4-BE49-F238E27FC236}">
                <a16:creationId xmlns:a16="http://schemas.microsoft.com/office/drawing/2014/main" id="{B4D9616B-DA26-1A47-9747-A7181BAF80E2}"/>
              </a:ext>
            </a:extLst>
          </p:cNvPr>
          <p:cNvSpPr>
            <a:spLocks noGrp="1"/>
          </p:cNvSpPr>
          <p:nvPr>
            <p:ph type="body" sz="quarter" idx="13" hasCustomPrompt="1"/>
          </p:nvPr>
        </p:nvSpPr>
        <p:spPr>
          <a:xfrm>
            <a:off x="6411600" y="5551200"/>
            <a:ext cx="4406478" cy="354013"/>
          </a:xfrm>
          <a:prstGeom prst="rect">
            <a:avLst/>
          </a:prstGeom>
        </p:spPr>
        <p:txBody>
          <a:bodyPr>
            <a:noAutofit/>
          </a:bodyPr>
          <a:lstStyle>
            <a:lvl1pPr marL="0" indent="0">
              <a:buNone/>
              <a:defRPr sz="1800" b="0" i="0">
                <a:solidFill>
                  <a:schemeClr val="accent2"/>
                </a:solidFill>
                <a:latin typeface="Calibri" panose="020F0502020204030204" pitchFamily="34" charset="0"/>
                <a:cs typeface="Calibri" panose="020F0502020204030204" pitchFamily="34" charset="0"/>
              </a:defRPr>
            </a:lvl1pPr>
          </a:lstStyle>
          <a:p>
            <a:pPr lvl="0"/>
            <a:r>
              <a:rPr lang="nl-BE" dirty="0"/>
              <a:t>Speakers</a:t>
            </a:r>
          </a:p>
        </p:txBody>
      </p:sp>
      <p:pic>
        <p:nvPicPr>
          <p:cNvPr id="10" name="Afbeelding 26">
            <a:extLst>
              <a:ext uri="{FF2B5EF4-FFF2-40B4-BE49-F238E27FC236}">
                <a16:creationId xmlns:a16="http://schemas.microsoft.com/office/drawing/2014/main" id="{3F72C7A5-9320-A14F-BAE2-587C7594BD2F}"/>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6491288" y="689498"/>
            <a:ext cx="2024544" cy="330621"/>
          </a:xfrm>
          <a:prstGeom prst="rect">
            <a:avLst/>
          </a:prstGeom>
        </p:spPr>
      </p:pic>
      <p:sp>
        <p:nvSpPr>
          <p:cNvPr id="11" name="Tijdelijke aanduiding voor tekst 32">
            <a:extLst>
              <a:ext uri="{FF2B5EF4-FFF2-40B4-BE49-F238E27FC236}">
                <a16:creationId xmlns:a16="http://schemas.microsoft.com/office/drawing/2014/main" id="{7024A828-DDA5-D64F-BDF2-3A4452BAEF43}"/>
              </a:ext>
            </a:extLst>
          </p:cNvPr>
          <p:cNvSpPr>
            <a:spLocks noGrp="1"/>
          </p:cNvSpPr>
          <p:nvPr>
            <p:ph type="body" sz="quarter" idx="14" hasCustomPrompt="1"/>
          </p:nvPr>
        </p:nvSpPr>
        <p:spPr>
          <a:xfrm>
            <a:off x="6411600" y="5936945"/>
            <a:ext cx="2522779" cy="354013"/>
          </a:xfrm>
          <a:prstGeom prst="rect">
            <a:avLst/>
          </a:prstGeom>
        </p:spPr>
        <p:txBody>
          <a:bodyPr>
            <a:noAutofit/>
          </a:bodyPr>
          <a:lstStyle>
            <a:lvl1pPr marL="0" indent="0">
              <a:buNone/>
              <a:defRPr sz="1800" b="0" i="0">
                <a:solidFill>
                  <a:schemeClr val="accent2"/>
                </a:solidFill>
                <a:latin typeface="Calibri" panose="020F0502020204030204" pitchFamily="34" charset="0"/>
                <a:cs typeface="Calibri" panose="020F0502020204030204" pitchFamily="34" charset="0"/>
              </a:defRPr>
            </a:lvl1pPr>
          </a:lstStyle>
          <a:p>
            <a:pPr lvl="0"/>
            <a:r>
              <a:rPr lang="nl-BE" dirty="0"/>
              <a:t>Date</a:t>
            </a:r>
          </a:p>
        </p:txBody>
      </p:sp>
    </p:spTree>
    <p:extLst>
      <p:ext uri="{BB962C8B-B14F-4D97-AF65-F5344CB8AC3E}">
        <p14:creationId xmlns:p14="http://schemas.microsoft.com/office/powerpoint/2010/main" val="314918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2">
    <p:spTree>
      <p:nvGrpSpPr>
        <p:cNvPr id="1" name=""/>
        <p:cNvGrpSpPr/>
        <p:nvPr/>
      </p:nvGrpSpPr>
      <p:grpSpPr>
        <a:xfrm>
          <a:off x="0" y="0"/>
          <a:ext cx="0" cy="0"/>
          <a:chOff x="0" y="0"/>
          <a:chExt cx="0" cy="0"/>
        </a:xfrm>
      </p:grpSpPr>
      <p:sp>
        <p:nvSpPr>
          <p:cNvPr id="11" name="Tijdelijke aanduiding voor tekst 32">
            <a:extLst>
              <a:ext uri="{FF2B5EF4-FFF2-40B4-BE49-F238E27FC236}">
                <a16:creationId xmlns:a16="http://schemas.microsoft.com/office/drawing/2014/main" id="{7024A828-DDA5-D64F-BDF2-3A4452BAEF43}"/>
              </a:ext>
            </a:extLst>
          </p:cNvPr>
          <p:cNvSpPr>
            <a:spLocks noGrp="1"/>
          </p:cNvSpPr>
          <p:nvPr>
            <p:ph type="body" sz="quarter" idx="14" hasCustomPrompt="1"/>
          </p:nvPr>
        </p:nvSpPr>
        <p:spPr>
          <a:xfrm>
            <a:off x="6411600" y="5936945"/>
            <a:ext cx="2522779" cy="354013"/>
          </a:xfrm>
          <a:prstGeom prst="rect">
            <a:avLst/>
          </a:prstGeom>
        </p:spPr>
        <p:txBody>
          <a:bodyPr>
            <a:noAutofit/>
          </a:bodyPr>
          <a:lstStyle>
            <a:lvl1pPr marL="0" indent="0">
              <a:buNone/>
              <a:defRPr sz="1800" b="0" i="0">
                <a:solidFill>
                  <a:schemeClr val="accent2"/>
                </a:solidFill>
                <a:latin typeface="Calibri" panose="020F0502020204030204" pitchFamily="34" charset="0"/>
                <a:cs typeface="Calibri" panose="020F0502020204030204" pitchFamily="34" charset="0"/>
              </a:defRPr>
            </a:lvl1pPr>
          </a:lstStyle>
          <a:p>
            <a:pPr lvl="0"/>
            <a:r>
              <a:rPr lang="nl-BE" dirty="0"/>
              <a:t>Date</a:t>
            </a:r>
          </a:p>
        </p:txBody>
      </p:sp>
      <p:pic>
        <p:nvPicPr>
          <p:cNvPr id="12" name="Afbeelding 11">
            <a:extLst>
              <a:ext uri="{FF2B5EF4-FFF2-40B4-BE49-F238E27FC236}">
                <a16:creationId xmlns:a16="http://schemas.microsoft.com/office/drawing/2014/main" id="{D0BB3378-C5FD-0E42-8B0F-1E66EE15FED9}"/>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6094801" cy="6852214"/>
          </a:xfrm>
          <a:prstGeom prst="rect">
            <a:avLst/>
          </a:prstGeom>
        </p:spPr>
      </p:pic>
      <p:pic>
        <p:nvPicPr>
          <p:cNvPr id="13" name="Afbeelding 12">
            <a:extLst>
              <a:ext uri="{FF2B5EF4-FFF2-40B4-BE49-F238E27FC236}">
                <a16:creationId xmlns:a16="http://schemas.microsoft.com/office/drawing/2014/main" id="{F68E521F-019F-1C4A-8728-056403853324}"/>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10885200" y="5551200"/>
            <a:ext cx="1306800" cy="1306800"/>
          </a:xfrm>
          <a:prstGeom prst="rect">
            <a:avLst/>
          </a:prstGeom>
        </p:spPr>
      </p:pic>
      <p:pic>
        <p:nvPicPr>
          <p:cNvPr id="18" name="Afbeelding 17">
            <a:extLst>
              <a:ext uri="{FF2B5EF4-FFF2-40B4-BE49-F238E27FC236}">
                <a16:creationId xmlns:a16="http://schemas.microsoft.com/office/drawing/2014/main" id="{56E3B219-2633-CA4F-8AF5-DBB60C085487}"/>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0" y="0"/>
            <a:ext cx="1306800" cy="1306800"/>
          </a:xfrm>
          <a:prstGeom prst="rect">
            <a:avLst/>
          </a:prstGeom>
        </p:spPr>
      </p:pic>
      <p:sp>
        <p:nvSpPr>
          <p:cNvPr id="21" name="Titel 28">
            <a:extLst>
              <a:ext uri="{FF2B5EF4-FFF2-40B4-BE49-F238E27FC236}">
                <a16:creationId xmlns:a16="http://schemas.microsoft.com/office/drawing/2014/main" id="{C64D2338-5654-1F4A-9C62-121157932F82}"/>
              </a:ext>
            </a:extLst>
          </p:cNvPr>
          <p:cNvSpPr>
            <a:spLocks noGrp="1"/>
          </p:cNvSpPr>
          <p:nvPr>
            <p:ph type="title" hasCustomPrompt="1"/>
          </p:nvPr>
        </p:nvSpPr>
        <p:spPr>
          <a:xfrm>
            <a:off x="6411600" y="2052836"/>
            <a:ext cx="5268913" cy="2343711"/>
          </a:xfrm>
          <a:prstGeom prst="rect">
            <a:avLst/>
          </a:prstGeom>
        </p:spPr>
        <p:txBody>
          <a:bodyPr anchor="t">
            <a:normAutofit/>
          </a:bodyPr>
          <a:lstStyle>
            <a:lvl1pPr>
              <a:defRPr sz="5500" b="1" i="0">
                <a:solidFill>
                  <a:schemeClr val="accent2"/>
                </a:solidFill>
                <a:latin typeface="Calibri" panose="020F0502020204030204" pitchFamily="34" charset="0"/>
                <a:cs typeface="Calibri" panose="020F0502020204030204" pitchFamily="34" charset="0"/>
              </a:defRPr>
            </a:lvl1pPr>
          </a:lstStyle>
          <a:p>
            <a:r>
              <a:rPr lang="nl-BE" dirty="0"/>
              <a:t>New Infrabel </a:t>
            </a:r>
            <a:br>
              <a:rPr lang="nl-BE" dirty="0"/>
            </a:br>
            <a:r>
              <a:rPr lang="nl-BE" dirty="0"/>
              <a:t>PPT Template</a:t>
            </a:r>
          </a:p>
        </p:txBody>
      </p:sp>
      <p:sp>
        <p:nvSpPr>
          <p:cNvPr id="22" name="Tijdelijke aanduiding voor tekst 32">
            <a:extLst>
              <a:ext uri="{FF2B5EF4-FFF2-40B4-BE49-F238E27FC236}">
                <a16:creationId xmlns:a16="http://schemas.microsoft.com/office/drawing/2014/main" id="{7B97786C-8004-0943-991A-184A22C0CD53}"/>
              </a:ext>
            </a:extLst>
          </p:cNvPr>
          <p:cNvSpPr>
            <a:spLocks noGrp="1"/>
          </p:cNvSpPr>
          <p:nvPr>
            <p:ph type="body" sz="quarter" idx="12" hasCustomPrompt="1"/>
          </p:nvPr>
        </p:nvSpPr>
        <p:spPr>
          <a:xfrm>
            <a:off x="6411600" y="4594546"/>
            <a:ext cx="5268913" cy="354013"/>
          </a:xfrm>
          <a:prstGeom prst="rect">
            <a:avLst/>
          </a:prstGeom>
        </p:spPr>
        <p:txBody>
          <a:bodyPr>
            <a:noAutofit/>
          </a:bodyPr>
          <a:lstStyle>
            <a:lvl1pPr marL="0" indent="0">
              <a:buNone/>
              <a:defRPr sz="2500" b="1" i="0">
                <a:solidFill>
                  <a:schemeClr val="bg2"/>
                </a:solidFill>
                <a:latin typeface="Calibri" panose="020F0502020204030204" pitchFamily="34" charset="0"/>
                <a:cs typeface="Calibri" panose="020F0502020204030204" pitchFamily="34" charset="0"/>
              </a:defRPr>
            </a:lvl1pPr>
          </a:lstStyle>
          <a:p>
            <a:pPr lvl="0"/>
            <a:r>
              <a:rPr lang="nl-BE" dirty="0" err="1"/>
              <a:t>Subtitle</a:t>
            </a:r>
            <a:endParaRPr lang="nl-BE" dirty="0"/>
          </a:p>
        </p:txBody>
      </p:sp>
      <p:sp>
        <p:nvSpPr>
          <p:cNvPr id="26" name="Tijdelijke aanduiding voor tekst 32">
            <a:extLst>
              <a:ext uri="{FF2B5EF4-FFF2-40B4-BE49-F238E27FC236}">
                <a16:creationId xmlns:a16="http://schemas.microsoft.com/office/drawing/2014/main" id="{7024A828-DDA5-D64F-BDF2-3A4452BAEF43}"/>
              </a:ext>
            </a:extLst>
          </p:cNvPr>
          <p:cNvSpPr>
            <a:spLocks noGrp="1"/>
          </p:cNvSpPr>
          <p:nvPr>
            <p:ph type="body" sz="quarter" idx="13" hasCustomPrompt="1"/>
          </p:nvPr>
        </p:nvSpPr>
        <p:spPr>
          <a:xfrm>
            <a:off x="6411600" y="5551200"/>
            <a:ext cx="4406478" cy="354013"/>
          </a:xfrm>
          <a:prstGeom prst="rect">
            <a:avLst/>
          </a:prstGeom>
        </p:spPr>
        <p:txBody>
          <a:bodyPr>
            <a:noAutofit/>
          </a:bodyPr>
          <a:lstStyle>
            <a:lvl1pPr marL="0" indent="0">
              <a:buNone/>
              <a:defRPr sz="1800" b="0" i="0">
                <a:solidFill>
                  <a:schemeClr val="accent2"/>
                </a:solidFill>
                <a:latin typeface="Calibri" panose="020F0502020204030204" pitchFamily="34" charset="0"/>
                <a:cs typeface="Calibri" panose="020F0502020204030204" pitchFamily="34" charset="0"/>
              </a:defRPr>
            </a:lvl1pPr>
          </a:lstStyle>
          <a:p>
            <a:pPr lvl="0"/>
            <a:r>
              <a:rPr lang="nl-BE" dirty="0"/>
              <a:t>Speakers</a:t>
            </a:r>
          </a:p>
        </p:txBody>
      </p:sp>
      <p:pic>
        <p:nvPicPr>
          <p:cNvPr id="10" name="Afbeelding 26">
            <a:extLst>
              <a:ext uri="{FF2B5EF4-FFF2-40B4-BE49-F238E27FC236}">
                <a16:creationId xmlns:a16="http://schemas.microsoft.com/office/drawing/2014/main" id="{3F72C7A5-9320-A14F-BAE2-587C7594BD2F}"/>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6491288" y="689498"/>
            <a:ext cx="2024544" cy="330621"/>
          </a:xfrm>
          <a:prstGeom prst="rect">
            <a:avLst/>
          </a:prstGeom>
        </p:spPr>
      </p:pic>
    </p:spTree>
    <p:extLst>
      <p:ext uri="{BB962C8B-B14F-4D97-AF65-F5344CB8AC3E}">
        <p14:creationId xmlns:p14="http://schemas.microsoft.com/office/powerpoint/2010/main" val="30747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slide 3">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1" y="0"/>
            <a:ext cx="6094801" cy="6858000"/>
          </a:xfrm>
          <a:prstGeom prst="rect">
            <a:avLst/>
          </a:prstGeom>
        </p:spPr>
      </p:pic>
      <p:pic>
        <p:nvPicPr>
          <p:cNvPr id="13" name="Afbeelding 12">
            <a:extLst>
              <a:ext uri="{FF2B5EF4-FFF2-40B4-BE49-F238E27FC236}">
                <a16:creationId xmlns:a16="http://schemas.microsoft.com/office/drawing/2014/main" id="{25F0BD56-BAEA-294C-A452-3A606BC1BB29}"/>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10885200" y="5551200"/>
            <a:ext cx="1306800" cy="1306800"/>
          </a:xfrm>
          <a:prstGeom prst="rect">
            <a:avLst/>
          </a:prstGeom>
        </p:spPr>
      </p:pic>
      <p:pic>
        <p:nvPicPr>
          <p:cNvPr id="18" name="Afbeelding 17">
            <a:extLst>
              <a:ext uri="{FF2B5EF4-FFF2-40B4-BE49-F238E27FC236}">
                <a16:creationId xmlns:a16="http://schemas.microsoft.com/office/drawing/2014/main" id="{3699229F-CF47-3F4D-BC39-7FDF25373FDF}"/>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0" y="0"/>
            <a:ext cx="1306800" cy="1306800"/>
          </a:xfrm>
          <a:prstGeom prst="rect">
            <a:avLst/>
          </a:prstGeom>
        </p:spPr>
      </p:pic>
      <p:sp>
        <p:nvSpPr>
          <p:cNvPr id="21" name="Titel 28">
            <a:extLst>
              <a:ext uri="{FF2B5EF4-FFF2-40B4-BE49-F238E27FC236}">
                <a16:creationId xmlns:a16="http://schemas.microsoft.com/office/drawing/2014/main" id="{933B33C8-5E8A-AB48-80BF-55E43960DC1C}"/>
              </a:ext>
            </a:extLst>
          </p:cNvPr>
          <p:cNvSpPr>
            <a:spLocks noGrp="1"/>
          </p:cNvSpPr>
          <p:nvPr>
            <p:ph type="title" hasCustomPrompt="1"/>
          </p:nvPr>
        </p:nvSpPr>
        <p:spPr>
          <a:xfrm>
            <a:off x="6411600" y="2052836"/>
            <a:ext cx="5268913" cy="2343711"/>
          </a:xfrm>
          <a:prstGeom prst="rect">
            <a:avLst/>
          </a:prstGeom>
        </p:spPr>
        <p:txBody>
          <a:bodyPr anchor="t">
            <a:normAutofit/>
          </a:bodyPr>
          <a:lstStyle>
            <a:lvl1pPr>
              <a:defRPr sz="5500" b="1" i="0">
                <a:solidFill>
                  <a:schemeClr val="accent2"/>
                </a:solidFill>
                <a:latin typeface="Calibri" panose="020F0502020204030204" pitchFamily="34" charset="0"/>
                <a:cs typeface="Calibri" panose="020F0502020204030204" pitchFamily="34" charset="0"/>
              </a:defRPr>
            </a:lvl1pPr>
          </a:lstStyle>
          <a:p>
            <a:r>
              <a:rPr lang="nl-BE" dirty="0"/>
              <a:t>New Infrabel </a:t>
            </a:r>
            <a:br>
              <a:rPr lang="nl-BE" dirty="0"/>
            </a:br>
            <a:r>
              <a:rPr lang="nl-BE" dirty="0"/>
              <a:t>PPT Template</a:t>
            </a:r>
          </a:p>
        </p:txBody>
      </p:sp>
      <p:sp>
        <p:nvSpPr>
          <p:cNvPr id="22" name="Tijdelijke aanduiding voor tekst 32">
            <a:extLst>
              <a:ext uri="{FF2B5EF4-FFF2-40B4-BE49-F238E27FC236}">
                <a16:creationId xmlns:a16="http://schemas.microsoft.com/office/drawing/2014/main" id="{16040426-B7BF-2844-BAE3-149DEB867A2A}"/>
              </a:ext>
            </a:extLst>
          </p:cNvPr>
          <p:cNvSpPr>
            <a:spLocks noGrp="1"/>
          </p:cNvSpPr>
          <p:nvPr>
            <p:ph type="body" sz="quarter" idx="12" hasCustomPrompt="1"/>
          </p:nvPr>
        </p:nvSpPr>
        <p:spPr>
          <a:xfrm>
            <a:off x="6411600" y="4594546"/>
            <a:ext cx="5268913" cy="354013"/>
          </a:xfrm>
          <a:prstGeom prst="rect">
            <a:avLst/>
          </a:prstGeom>
        </p:spPr>
        <p:txBody>
          <a:bodyPr>
            <a:noAutofit/>
          </a:bodyPr>
          <a:lstStyle>
            <a:lvl1pPr marL="0" indent="0">
              <a:buNone/>
              <a:defRPr sz="2500" b="1" i="0">
                <a:solidFill>
                  <a:schemeClr val="bg2"/>
                </a:solidFill>
                <a:latin typeface="Calibri" panose="020F0502020204030204" pitchFamily="34" charset="0"/>
                <a:cs typeface="Calibri" panose="020F0502020204030204" pitchFamily="34" charset="0"/>
              </a:defRPr>
            </a:lvl1pPr>
          </a:lstStyle>
          <a:p>
            <a:pPr lvl="0"/>
            <a:r>
              <a:rPr lang="nl-BE" dirty="0" err="1"/>
              <a:t>Subtitle</a:t>
            </a:r>
            <a:endParaRPr lang="nl-BE" dirty="0"/>
          </a:p>
        </p:txBody>
      </p:sp>
      <p:sp>
        <p:nvSpPr>
          <p:cNvPr id="26" name="Tijdelijke aanduiding voor tekst 32">
            <a:extLst>
              <a:ext uri="{FF2B5EF4-FFF2-40B4-BE49-F238E27FC236}">
                <a16:creationId xmlns:a16="http://schemas.microsoft.com/office/drawing/2014/main" id="{B4D9616B-DA26-1A47-9747-A7181BAF80E2}"/>
              </a:ext>
            </a:extLst>
          </p:cNvPr>
          <p:cNvSpPr>
            <a:spLocks noGrp="1"/>
          </p:cNvSpPr>
          <p:nvPr>
            <p:ph type="body" sz="quarter" idx="13" hasCustomPrompt="1"/>
          </p:nvPr>
        </p:nvSpPr>
        <p:spPr>
          <a:xfrm>
            <a:off x="6411600" y="5551200"/>
            <a:ext cx="4406478" cy="354013"/>
          </a:xfrm>
          <a:prstGeom prst="rect">
            <a:avLst/>
          </a:prstGeom>
        </p:spPr>
        <p:txBody>
          <a:bodyPr>
            <a:noAutofit/>
          </a:bodyPr>
          <a:lstStyle>
            <a:lvl1pPr marL="0" indent="0">
              <a:buNone/>
              <a:defRPr sz="1800" b="0" i="0">
                <a:solidFill>
                  <a:schemeClr val="accent2"/>
                </a:solidFill>
                <a:latin typeface="Calibri" panose="020F0502020204030204" pitchFamily="34" charset="0"/>
                <a:cs typeface="Calibri" panose="020F0502020204030204" pitchFamily="34" charset="0"/>
              </a:defRPr>
            </a:lvl1pPr>
          </a:lstStyle>
          <a:p>
            <a:pPr lvl="0"/>
            <a:r>
              <a:rPr lang="nl-BE" dirty="0"/>
              <a:t>Speakers</a:t>
            </a:r>
          </a:p>
        </p:txBody>
      </p:sp>
      <p:pic>
        <p:nvPicPr>
          <p:cNvPr id="10" name="Afbeelding 26">
            <a:extLst>
              <a:ext uri="{FF2B5EF4-FFF2-40B4-BE49-F238E27FC236}">
                <a16:creationId xmlns:a16="http://schemas.microsoft.com/office/drawing/2014/main" id="{3F72C7A5-9320-A14F-BAE2-587C7594BD2F}"/>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6491288" y="689498"/>
            <a:ext cx="2024544" cy="330621"/>
          </a:xfrm>
          <a:prstGeom prst="rect">
            <a:avLst/>
          </a:prstGeom>
        </p:spPr>
      </p:pic>
      <p:sp>
        <p:nvSpPr>
          <p:cNvPr id="11" name="Tijdelijke aanduiding voor tekst 32">
            <a:extLst>
              <a:ext uri="{FF2B5EF4-FFF2-40B4-BE49-F238E27FC236}">
                <a16:creationId xmlns:a16="http://schemas.microsoft.com/office/drawing/2014/main" id="{7024A828-DDA5-D64F-BDF2-3A4452BAEF43}"/>
              </a:ext>
            </a:extLst>
          </p:cNvPr>
          <p:cNvSpPr>
            <a:spLocks noGrp="1"/>
          </p:cNvSpPr>
          <p:nvPr>
            <p:ph type="body" sz="quarter" idx="14" hasCustomPrompt="1"/>
          </p:nvPr>
        </p:nvSpPr>
        <p:spPr>
          <a:xfrm>
            <a:off x="6411600" y="5936945"/>
            <a:ext cx="2522779" cy="354013"/>
          </a:xfrm>
          <a:prstGeom prst="rect">
            <a:avLst/>
          </a:prstGeom>
        </p:spPr>
        <p:txBody>
          <a:bodyPr>
            <a:noAutofit/>
          </a:bodyPr>
          <a:lstStyle>
            <a:lvl1pPr marL="0" indent="0">
              <a:buNone/>
              <a:defRPr sz="1800" b="0" i="0">
                <a:solidFill>
                  <a:schemeClr val="accent2"/>
                </a:solidFill>
                <a:latin typeface="Calibri" panose="020F0502020204030204" pitchFamily="34" charset="0"/>
                <a:cs typeface="Calibri" panose="020F0502020204030204" pitchFamily="34" charset="0"/>
              </a:defRPr>
            </a:lvl1pPr>
          </a:lstStyle>
          <a:p>
            <a:pPr lvl="0"/>
            <a:r>
              <a:rPr lang="nl-BE" dirty="0"/>
              <a:t>Date</a:t>
            </a:r>
          </a:p>
        </p:txBody>
      </p:sp>
    </p:spTree>
    <p:extLst>
      <p:ext uri="{BB962C8B-B14F-4D97-AF65-F5344CB8AC3E}">
        <p14:creationId xmlns:p14="http://schemas.microsoft.com/office/powerpoint/2010/main" val="2851318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slide 4">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6094801" cy="6858000"/>
          </a:xfrm>
          <a:prstGeom prst="rect">
            <a:avLst/>
          </a:prstGeom>
        </p:spPr>
      </p:pic>
      <p:pic>
        <p:nvPicPr>
          <p:cNvPr id="13" name="Afbeelding 12">
            <a:extLst>
              <a:ext uri="{FF2B5EF4-FFF2-40B4-BE49-F238E27FC236}">
                <a16:creationId xmlns:a16="http://schemas.microsoft.com/office/drawing/2014/main" id="{25F0BD56-BAEA-294C-A452-3A606BC1BB29}"/>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10885200" y="5551200"/>
            <a:ext cx="1306800" cy="1306800"/>
          </a:xfrm>
          <a:prstGeom prst="rect">
            <a:avLst/>
          </a:prstGeom>
        </p:spPr>
      </p:pic>
      <p:pic>
        <p:nvPicPr>
          <p:cNvPr id="18" name="Afbeelding 17">
            <a:extLst>
              <a:ext uri="{FF2B5EF4-FFF2-40B4-BE49-F238E27FC236}">
                <a16:creationId xmlns:a16="http://schemas.microsoft.com/office/drawing/2014/main" id="{3699229F-CF47-3F4D-BC39-7FDF25373FDF}"/>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0" y="0"/>
            <a:ext cx="1306800" cy="1306800"/>
          </a:xfrm>
          <a:prstGeom prst="rect">
            <a:avLst/>
          </a:prstGeom>
        </p:spPr>
      </p:pic>
      <p:sp>
        <p:nvSpPr>
          <p:cNvPr id="21" name="Titel 28">
            <a:extLst>
              <a:ext uri="{FF2B5EF4-FFF2-40B4-BE49-F238E27FC236}">
                <a16:creationId xmlns:a16="http://schemas.microsoft.com/office/drawing/2014/main" id="{933B33C8-5E8A-AB48-80BF-55E43960DC1C}"/>
              </a:ext>
            </a:extLst>
          </p:cNvPr>
          <p:cNvSpPr>
            <a:spLocks noGrp="1"/>
          </p:cNvSpPr>
          <p:nvPr>
            <p:ph type="title" hasCustomPrompt="1"/>
          </p:nvPr>
        </p:nvSpPr>
        <p:spPr>
          <a:xfrm>
            <a:off x="6411600" y="2052836"/>
            <a:ext cx="5268913" cy="2343711"/>
          </a:xfrm>
          <a:prstGeom prst="rect">
            <a:avLst/>
          </a:prstGeom>
        </p:spPr>
        <p:txBody>
          <a:bodyPr anchor="t">
            <a:normAutofit/>
          </a:bodyPr>
          <a:lstStyle>
            <a:lvl1pPr>
              <a:defRPr sz="5500" b="1" i="0">
                <a:solidFill>
                  <a:schemeClr val="accent2"/>
                </a:solidFill>
                <a:latin typeface="Calibri" panose="020F0502020204030204" pitchFamily="34" charset="0"/>
                <a:cs typeface="Calibri" panose="020F0502020204030204" pitchFamily="34" charset="0"/>
              </a:defRPr>
            </a:lvl1pPr>
          </a:lstStyle>
          <a:p>
            <a:r>
              <a:rPr lang="nl-BE" dirty="0"/>
              <a:t>New Infrabel </a:t>
            </a:r>
            <a:br>
              <a:rPr lang="nl-BE" dirty="0"/>
            </a:br>
            <a:r>
              <a:rPr lang="nl-BE" dirty="0"/>
              <a:t>PPT Template</a:t>
            </a:r>
          </a:p>
        </p:txBody>
      </p:sp>
      <p:sp>
        <p:nvSpPr>
          <p:cNvPr id="22" name="Tijdelijke aanduiding voor tekst 32">
            <a:extLst>
              <a:ext uri="{FF2B5EF4-FFF2-40B4-BE49-F238E27FC236}">
                <a16:creationId xmlns:a16="http://schemas.microsoft.com/office/drawing/2014/main" id="{16040426-B7BF-2844-BAE3-149DEB867A2A}"/>
              </a:ext>
            </a:extLst>
          </p:cNvPr>
          <p:cNvSpPr>
            <a:spLocks noGrp="1"/>
          </p:cNvSpPr>
          <p:nvPr>
            <p:ph type="body" sz="quarter" idx="12" hasCustomPrompt="1"/>
          </p:nvPr>
        </p:nvSpPr>
        <p:spPr>
          <a:xfrm>
            <a:off x="6411600" y="4594546"/>
            <a:ext cx="5268913" cy="354013"/>
          </a:xfrm>
          <a:prstGeom prst="rect">
            <a:avLst/>
          </a:prstGeom>
        </p:spPr>
        <p:txBody>
          <a:bodyPr>
            <a:noAutofit/>
          </a:bodyPr>
          <a:lstStyle>
            <a:lvl1pPr marL="0" indent="0">
              <a:buNone/>
              <a:defRPr sz="2500" b="1" i="0">
                <a:solidFill>
                  <a:schemeClr val="bg2"/>
                </a:solidFill>
                <a:latin typeface="Calibri" panose="020F0502020204030204" pitchFamily="34" charset="0"/>
                <a:cs typeface="Calibri" panose="020F0502020204030204" pitchFamily="34" charset="0"/>
              </a:defRPr>
            </a:lvl1pPr>
          </a:lstStyle>
          <a:p>
            <a:pPr lvl="0"/>
            <a:r>
              <a:rPr lang="nl-BE" dirty="0" err="1"/>
              <a:t>Subtitle</a:t>
            </a:r>
            <a:endParaRPr lang="nl-BE" dirty="0"/>
          </a:p>
        </p:txBody>
      </p:sp>
      <p:sp>
        <p:nvSpPr>
          <p:cNvPr id="26" name="Tijdelijke aanduiding voor tekst 32">
            <a:extLst>
              <a:ext uri="{FF2B5EF4-FFF2-40B4-BE49-F238E27FC236}">
                <a16:creationId xmlns:a16="http://schemas.microsoft.com/office/drawing/2014/main" id="{B4D9616B-DA26-1A47-9747-A7181BAF80E2}"/>
              </a:ext>
            </a:extLst>
          </p:cNvPr>
          <p:cNvSpPr>
            <a:spLocks noGrp="1"/>
          </p:cNvSpPr>
          <p:nvPr>
            <p:ph type="body" sz="quarter" idx="13" hasCustomPrompt="1"/>
          </p:nvPr>
        </p:nvSpPr>
        <p:spPr>
          <a:xfrm>
            <a:off x="6411600" y="5551200"/>
            <a:ext cx="4406478" cy="354013"/>
          </a:xfrm>
          <a:prstGeom prst="rect">
            <a:avLst/>
          </a:prstGeom>
        </p:spPr>
        <p:txBody>
          <a:bodyPr>
            <a:noAutofit/>
          </a:bodyPr>
          <a:lstStyle>
            <a:lvl1pPr marL="0" indent="0">
              <a:buNone/>
              <a:defRPr sz="1800" b="0" i="0">
                <a:solidFill>
                  <a:schemeClr val="accent2"/>
                </a:solidFill>
                <a:latin typeface="Calibri" panose="020F0502020204030204" pitchFamily="34" charset="0"/>
                <a:cs typeface="Calibri" panose="020F0502020204030204" pitchFamily="34" charset="0"/>
              </a:defRPr>
            </a:lvl1pPr>
          </a:lstStyle>
          <a:p>
            <a:pPr lvl="0"/>
            <a:r>
              <a:rPr lang="nl-BE" dirty="0"/>
              <a:t>Speakers</a:t>
            </a:r>
          </a:p>
        </p:txBody>
      </p:sp>
      <p:pic>
        <p:nvPicPr>
          <p:cNvPr id="10" name="Afbeelding 26">
            <a:extLst>
              <a:ext uri="{FF2B5EF4-FFF2-40B4-BE49-F238E27FC236}">
                <a16:creationId xmlns:a16="http://schemas.microsoft.com/office/drawing/2014/main" id="{3F72C7A5-9320-A14F-BAE2-587C7594BD2F}"/>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6491288" y="689498"/>
            <a:ext cx="2024544" cy="330621"/>
          </a:xfrm>
          <a:prstGeom prst="rect">
            <a:avLst/>
          </a:prstGeom>
        </p:spPr>
      </p:pic>
      <p:sp>
        <p:nvSpPr>
          <p:cNvPr id="11" name="Tijdelijke aanduiding voor tekst 32">
            <a:extLst>
              <a:ext uri="{FF2B5EF4-FFF2-40B4-BE49-F238E27FC236}">
                <a16:creationId xmlns:a16="http://schemas.microsoft.com/office/drawing/2014/main" id="{7024A828-DDA5-D64F-BDF2-3A4452BAEF43}"/>
              </a:ext>
            </a:extLst>
          </p:cNvPr>
          <p:cNvSpPr>
            <a:spLocks noGrp="1"/>
          </p:cNvSpPr>
          <p:nvPr>
            <p:ph type="body" sz="quarter" idx="14" hasCustomPrompt="1"/>
          </p:nvPr>
        </p:nvSpPr>
        <p:spPr>
          <a:xfrm>
            <a:off x="6411600" y="5936945"/>
            <a:ext cx="2522779" cy="354013"/>
          </a:xfrm>
          <a:prstGeom prst="rect">
            <a:avLst/>
          </a:prstGeom>
        </p:spPr>
        <p:txBody>
          <a:bodyPr>
            <a:noAutofit/>
          </a:bodyPr>
          <a:lstStyle>
            <a:lvl1pPr marL="0" indent="0">
              <a:buNone/>
              <a:defRPr sz="1800" b="0" i="0">
                <a:solidFill>
                  <a:schemeClr val="accent2"/>
                </a:solidFill>
                <a:latin typeface="Calibri" panose="020F0502020204030204" pitchFamily="34" charset="0"/>
                <a:cs typeface="Calibri" panose="020F0502020204030204" pitchFamily="34" charset="0"/>
              </a:defRPr>
            </a:lvl1pPr>
          </a:lstStyle>
          <a:p>
            <a:pPr lvl="0"/>
            <a:r>
              <a:rPr lang="nl-BE" dirty="0"/>
              <a:t>Date</a:t>
            </a:r>
          </a:p>
        </p:txBody>
      </p:sp>
    </p:spTree>
    <p:extLst>
      <p:ext uri="{BB962C8B-B14F-4D97-AF65-F5344CB8AC3E}">
        <p14:creationId xmlns:p14="http://schemas.microsoft.com/office/powerpoint/2010/main" val="1751749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slide 5">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6094801" cy="6858000"/>
          </a:xfrm>
          <a:prstGeom prst="rect">
            <a:avLst/>
          </a:prstGeom>
        </p:spPr>
      </p:pic>
      <p:pic>
        <p:nvPicPr>
          <p:cNvPr id="13" name="Afbeelding 12">
            <a:extLst>
              <a:ext uri="{FF2B5EF4-FFF2-40B4-BE49-F238E27FC236}">
                <a16:creationId xmlns:a16="http://schemas.microsoft.com/office/drawing/2014/main" id="{25F0BD56-BAEA-294C-A452-3A606BC1BB29}"/>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10885200" y="5551200"/>
            <a:ext cx="1306800" cy="1306800"/>
          </a:xfrm>
          <a:prstGeom prst="rect">
            <a:avLst/>
          </a:prstGeom>
        </p:spPr>
      </p:pic>
      <p:pic>
        <p:nvPicPr>
          <p:cNvPr id="18" name="Afbeelding 17">
            <a:extLst>
              <a:ext uri="{FF2B5EF4-FFF2-40B4-BE49-F238E27FC236}">
                <a16:creationId xmlns:a16="http://schemas.microsoft.com/office/drawing/2014/main" id="{3699229F-CF47-3F4D-BC39-7FDF25373FDF}"/>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0" y="0"/>
            <a:ext cx="1306800" cy="1306800"/>
          </a:xfrm>
          <a:prstGeom prst="rect">
            <a:avLst/>
          </a:prstGeom>
        </p:spPr>
      </p:pic>
      <p:sp>
        <p:nvSpPr>
          <p:cNvPr id="21" name="Titel 28">
            <a:extLst>
              <a:ext uri="{FF2B5EF4-FFF2-40B4-BE49-F238E27FC236}">
                <a16:creationId xmlns:a16="http://schemas.microsoft.com/office/drawing/2014/main" id="{933B33C8-5E8A-AB48-80BF-55E43960DC1C}"/>
              </a:ext>
            </a:extLst>
          </p:cNvPr>
          <p:cNvSpPr>
            <a:spLocks noGrp="1"/>
          </p:cNvSpPr>
          <p:nvPr>
            <p:ph type="title" hasCustomPrompt="1"/>
          </p:nvPr>
        </p:nvSpPr>
        <p:spPr>
          <a:xfrm>
            <a:off x="6411600" y="2052836"/>
            <a:ext cx="5268913" cy="2343711"/>
          </a:xfrm>
          <a:prstGeom prst="rect">
            <a:avLst/>
          </a:prstGeom>
        </p:spPr>
        <p:txBody>
          <a:bodyPr anchor="t">
            <a:normAutofit/>
          </a:bodyPr>
          <a:lstStyle>
            <a:lvl1pPr>
              <a:defRPr sz="5500" b="1" i="0">
                <a:solidFill>
                  <a:schemeClr val="accent2"/>
                </a:solidFill>
                <a:latin typeface="Calibri" panose="020F0502020204030204" pitchFamily="34" charset="0"/>
                <a:cs typeface="Calibri" panose="020F0502020204030204" pitchFamily="34" charset="0"/>
              </a:defRPr>
            </a:lvl1pPr>
          </a:lstStyle>
          <a:p>
            <a:r>
              <a:rPr lang="nl-BE" dirty="0"/>
              <a:t>New Infrabel </a:t>
            </a:r>
            <a:br>
              <a:rPr lang="nl-BE" dirty="0"/>
            </a:br>
            <a:r>
              <a:rPr lang="nl-BE" dirty="0"/>
              <a:t>PPT Template</a:t>
            </a:r>
          </a:p>
        </p:txBody>
      </p:sp>
      <p:sp>
        <p:nvSpPr>
          <p:cNvPr id="22" name="Tijdelijke aanduiding voor tekst 32">
            <a:extLst>
              <a:ext uri="{FF2B5EF4-FFF2-40B4-BE49-F238E27FC236}">
                <a16:creationId xmlns:a16="http://schemas.microsoft.com/office/drawing/2014/main" id="{16040426-B7BF-2844-BAE3-149DEB867A2A}"/>
              </a:ext>
            </a:extLst>
          </p:cNvPr>
          <p:cNvSpPr>
            <a:spLocks noGrp="1"/>
          </p:cNvSpPr>
          <p:nvPr>
            <p:ph type="body" sz="quarter" idx="12" hasCustomPrompt="1"/>
          </p:nvPr>
        </p:nvSpPr>
        <p:spPr>
          <a:xfrm>
            <a:off x="6411600" y="4594546"/>
            <a:ext cx="5268913" cy="354013"/>
          </a:xfrm>
          <a:prstGeom prst="rect">
            <a:avLst/>
          </a:prstGeom>
        </p:spPr>
        <p:txBody>
          <a:bodyPr>
            <a:noAutofit/>
          </a:bodyPr>
          <a:lstStyle>
            <a:lvl1pPr marL="0" indent="0">
              <a:buNone/>
              <a:defRPr sz="2500" b="1" i="0">
                <a:solidFill>
                  <a:schemeClr val="bg2"/>
                </a:solidFill>
                <a:latin typeface="Calibri" panose="020F0502020204030204" pitchFamily="34" charset="0"/>
                <a:cs typeface="Calibri" panose="020F0502020204030204" pitchFamily="34" charset="0"/>
              </a:defRPr>
            </a:lvl1pPr>
          </a:lstStyle>
          <a:p>
            <a:pPr lvl="0"/>
            <a:r>
              <a:rPr lang="nl-BE" dirty="0" err="1"/>
              <a:t>Subtitle</a:t>
            </a:r>
            <a:endParaRPr lang="nl-BE" dirty="0"/>
          </a:p>
        </p:txBody>
      </p:sp>
      <p:sp>
        <p:nvSpPr>
          <p:cNvPr id="26" name="Tijdelijke aanduiding voor tekst 32">
            <a:extLst>
              <a:ext uri="{FF2B5EF4-FFF2-40B4-BE49-F238E27FC236}">
                <a16:creationId xmlns:a16="http://schemas.microsoft.com/office/drawing/2014/main" id="{B4D9616B-DA26-1A47-9747-A7181BAF80E2}"/>
              </a:ext>
            </a:extLst>
          </p:cNvPr>
          <p:cNvSpPr>
            <a:spLocks noGrp="1"/>
          </p:cNvSpPr>
          <p:nvPr>
            <p:ph type="body" sz="quarter" idx="13" hasCustomPrompt="1"/>
          </p:nvPr>
        </p:nvSpPr>
        <p:spPr>
          <a:xfrm>
            <a:off x="6411600" y="5551200"/>
            <a:ext cx="4406478" cy="354013"/>
          </a:xfrm>
          <a:prstGeom prst="rect">
            <a:avLst/>
          </a:prstGeom>
        </p:spPr>
        <p:txBody>
          <a:bodyPr>
            <a:noAutofit/>
          </a:bodyPr>
          <a:lstStyle>
            <a:lvl1pPr marL="0" indent="0">
              <a:buNone/>
              <a:defRPr sz="1800" b="0" i="0">
                <a:solidFill>
                  <a:schemeClr val="accent2"/>
                </a:solidFill>
                <a:latin typeface="Calibri" panose="020F0502020204030204" pitchFamily="34" charset="0"/>
                <a:cs typeface="Calibri" panose="020F0502020204030204" pitchFamily="34" charset="0"/>
              </a:defRPr>
            </a:lvl1pPr>
          </a:lstStyle>
          <a:p>
            <a:pPr lvl="0"/>
            <a:r>
              <a:rPr lang="nl-BE" dirty="0"/>
              <a:t>Speakers</a:t>
            </a:r>
          </a:p>
        </p:txBody>
      </p:sp>
      <p:pic>
        <p:nvPicPr>
          <p:cNvPr id="10" name="Afbeelding 26">
            <a:extLst>
              <a:ext uri="{FF2B5EF4-FFF2-40B4-BE49-F238E27FC236}">
                <a16:creationId xmlns:a16="http://schemas.microsoft.com/office/drawing/2014/main" id="{3F72C7A5-9320-A14F-BAE2-587C7594BD2F}"/>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6491288" y="689498"/>
            <a:ext cx="2024544" cy="330621"/>
          </a:xfrm>
          <a:prstGeom prst="rect">
            <a:avLst/>
          </a:prstGeom>
        </p:spPr>
      </p:pic>
      <p:sp>
        <p:nvSpPr>
          <p:cNvPr id="11" name="Tijdelijke aanduiding voor tekst 32">
            <a:extLst>
              <a:ext uri="{FF2B5EF4-FFF2-40B4-BE49-F238E27FC236}">
                <a16:creationId xmlns:a16="http://schemas.microsoft.com/office/drawing/2014/main" id="{7024A828-DDA5-D64F-BDF2-3A4452BAEF43}"/>
              </a:ext>
            </a:extLst>
          </p:cNvPr>
          <p:cNvSpPr>
            <a:spLocks noGrp="1"/>
          </p:cNvSpPr>
          <p:nvPr>
            <p:ph type="body" sz="quarter" idx="14" hasCustomPrompt="1"/>
          </p:nvPr>
        </p:nvSpPr>
        <p:spPr>
          <a:xfrm>
            <a:off x="6411600" y="5936945"/>
            <a:ext cx="2522779" cy="354013"/>
          </a:xfrm>
          <a:prstGeom prst="rect">
            <a:avLst/>
          </a:prstGeom>
        </p:spPr>
        <p:txBody>
          <a:bodyPr>
            <a:noAutofit/>
          </a:bodyPr>
          <a:lstStyle>
            <a:lvl1pPr marL="0" indent="0">
              <a:buNone/>
              <a:defRPr sz="1800" b="0" i="0">
                <a:solidFill>
                  <a:schemeClr val="accent2"/>
                </a:solidFill>
                <a:latin typeface="Calibri" panose="020F0502020204030204" pitchFamily="34" charset="0"/>
                <a:cs typeface="Calibri" panose="020F0502020204030204" pitchFamily="34" charset="0"/>
              </a:defRPr>
            </a:lvl1pPr>
          </a:lstStyle>
          <a:p>
            <a:pPr lvl="0"/>
            <a:r>
              <a:rPr lang="nl-BE" dirty="0"/>
              <a:t>Date</a:t>
            </a:r>
          </a:p>
        </p:txBody>
      </p:sp>
    </p:spTree>
    <p:extLst>
      <p:ext uri="{BB962C8B-B14F-4D97-AF65-F5344CB8AC3E}">
        <p14:creationId xmlns:p14="http://schemas.microsoft.com/office/powerpoint/2010/main" val="1405297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slide 6">
    <p:spTree>
      <p:nvGrpSpPr>
        <p:cNvPr id="1" name=""/>
        <p:cNvGrpSpPr/>
        <p:nvPr/>
      </p:nvGrpSpPr>
      <p:grpSpPr>
        <a:xfrm>
          <a:off x="0" y="0"/>
          <a:ext cx="0" cy="0"/>
          <a:chOff x="0" y="0"/>
          <a:chExt cx="0" cy="0"/>
        </a:xfrm>
      </p:grpSpPr>
      <p:pic>
        <p:nvPicPr>
          <p:cNvPr id="14" name="Afbeelding 13">
            <a:extLst>
              <a:ext uri="{FF2B5EF4-FFF2-40B4-BE49-F238E27FC236}">
                <a16:creationId xmlns:a16="http://schemas.microsoft.com/office/drawing/2014/main" id="{D4219415-A53B-2B41-90B9-5BABB65294D2}"/>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0885200" y="5551200"/>
            <a:ext cx="1306800" cy="1306800"/>
          </a:xfrm>
          <a:prstGeom prst="rect">
            <a:avLst/>
          </a:prstGeom>
        </p:spPr>
      </p:pic>
      <p:pic>
        <p:nvPicPr>
          <p:cNvPr id="15" name="Afbeelding 14">
            <a:extLst>
              <a:ext uri="{FF2B5EF4-FFF2-40B4-BE49-F238E27FC236}">
                <a16:creationId xmlns:a16="http://schemas.microsoft.com/office/drawing/2014/main" id="{3AE94913-E972-EE41-AB37-F6C7F66F3121}"/>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0" y="0"/>
            <a:ext cx="1306800" cy="1306800"/>
          </a:xfrm>
          <a:prstGeom prst="rect">
            <a:avLst/>
          </a:prstGeom>
        </p:spPr>
      </p:pic>
      <p:pic>
        <p:nvPicPr>
          <p:cNvPr id="16" name="Afbeelding 15">
            <a:extLst>
              <a:ext uri="{FF2B5EF4-FFF2-40B4-BE49-F238E27FC236}">
                <a16:creationId xmlns:a16="http://schemas.microsoft.com/office/drawing/2014/main" id="{C78BD40C-9F65-7846-9B08-0C3F7E8879B9}"/>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653400" y="5877000"/>
            <a:ext cx="2006045" cy="327600"/>
          </a:xfrm>
          <a:prstGeom prst="rect">
            <a:avLst/>
          </a:prstGeom>
        </p:spPr>
      </p:pic>
      <p:sp>
        <p:nvSpPr>
          <p:cNvPr id="19" name="Titel 28">
            <a:extLst>
              <a:ext uri="{FF2B5EF4-FFF2-40B4-BE49-F238E27FC236}">
                <a16:creationId xmlns:a16="http://schemas.microsoft.com/office/drawing/2014/main" id="{42A5EE27-DBC1-6A40-8B8E-82EA9D3E7631}"/>
              </a:ext>
            </a:extLst>
          </p:cNvPr>
          <p:cNvSpPr>
            <a:spLocks noGrp="1"/>
          </p:cNvSpPr>
          <p:nvPr>
            <p:ph type="title" hasCustomPrompt="1"/>
          </p:nvPr>
        </p:nvSpPr>
        <p:spPr>
          <a:xfrm>
            <a:off x="2195605" y="1797222"/>
            <a:ext cx="7800789" cy="2343711"/>
          </a:xfrm>
          <a:prstGeom prst="rect">
            <a:avLst/>
          </a:prstGeom>
        </p:spPr>
        <p:txBody>
          <a:bodyPr anchor="ctr">
            <a:normAutofit/>
          </a:bodyPr>
          <a:lstStyle>
            <a:lvl1pPr algn="ctr">
              <a:defRPr sz="5500" b="1" i="0">
                <a:solidFill>
                  <a:schemeClr val="accent2"/>
                </a:solidFill>
                <a:latin typeface="Calibri" panose="020F0502020204030204" pitchFamily="34" charset="0"/>
                <a:cs typeface="Calibri" panose="020F0502020204030204" pitchFamily="34" charset="0"/>
              </a:defRPr>
            </a:lvl1pPr>
          </a:lstStyle>
          <a:p>
            <a:r>
              <a:rPr lang="nl-BE" dirty="0"/>
              <a:t>New Infrabel </a:t>
            </a:r>
            <a:br>
              <a:rPr lang="nl-BE" dirty="0"/>
            </a:br>
            <a:r>
              <a:rPr lang="nl-BE" dirty="0"/>
              <a:t>PPT Template</a:t>
            </a:r>
          </a:p>
        </p:txBody>
      </p:sp>
      <p:sp>
        <p:nvSpPr>
          <p:cNvPr id="20" name="Tijdelijke aanduiding voor tekst 32">
            <a:extLst>
              <a:ext uri="{FF2B5EF4-FFF2-40B4-BE49-F238E27FC236}">
                <a16:creationId xmlns:a16="http://schemas.microsoft.com/office/drawing/2014/main" id="{6DACC24D-78C0-C14E-B9A6-23AFD9BFC3B6}"/>
              </a:ext>
            </a:extLst>
          </p:cNvPr>
          <p:cNvSpPr>
            <a:spLocks noGrp="1"/>
          </p:cNvSpPr>
          <p:nvPr>
            <p:ph type="body" sz="quarter" idx="12" hasCustomPrompt="1"/>
          </p:nvPr>
        </p:nvSpPr>
        <p:spPr>
          <a:xfrm>
            <a:off x="2195606" y="4180122"/>
            <a:ext cx="7800788" cy="354013"/>
          </a:xfrm>
          <a:prstGeom prst="rect">
            <a:avLst/>
          </a:prstGeom>
        </p:spPr>
        <p:txBody>
          <a:bodyPr>
            <a:noAutofit/>
          </a:bodyPr>
          <a:lstStyle>
            <a:lvl1pPr marL="0" indent="0" algn="ctr">
              <a:buNone/>
              <a:defRPr sz="2500" b="1" i="0">
                <a:solidFill>
                  <a:schemeClr val="bg2"/>
                </a:solidFill>
                <a:latin typeface="Calibri" panose="020F0502020204030204" pitchFamily="34" charset="0"/>
                <a:cs typeface="Calibri" panose="020F0502020204030204" pitchFamily="34" charset="0"/>
              </a:defRPr>
            </a:lvl1pPr>
          </a:lstStyle>
          <a:p>
            <a:pPr lvl="0"/>
            <a:r>
              <a:rPr lang="nl-BE" dirty="0" err="1"/>
              <a:t>Subtitle</a:t>
            </a:r>
            <a:endParaRPr lang="nl-BE" dirty="0"/>
          </a:p>
        </p:txBody>
      </p:sp>
      <p:sp>
        <p:nvSpPr>
          <p:cNvPr id="25" name="Tijdelijke aanduiding voor tekst 32">
            <a:extLst>
              <a:ext uri="{FF2B5EF4-FFF2-40B4-BE49-F238E27FC236}">
                <a16:creationId xmlns:a16="http://schemas.microsoft.com/office/drawing/2014/main" id="{CB788083-CA0D-D24B-8B18-9F58675CCEE8}"/>
              </a:ext>
            </a:extLst>
          </p:cNvPr>
          <p:cNvSpPr>
            <a:spLocks noGrp="1"/>
          </p:cNvSpPr>
          <p:nvPr>
            <p:ph type="body" sz="quarter" idx="13" hasCustomPrompt="1"/>
          </p:nvPr>
        </p:nvSpPr>
        <p:spPr>
          <a:xfrm>
            <a:off x="3892760" y="5871600"/>
            <a:ext cx="4406400" cy="352800"/>
          </a:xfrm>
          <a:prstGeom prst="rect">
            <a:avLst/>
          </a:prstGeom>
        </p:spPr>
        <p:txBody>
          <a:bodyPr anchor="ctr">
            <a:noAutofit/>
          </a:bodyPr>
          <a:lstStyle>
            <a:lvl1pPr marL="0" indent="0" algn="ctr">
              <a:buNone/>
              <a:defRPr sz="1800" b="0" i="0">
                <a:solidFill>
                  <a:schemeClr val="accent2"/>
                </a:solidFill>
                <a:latin typeface="Calibri" panose="020F0502020204030204" pitchFamily="34" charset="0"/>
                <a:cs typeface="Calibri" panose="020F0502020204030204" pitchFamily="34" charset="0"/>
              </a:defRPr>
            </a:lvl1pPr>
          </a:lstStyle>
          <a:p>
            <a:pPr lvl="0"/>
            <a:r>
              <a:rPr lang="nl-BE" dirty="0"/>
              <a:t>Speakers</a:t>
            </a:r>
          </a:p>
        </p:txBody>
      </p:sp>
      <p:sp>
        <p:nvSpPr>
          <p:cNvPr id="9" name="Tijdelijke aanduiding voor tekst 32">
            <a:extLst>
              <a:ext uri="{FF2B5EF4-FFF2-40B4-BE49-F238E27FC236}">
                <a16:creationId xmlns:a16="http://schemas.microsoft.com/office/drawing/2014/main" id="{7024A828-DDA5-D64F-BDF2-3A4452BAEF43}"/>
              </a:ext>
            </a:extLst>
          </p:cNvPr>
          <p:cNvSpPr>
            <a:spLocks noGrp="1"/>
          </p:cNvSpPr>
          <p:nvPr>
            <p:ph type="body" sz="quarter" idx="14" hasCustomPrompt="1"/>
          </p:nvPr>
        </p:nvSpPr>
        <p:spPr>
          <a:xfrm>
            <a:off x="8368937" y="5871600"/>
            <a:ext cx="1627457" cy="352800"/>
          </a:xfrm>
          <a:prstGeom prst="rect">
            <a:avLst/>
          </a:prstGeom>
        </p:spPr>
        <p:txBody>
          <a:bodyPr>
            <a:noAutofit/>
          </a:bodyPr>
          <a:lstStyle>
            <a:lvl1pPr marL="0" indent="0" algn="r">
              <a:buNone/>
              <a:defRPr sz="1800" b="0" i="0">
                <a:solidFill>
                  <a:schemeClr val="accent2"/>
                </a:solidFill>
                <a:latin typeface="Calibri" panose="020F0502020204030204" pitchFamily="34" charset="0"/>
                <a:cs typeface="Calibri" panose="020F0502020204030204" pitchFamily="34" charset="0"/>
              </a:defRPr>
            </a:lvl1pPr>
          </a:lstStyle>
          <a:p>
            <a:pPr lvl="0"/>
            <a:r>
              <a:rPr lang="nl-BE" dirty="0"/>
              <a:t>Date</a:t>
            </a:r>
          </a:p>
        </p:txBody>
      </p:sp>
    </p:spTree>
    <p:extLst>
      <p:ext uri="{BB962C8B-B14F-4D97-AF65-F5344CB8AC3E}">
        <p14:creationId xmlns:p14="http://schemas.microsoft.com/office/powerpoint/2010/main" val="3177358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sp>
        <p:nvSpPr>
          <p:cNvPr id="6" name="Tijdelijke aanduiding voor tekst 5">
            <a:extLst>
              <a:ext uri="{FF2B5EF4-FFF2-40B4-BE49-F238E27FC236}">
                <a16:creationId xmlns:a16="http://schemas.microsoft.com/office/drawing/2014/main" id="{F36FC954-2F44-964F-86CF-E29D3A207F4F}"/>
              </a:ext>
            </a:extLst>
          </p:cNvPr>
          <p:cNvSpPr>
            <a:spLocks noGrp="1"/>
          </p:cNvSpPr>
          <p:nvPr>
            <p:ph type="body" sz="quarter" idx="12" hasCustomPrompt="1"/>
          </p:nvPr>
        </p:nvSpPr>
        <p:spPr>
          <a:xfrm>
            <a:off x="1724025" y="1568450"/>
            <a:ext cx="9180409" cy="3721100"/>
          </a:xfrm>
          <a:prstGeom prst="rect">
            <a:avLst/>
          </a:prstGeom>
        </p:spPr>
        <p:txBody>
          <a:bodyPr anchor="ctr"/>
          <a:lstStyle>
            <a:lvl1pPr marL="514350" indent="-514350">
              <a:buClr>
                <a:schemeClr val="accent2"/>
              </a:buClr>
              <a:buSzPct val="50000"/>
              <a:buFont typeface="+mj-lt"/>
              <a:buAutoNum type="arabicPeriod"/>
              <a:defRPr sz="5500" b="1" i="0">
                <a:solidFill>
                  <a:schemeClr val="accent2"/>
                </a:solidFill>
                <a:latin typeface="Calibri" panose="020F0502020204030204" pitchFamily="34" charset="0"/>
                <a:cs typeface="Calibri" panose="020F0502020204030204" pitchFamily="34" charset="0"/>
              </a:defRPr>
            </a:lvl1pPr>
          </a:lstStyle>
          <a:p>
            <a:pPr lvl="0"/>
            <a:r>
              <a:rPr lang="nl-NL" dirty="0" err="1"/>
              <a:t>Chaptertitle</a:t>
            </a:r>
            <a:endParaRPr lang="nl-NL" dirty="0"/>
          </a:p>
          <a:p>
            <a:pPr lvl="0"/>
            <a:r>
              <a:rPr lang="nl-NL" dirty="0" err="1"/>
              <a:t>Chapter</a:t>
            </a:r>
            <a:r>
              <a:rPr lang="nl-BE" dirty="0" err="1"/>
              <a:t>title</a:t>
            </a:r>
            <a:endParaRPr lang="nl-BE" dirty="0"/>
          </a:p>
          <a:p>
            <a:pPr lvl="0"/>
            <a:r>
              <a:rPr lang="nl-NL" dirty="0" err="1"/>
              <a:t>Chapter</a:t>
            </a:r>
            <a:r>
              <a:rPr lang="nl-BE" dirty="0" err="1"/>
              <a:t>title</a:t>
            </a:r>
            <a:endParaRPr lang="nl-BE" dirty="0"/>
          </a:p>
        </p:txBody>
      </p:sp>
      <p:pic>
        <p:nvPicPr>
          <p:cNvPr id="12" name="Afbeelding 11">
            <a:extLst>
              <a:ext uri="{FF2B5EF4-FFF2-40B4-BE49-F238E27FC236}">
                <a16:creationId xmlns:a16="http://schemas.microsoft.com/office/drawing/2014/main" id="{34A00E1B-6954-564A-AF5B-F8E0E075402A}"/>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0885200" y="5551200"/>
            <a:ext cx="1306800" cy="1306800"/>
          </a:xfrm>
          <a:prstGeom prst="rect">
            <a:avLst/>
          </a:prstGeom>
        </p:spPr>
      </p:pic>
      <p:pic>
        <p:nvPicPr>
          <p:cNvPr id="13" name="Afbeelding 12">
            <a:extLst>
              <a:ext uri="{FF2B5EF4-FFF2-40B4-BE49-F238E27FC236}">
                <a16:creationId xmlns:a16="http://schemas.microsoft.com/office/drawing/2014/main" id="{38DA4520-533D-FC46-B423-04FB72E2414B}"/>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0" y="0"/>
            <a:ext cx="1306800" cy="1306800"/>
          </a:xfrm>
          <a:prstGeom prst="rect">
            <a:avLst/>
          </a:prstGeom>
        </p:spPr>
      </p:pic>
    </p:spTree>
    <p:extLst>
      <p:ext uri="{BB962C8B-B14F-4D97-AF65-F5344CB8AC3E}">
        <p14:creationId xmlns:p14="http://schemas.microsoft.com/office/powerpoint/2010/main" val="2821071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title">
    <p:bg>
      <p:bgPr>
        <a:solidFill>
          <a:schemeClr val="bg2"/>
        </a:solidFill>
        <a:effectLst/>
      </p:bgPr>
    </p:bg>
    <p:spTree>
      <p:nvGrpSpPr>
        <p:cNvPr id="1" name=""/>
        <p:cNvGrpSpPr/>
        <p:nvPr/>
      </p:nvGrpSpPr>
      <p:grpSpPr>
        <a:xfrm>
          <a:off x="0" y="0"/>
          <a:ext cx="0" cy="0"/>
          <a:chOff x="0" y="0"/>
          <a:chExt cx="0" cy="0"/>
        </a:xfrm>
      </p:grpSpPr>
      <p:sp>
        <p:nvSpPr>
          <p:cNvPr id="11" name="Titel 28">
            <a:extLst>
              <a:ext uri="{FF2B5EF4-FFF2-40B4-BE49-F238E27FC236}">
                <a16:creationId xmlns:a16="http://schemas.microsoft.com/office/drawing/2014/main" id="{60C35238-2B0F-7647-BA98-57300A635E7E}"/>
              </a:ext>
            </a:extLst>
          </p:cNvPr>
          <p:cNvSpPr>
            <a:spLocks noGrp="1"/>
          </p:cNvSpPr>
          <p:nvPr>
            <p:ph type="title" hasCustomPrompt="1"/>
          </p:nvPr>
        </p:nvSpPr>
        <p:spPr>
          <a:xfrm>
            <a:off x="1731079" y="2505041"/>
            <a:ext cx="9180612" cy="1847917"/>
          </a:xfrm>
          <a:prstGeom prst="rect">
            <a:avLst/>
          </a:prstGeom>
        </p:spPr>
        <p:txBody>
          <a:bodyPr anchor="ctr">
            <a:noAutofit/>
          </a:bodyPr>
          <a:lstStyle>
            <a:lvl1pPr>
              <a:defRPr sz="7500" b="1" i="0">
                <a:solidFill>
                  <a:schemeClr val="accent2"/>
                </a:solidFill>
                <a:latin typeface="Calibri" panose="020F0502020204030204" pitchFamily="34" charset="0"/>
                <a:cs typeface="Calibri" panose="020F0502020204030204" pitchFamily="34" charset="0"/>
              </a:defRPr>
            </a:lvl1pPr>
          </a:lstStyle>
          <a:p>
            <a:r>
              <a:rPr lang="nl-NL" dirty="0" err="1"/>
              <a:t>Chapter</a:t>
            </a:r>
            <a:br>
              <a:rPr lang="nl-NL" dirty="0"/>
            </a:br>
            <a:r>
              <a:rPr lang="nl-NL" dirty="0" err="1"/>
              <a:t>title</a:t>
            </a:r>
            <a:endParaRPr lang="nl-BE" dirty="0"/>
          </a:p>
        </p:txBody>
      </p:sp>
      <p:pic>
        <p:nvPicPr>
          <p:cNvPr id="8" name="Afbeelding 7">
            <a:extLst>
              <a:ext uri="{FF2B5EF4-FFF2-40B4-BE49-F238E27FC236}">
                <a16:creationId xmlns:a16="http://schemas.microsoft.com/office/drawing/2014/main" id="{C43E66E9-C5E4-1A45-8CF8-36B426F1397B}"/>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3" y="0"/>
            <a:ext cx="1306800" cy="1306800"/>
          </a:xfrm>
          <a:prstGeom prst="rect">
            <a:avLst/>
          </a:prstGeom>
        </p:spPr>
      </p:pic>
      <p:pic>
        <p:nvPicPr>
          <p:cNvPr id="9" name="Afbeelding 8">
            <a:extLst>
              <a:ext uri="{FF2B5EF4-FFF2-40B4-BE49-F238E27FC236}">
                <a16:creationId xmlns:a16="http://schemas.microsoft.com/office/drawing/2014/main" id="{A3ADF651-E558-EB41-9E20-DB7BFFC66274}"/>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0885200" y="5551200"/>
            <a:ext cx="1306800" cy="1306800"/>
          </a:xfrm>
          <a:prstGeom prst="rect">
            <a:avLst/>
          </a:prstGeom>
        </p:spPr>
      </p:pic>
    </p:spTree>
    <p:extLst>
      <p:ext uri="{BB962C8B-B14F-4D97-AF65-F5344CB8AC3E}">
        <p14:creationId xmlns:p14="http://schemas.microsoft.com/office/powerpoint/2010/main" val="194684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chemeClr val="bg2"/>
        </a:solidFill>
        <a:effectLst/>
      </p:bgPr>
    </p:bg>
    <p:spTree>
      <p:nvGrpSpPr>
        <p:cNvPr id="1" name=""/>
        <p:cNvGrpSpPr/>
        <p:nvPr/>
      </p:nvGrpSpPr>
      <p:grpSpPr>
        <a:xfrm>
          <a:off x="0" y="0"/>
          <a:ext cx="0" cy="0"/>
          <a:chOff x="0" y="0"/>
          <a:chExt cx="0" cy="0"/>
        </a:xfrm>
      </p:grpSpPr>
      <p:pic>
        <p:nvPicPr>
          <p:cNvPr id="8" name="Afbeelding 7">
            <a:extLst>
              <a:ext uri="{FF2B5EF4-FFF2-40B4-BE49-F238E27FC236}">
                <a16:creationId xmlns:a16="http://schemas.microsoft.com/office/drawing/2014/main" id="{C43E66E9-C5E4-1A45-8CF8-36B426F1397B}"/>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3" y="0"/>
            <a:ext cx="1306800" cy="1306800"/>
          </a:xfrm>
          <a:prstGeom prst="rect">
            <a:avLst/>
          </a:prstGeom>
        </p:spPr>
      </p:pic>
      <p:pic>
        <p:nvPicPr>
          <p:cNvPr id="9" name="Afbeelding 8">
            <a:extLst>
              <a:ext uri="{FF2B5EF4-FFF2-40B4-BE49-F238E27FC236}">
                <a16:creationId xmlns:a16="http://schemas.microsoft.com/office/drawing/2014/main" id="{A3ADF651-E558-EB41-9E20-DB7BFFC66274}"/>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0885200" y="5551200"/>
            <a:ext cx="1306800" cy="1306800"/>
          </a:xfrm>
          <a:prstGeom prst="rect">
            <a:avLst/>
          </a:prstGeom>
        </p:spPr>
      </p:pic>
      <p:sp>
        <p:nvSpPr>
          <p:cNvPr id="5" name="Text Placeholder 13">
            <a:extLst>
              <a:ext uri="{FF2B5EF4-FFF2-40B4-BE49-F238E27FC236}">
                <a16:creationId xmlns:a16="http://schemas.microsoft.com/office/drawing/2014/main" id="{D3D7F391-6CD7-3445-99D8-816D3EA1D403}"/>
              </a:ext>
            </a:extLst>
          </p:cNvPr>
          <p:cNvSpPr>
            <a:spLocks noGrp="1"/>
          </p:cNvSpPr>
          <p:nvPr>
            <p:ph type="body" sz="quarter" idx="18" hasCustomPrompt="1"/>
          </p:nvPr>
        </p:nvSpPr>
        <p:spPr>
          <a:xfrm>
            <a:off x="1306797" y="2439096"/>
            <a:ext cx="9578403" cy="1779220"/>
          </a:xfrm>
          <a:prstGeom prst="rect">
            <a:avLst/>
          </a:prstGeom>
        </p:spPr>
        <p:txBody>
          <a:bodyPr anchor="ctr" anchorCtr="0"/>
          <a:lstStyle>
            <a:lvl1pPr marL="0" indent="0" algn="ctr">
              <a:lnSpc>
                <a:spcPct val="100000"/>
              </a:lnSpc>
              <a:buNone/>
              <a:defRPr sz="3600" b="1" i="0">
                <a:solidFill>
                  <a:schemeClr val="accent2"/>
                </a:solidFill>
                <a:latin typeface="Calibri" panose="020F0502020204030204" pitchFamily="34" charset="0"/>
                <a:cs typeface="Calibri" panose="020F0502020204030204" pitchFamily="34" charset="0"/>
              </a:defRPr>
            </a:lvl1pPr>
            <a:lvl2pPr marL="457200" indent="0">
              <a:buNone/>
              <a:defRPr/>
            </a:lvl2pPr>
          </a:lstStyle>
          <a:p>
            <a:r>
              <a:rPr lang="nl-BE" dirty="0" err="1"/>
              <a:t>This</a:t>
            </a:r>
            <a:r>
              <a:rPr lang="nl-BE" dirty="0"/>
              <a:t> is a quote slide.</a:t>
            </a:r>
          </a:p>
          <a:p>
            <a:r>
              <a:rPr lang="nl-BE" dirty="0"/>
              <a:t>— xxx</a:t>
            </a:r>
            <a:endParaRPr lang="fr-FR" dirty="0"/>
          </a:p>
        </p:txBody>
      </p:sp>
      <p:sp>
        <p:nvSpPr>
          <p:cNvPr id="6" name="Tijdelijke aanduiding voor dianummer 5">
            <a:extLst>
              <a:ext uri="{FF2B5EF4-FFF2-40B4-BE49-F238E27FC236}">
                <a16:creationId xmlns:a16="http://schemas.microsoft.com/office/drawing/2014/main" id="{6E689B9A-DB81-B14F-9356-30B53908652C}"/>
              </a:ext>
            </a:extLst>
          </p:cNvPr>
          <p:cNvSpPr>
            <a:spLocks noGrp="1"/>
          </p:cNvSpPr>
          <p:nvPr>
            <p:ph type="sldNum" sz="quarter" idx="4"/>
          </p:nvPr>
        </p:nvSpPr>
        <p:spPr>
          <a:xfrm>
            <a:off x="11464965" y="6492875"/>
            <a:ext cx="565240" cy="365125"/>
          </a:xfrm>
          <a:prstGeom prst="rect">
            <a:avLst/>
          </a:prstGeom>
        </p:spPr>
        <p:txBody>
          <a:bodyPr vert="horz" lIns="91440" tIns="45720" rIns="91440" bIns="45720" rtlCol="0" anchor="ctr"/>
          <a:lstStyle>
            <a:lvl1pPr algn="l">
              <a:defRPr sz="1300" b="0" i="0">
                <a:solidFill>
                  <a:schemeClr val="accent2"/>
                </a:solidFill>
                <a:latin typeface="Calibri Light" panose="020F0302020204030204" pitchFamily="34" charset="0"/>
                <a:cs typeface="Calibri Light" panose="020F0302020204030204" pitchFamily="34" charset="0"/>
              </a:defRPr>
            </a:lvl1pPr>
          </a:lstStyle>
          <a:p>
            <a:fld id="{070B80B4-B953-6547-A044-6E303DFD4AF3}" type="slidenum">
              <a:rPr lang="nl-BE" smtClean="0"/>
              <a:pPr/>
              <a:t>‹#›</a:t>
            </a:fld>
            <a:endParaRPr lang="nl-BE" dirty="0"/>
          </a:p>
        </p:txBody>
      </p:sp>
    </p:spTree>
    <p:extLst>
      <p:ext uri="{BB962C8B-B14F-4D97-AF65-F5344CB8AC3E}">
        <p14:creationId xmlns:p14="http://schemas.microsoft.com/office/powerpoint/2010/main" val="3575080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tx2"/>
        </a:solidFill>
        <a:effectLst/>
      </p:bgPr>
    </p:bg>
    <p:spTree>
      <p:nvGrpSpPr>
        <p:cNvPr id="1" name=""/>
        <p:cNvGrpSpPr/>
        <p:nvPr/>
      </p:nvGrpSpPr>
      <p:grpSpPr>
        <a:xfrm>
          <a:off x="0" y="0"/>
          <a:ext cx="0" cy="0"/>
          <a:chOff x="0" y="0"/>
          <a:chExt cx="0" cy="0"/>
        </a:xfrm>
      </p:grpSpPr>
      <p:sp>
        <p:nvSpPr>
          <p:cNvPr id="12" name="Tijdelijke aanduiding voor dianummer 5">
            <a:extLst>
              <a:ext uri="{FF2B5EF4-FFF2-40B4-BE49-F238E27FC236}">
                <a16:creationId xmlns:a16="http://schemas.microsoft.com/office/drawing/2014/main" id="{C8024A50-C834-4B4C-8F86-86D51C05A44D}"/>
              </a:ext>
            </a:extLst>
          </p:cNvPr>
          <p:cNvSpPr>
            <a:spLocks noGrp="1"/>
          </p:cNvSpPr>
          <p:nvPr>
            <p:ph type="sldNum" sz="quarter" idx="4"/>
          </p:nvPr>
        </p:nvSpPr>
        <p:spPr>
          <a:xfrm>
            <a:off x="11464965" y="6492875"/>
            <a:ext cx="565240" cy="365125"/>
          </a:xfrm>
          <a:prstGeom prst="rect">
            <a:avLst/>
          </a:prstGeom>
        </p:spPr>
        <p:txBody>
          <a:bodyPr vert="horz" lIns="91440" tIns="45720" rIns="91440" bIns="45720" rtlCol="0" anchor="ctr"/>
          <a:lstStyle>
            <a:lvl1pPr algn="l">
              <a:defRPr sz="1300" b="0" i="0">
                <a:solidFill>
                  <a:schemeClr val="accent2"/>
                </a:solidFill>
                <a:latin typeface="Calibri Light" panose="020F0302020204030204" pitchFamily="34" charset="0"/>
                <a:cs typeface="Calibri Light" panose="020F0302020204030204" pitchFamily="34" charset="0"/>
              </a:defRPr>
            </a:lvl1pPr>
          </a:lstStyle>
          <a:p>
            <a:fld id="{070B80B4-B953-6547-A044-6E303DFD4AF3}" type="slidenum">
              <a:rPr lang="nl-BE" smtClean="0"/>
              <a:pPr/>
              <a:t>‹#›</a:t>
            </a:fld>
            <a:endParaRPr lang="nl-BE" dirty="0"/>
          </a:p>
        </p:txBody>
      </p:sp>
      <p:sp>
        <p:nvSpPr>
          <p:cNvPr id="6" name="Text Placeholder 2"/>
          <p:cNvSpPr>
            <a:spLocks noGrp="1"/>
          </p:cNvSpPr>
          <p:nvPr>
            <p:ph type="body" sz="quarter" idx="18" hasCustomPrompt="1"/>
          </p:nvPr>
        </p:nvSpPr>
        <p:spPr>
          <a:xfrm>
            <a:off x="9673617" y="154522"/>
            <a:ext cx="2237174" cy="360363"/>
          </a:xfrm>
          <a:prstGeom prst="rect">
            <a:avLst/>
          </a:prstGeom>
        </p:spPr>
        <p:txBody>
          <a:bodyPr/>
          <a:lstStyle>
            <a:lvl1pPr marL="0" indent="0" algn="r">
              <a:buNone/>
              <a:defRPr sz="1600" baseline="0">
                <a:solidFill>
                  <a:schemeClr val="accent2"/>
                </a:solidFill>
                <a:latin typeface="Calibri" panose="020F0502020204030204" pitchFamily="34" charset="0"/>
                <a:cs typeface="Calibri" panose="020F0502020204030204" pitchFamily="34" charset="0"/>
              </a:defRPr>
            </a:lvl1pPr>
          </a:lstStyle>
          <a:p>
            <a:pPr lvl="0"/>
            <a:r>
              <a:rPr lang="en-US" dirty="0"/>
              <a:t>1. Chapter title</a:t>
            </a:r>
            <a:endParaRPr lang="en-GB" dirty="0"/>
          </a:p>
        </p:txBody>
      </p:sp>
    </p:spTree>
    <p:extLst>
      <p:ext uri="{BB962C8B-B14F-4D97-AF65-F5344CB8AC3E}">
        <p14:creationId xmlns:p14="http://schemas.microsoft.com/office/powerpoint/2010/main" val="2744617923"/>
      </p:ext>
    </p:extLst>
  </p:cSld>
  <p:clrMapOvr>
    <a:masterClrMapping/>
  </p:clrMapOvr>
  <p:extLst>
    <p:ext uri="{DCECCB84-F9BA-43D5-87BE-67443E8EF086}">
      <p15:sldGuideLst xmlns:p15="http://schemas.microsoft.com/office/powerpoint/2012/main">
        <p15:guide id="1" orient="horz" pos="223" userDrawn="1">
          <p15:clr>
            <a:srgbClr val="FBAE40"/>
          </p15:clr>
        </p15:guide>
        <p15:guide id="2" pos="7446" userDrawn="1">
          <p15:clr>
            <a:srgbClr val="FBAE40"/>
          </p15:clr>
        </p15:guide>
        <p15:guide id="3" orient="horz" pos="36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8" hasCustomPrompt="1"/>
          </p:nvPr>
        </p:nvSpPr>
        <p:spPr>
          <a:xfrm>
            <a:off x="9673617" y="154522"/>
            <a:ext cx="2237174" cy="360363"/>
          </a:xfrm>
          <a:prstGeom prst="rect">
            <a:avLst/>
          </a:prstGeom>
        </p:spPr>
        <p:txBody>
          <a:bodyPr/>
          <a:lstStyle>
            <a:lvl1pPr marL="0" indent="0" algn="r">
              <a:buNone/>
              <a:defRPr sz="1600" baseline="0">
                <a:solidFill>
                  <a:schemeClr val="accent2"/>
                </a:solidFill>
                <a:latin typeface="Calibri" panose="020F0502020204030204" pitchFamily="34" charset="0"/>
                <a:cs typeface="Calibri" panose="020F0502020204030204" pitchFamily="34" charset="0"/>
              </a:defRPr>
            </a:lvl1pPr>
          </a:lstStyle>
          <a:p>
            <a:pPr lvl="0"/>
            <a:r>
              <a:rPr lang="en-US" dirty="0"/>
              <a:t>1. Chapter title</a:t>
            </a:r>
            <a:endParaRPr lang="en-GB" dirty="0"/>
          </a:p>
        </p:txBody>
      </p:sp>
      <p:sp>
        <p:nvSpPr>
          <p:cNvPr id="6" name="Tijdelijke aanduiding voor dianummer 5">
            <a:extLst>
              <a:ext uri="{FF2B5EF4-FFF2-40B4-BE49-F238E27FC236}">
                <a16:creationId xmlns:a16="http://schemas.microsoft.com/office/drawing/2014/main" id="{9BD70334-D006-854B-BA49-9D20F1B8A016}"/>
              </a:ext>
            </a:extLst>
          </p:cNvPr>
          <p:cNvSpPr>
            <a:spLocks noGrp="1"/>
          </p:cNvSpPr>
          <p:nvPr>
            <p:ph type="sldNum" sz="quarter" idx="4"/>
          </p:nvPr>
        </p:nvSpPr>
        <p:spPr>
          <a:xfrm>
            <a:off x="11464965" y="6492875"/>
            <a:ext cx="565240" cy="365125"/>
          </a:xfrm>
          <a:prstGeom prst="rect">
            <a:avLst/>
          </a:prstGeom>
        </p:spPr>
        <p:txBody>
          <a:bodyPr vert="horz" lIns="91440" tIns="45720" rIns="91440" bIns="45720" rtlCol="0" anchor="ctr"/>
          <a:lstStyle>
            <a:lvl1pPr algn="l">
              <a:defRPr sz="1300" b="0" i="0">
                <a:solidFill>
                  <a:schemeClr val="accent2"/>
                </a:solidFill>
                <a:latin typeface="Calibri Light" panose="020F0302020204030204" pitchFamily="34" charset="0"/>
                <a:cs typeface="Calibri Light" panose="020F0302020204030204" pitchFamily="34" charset="0"/>
              </a:defRPr>
            </a:lvl1pPr>
          </a:lstStyle>
          <a:p>
            <a:fld id="{070B80B4-B953-6547-A044-6E303DFD4AF3}" type="slidenum">
              <a:rPr lang="nl-BE" smtClean="0"/>
              <a:pPr/>
              <a:t>‹#›</a:t>
            </a:fld>
            <a:endParaRPr lang="nl-BE" dirty="0"/>
          </a:p>
        </p:txBody>
      </p:sp>
      <p:sp>
        <p:nvSpPr>
          <p:cNvPr id="8" name="Text Placeholder 13">
            <a:extLst>
              <a:ext uri="{FF2B5EF4-FFF2-40B4-BE49-F238E27FC236}">
                <a16:creationId xmlns:a16="http://schemas.microsoft.com/office/drawing/2014/main" id="{BFBC100F-BA8E-FA44-81D9-DCCFC96E831D}"/>
              </a:ext>
            </a:extLst>
          </p:cNvPr>
          <p:cNvSpPr>
            <a:spLocks noGrp="1"/>
          </p:cNvSpPr>
          <p:nvPr>
            <p:ph type="body" sz="quarter" idx="17" hasCustomPrompt="1"/>
          </p:nvPr>
        </p:nvSpPr>
        <p:spPr>
          <a:xfrm>
            <a:off x="666572" y="845232"/>
            <a:ext cx="10858858" cy="478554"/>
          </a:xfrm>
          <a:prstGeom prst="rect">
            <a:avLst/>
          </a:prstGeom>
        </p:spPr>
        <p:txBody>
          <a:bodyPr anchor="t" anchorCtr="0"/>
          <a:lstStyle>
            <a:lvl1pPr marL="0" indent="0" algn="l">
              <a:buNone/>
              <a:defRPr sz="3600" b="1" i="0">
                <a:solidFill>
                  <a:schemeClr val="accent2"/>
                </a:solidFill>
                <a:latin typeface="Calibri" panose="020F0502020204030204" pitchFamily="34" charset="0"/>
                <a:cs typeface="Calibri" panose="020F0502020204030204" pitchFamily="34" charset="0"/>
              </a:defRPr>
            </a:lvl1pPr>
            <a:lvl2pPr marL="457200" indent="0">
              <a:buNone/>
              <a:defRPr/>
            </a:lvl2pPr>
          </a:lstStyle>
          <a:p>
            <a:pPr lvl="0"/>
            <a:r>
              <a:rPr lang="en-US" dirty="0"/>
              <a:t>Title Slide Left Align</a:t>
            </a:r>
          </a:p>
        </p:txBody>
      </p:sp>
    </p:spTree>
    <p:extLst>
      <p:ext uri="{BB962C8B-B14F-4D97-AF65-F5344CB8AC3E}">
        <p14:creationId xmlns:p14="http://schemas.microsoft.com/office/powerpoint/2010/main" val="33423393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tx2"/>
        </a:solidFill>
        <a:effectLst/>
      </p:bgPr>
    </p:bg>
    <p:spTree>
      <p:nvGrpSpPr>
        <p:cNvPr id="1" name=""/>
        <p:cNvGrpSpPr/>
        <p:nvPr/>
      </p:nvGrpSpPr>
      <p:grpSpPr>
        <a:xfrm>
          <a:off x="0" y="0"/>
          <a:ext cx="0" cy="0"/>
          <a:chOff x="0" y="0"/>
          <a:chExt cx="0" cy="0"/>
        </a:xfrm>
      </p:grpSpPr>
      <p:sp>
        <p:nvSpPr>
          <p:cNvPr id="9" name="Tijdelijke aanduiding voor dianummer 5">
            <a:extLst>
              <a:ext uri="{FF2B5EF4-FFF2-40B4-BE49-F238E27FC236}">
                <a16:creationId xmlns:a16="http://schemas.microsoft.com/office/drawing/2014/main" id="{71FAD9FF-DCB0-7A4C-BC0D-214903CE75F2}"/>
              </a:ext>
            </a:extLst>
          </p:cNvPr>
          <p:cNvSpPr>
            <a:spLocks noGrp="1"/>
          </p:cNvSpPr>
          <p:nvPr>
            <p:ph type="sldNum" sz="quarter" idx="4"/>
          </p:nvPr>
        </p:nvSpPr>
        <p:spPr>
          <a:xfrm>
            <a:off x="11464965" y="6492875"/>
            <a:ext cx="565240" cy="365125"/>
          </a:xfrm>
          <a:prstGeom prst="rect">
            <a:avLst/>
          </a:prstGeom>
        </p:spPr>
        <p:txBody>
          <a:bodyPr vert="horz" lIns="91440" tIns="45720" rIns="91440" bIns="45720" rtlCol="0" anchor="ctr"/>
          <a:lstStyle>
            <a:lvl1pPr algn="l">
              <a:defRPr sz="1300" b="0" i="0">
                <a:solidFill>
                  <a:schemeClr val="accent2"/>
                </a:solidFill>
                <a:latin typeface="Calibri Light" panose="020F0302020204030204" pitchFamily="34" charset="0"/>
                <a:cs typeface="Calibri Light" panose="020F0302020204030204" pitchFamily="34" charset="0"/>
              </a:defRPr>
            </a:lvl1pPr>
          </a:lstStyle>
          <a:p>
            <a:fld id="{070B80B4-B953-6547-A044-6E303DFD4AF3}" type="slidenum">
              <a:rPr lang="nl-BE" smtClean="0"/>
              <a:pPr/>
              <a:t>‹#›</a:t>
            </a:fld>
            <a:endParaRPr lang="nl-BE" dirty="0"/>
          </a:p>
        </p:txBody>
      </p:sp>
      <p:sp>
        <p:nvSpPr>
          <p:cNvPr id="13" name="Text Placeholder 2"/>
          <p:cNvSpPr>
            <a:spLocks noGrp="1"/>
          </p:cNvSpPr>
          <p:nvPr>
            <p:ph type="body" sz="quarter" idx="18" hasCustomPrompt="1"/>
          </p:nvPr>
        </p:nvSpPr>
        <p:spPr>
          <a:xfrm>
            <a:off x="9673617" y="154522"/>
            <a:ext cx="2237174" cy="360363"/>
          </a:xfrm>
          <a:prstGeom prst="rect">
            <a:avLst/>
          </a:prstGeom>
        </p:spPr>
        <p:txBody>
          <a:bodyPr/>
          <a:lstStyle>
            <a:lvl1pPr marL="0" indent="0" algn="r">
              <a:buNone/>
              <a:defRPr sz="1600" baseline="0">
                <a:solidFill>
                  <a:schemeClr val="accent2"/>
                </a:solidFill>
                <a:latin typeface="Calibri" panose="020F0502020204030204" pitchFamily="34" charset="0"/>
                <a:cs typeface="Calibri" panose="020F0502020204030204" pitchFamily="34" charset="0"/>
              </a:defRPr>
            </a:lvl1pPr>
          </a:lstStyle>
          <a:p>
            <a:pPr lvl="0"/>
            <a:r>
              <a:rPr lang="en-US" dirty="0"/>
              <a:t>1. Chapter title</a:t>
            </a:r>
            <a:endParaRPr lang="en-GB" dirty="0"/>
          </a:p>
        </p:txBody>
      </p:sp>
      <p:sp>
        <p:nvSpPr>
          <p:cNvPr id="7" name="Text Placeholder 2"/>
          <p:cNvSpPr>
            <a:spLocks noGrp="1"/>
          </p:cNvSpPr>
          <p:nvPr>
            <p:ph type="body" sz="quarter" idx="20"/>
          </p:nvPr>
        </p:nvSpPr>
        <p:spPr>
          <a:xfrm>
            <a:off x="666572" y="1779340"/>
            <a:ext cx="10858858" cy="4518909"/>
          </a:xfrm>
          <a:prstGeom prst="rect">
            <a:avLst/>
          </a:prstGeom>
        </p:spPr>
        <p:txBody>
          <a:bodyPr/>
          <a:lstStyle>
            <a:lvl1pPr marL="0" indent="0" algn="l">
              <a:lnSpc>
                <a:spcPct val="100000"/>
              </a:lnSpc>
              <a:buNone/>
              <a:defRPr sz="2400">
                <a:latin typeface="Calibri" panose="020F0502020204030204" pitchFamily="34" charset="0"/>
                <a:cs typeface="Calibri" panose="020F0502020204030204" pitchFamily="34" charset="0"/>
              </a:defRPr>
            </a:lvl1pPr>
            <a:lvl2pPr marL="265113" indent="-228600">
              <a:lnSpc>
                <a:spcPct val="100000"/>
              </a:lnSpc>
              <a:buClr>
                <a:srgbClr val="00B0F0"/>
              </a:buClr>
              <a:defRPr sz="2400">
                <a:latin typeface="Calibri" panose="020F0502020204030204" pitchFamily="34" charset="0"/>
                <a:cs typeface="Calibri" panose="020F0502020204030204" pitchFamily="34" charset="0"/>
              </a:defRPr>
            </a:lvl2pPr>
            <a:lvl3pPr marL="623888" indent="-228600">
              <a:lnSpc>
                <a:spcPct val="100000"/>
              </a:lnSpc>
              <a:buClr>
                <a:srgbClr val="00B0F0"/>
              </a:buClr>
              <a:buFont typeface="Calibri Light" panose="020F0302020204030204" pitchFamily="34" charset="0"/>
              <a:buChar char="̶"/>
              <a:defRPr sz="2400">
                <a:latin typeface="Calibri" panose="020F0502020204030204" pitchFamily="34" charset="0"/>
                <a:cs typeface="Calibri" panose="020F0502020204030204" pitchFamily="34" charset="0"/>
              </a:defRPr>
            </a:lvl3pPr>
            <a:lvl4pPr marL="896938" indent="-228600">
              <a:lnSpc>
                <a:spcPct val="100000"/>
              </a:lnSpc>
              <a:buClr>
                <a:srgbClr val="00B0F0"/>
              </a:buClr>
              <a:buFont typeface="Courier New" panose="02070309020205020404" pitchFamily="49" charset="0"/>
              <a:buChar char="o"/>
              <a:defRPr sz="2400">
                <a:latin typeface="Calibri" panose="020F0502020204030204" pitchFamily="34" charset="0"/>
                <a:cs typeface="Calibri" panose="020F0502020204030204" pitchFamily="34" charset="0"/>
              </a:defRPr>
            </a:lvl4pPr>
            <a:lvl5pPr>
              <a:defRPr sz="2400">
                <a:latin typeface="Calibri Light" panose="020F0302020204030204" pitchFamily="34" charset="0"/>
                <a:cs typeface="Calibri Light" panose="020F030202020403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10" name="Text Placeholder 13">
            <a:extLst>
              <a:ext uri="{FF2B5EF4-FFF2-40B4-BE49-F238E27FC236}">
                <a16:creationId xmlns:a16="http://schemas.microsoft.com/office/drawing/2014/main" id="{BFBC100F-BA8E-FA44-81D9-DCCFC96E831D}"/>
              </a:ext>
            </a:extLst>
          </p:cNvPr>
          <p:cNvSpPr>
            <a:spLocks noGrp="1"/>
          </p:cNvSpPr>
          <p:nvPr>
            <p:ph type="body" sz="quarter" idx="17" hasCustomPrompt="1"/>
          </p:nvPr>
        </p:nvSpPr>
        <p:spPr>
          <a:xfrm>
            <a:off x="666572" y="845232"/>
            <a:ext cx="10858858" cy="478554"/>
          </a:xfrm>
          <a:prstGeom prst="rect">
            <a:avLst/>
          </a:prstGeom>
        </p:spPr>
        <p:txBody>
          <a:bodyPr anchor="t" anchorCtr="0"/>
          <a:lstStyle>
            <a:lvl1pPr marL="0" indent="0" algn="l">
              <a:buNone/>
              <a:defRPr sz="3600" b="1" i="0">
                <a:solidFill>
                  <a:schemeClr val="accent2"/>
                </a:solidFill>
                <a:latin typeface="Calibri" panose="020F0502020204030204" pitchFamily="34" charset="0"/>
                <a:cs typeface="Calibri" panose="020F0502020204030204" pitchFamily="34" charset="0"/>
              </a:defRPr>
            </a:lvl1pPr>
            <a:lvl2pPr marL="457200" indent="0">
              <a:buNone/>
              <a:defRPr/>
            </a:lvl2pPr>
          </a:lstStyle>
          <a:p>
            <a:pPr lvl="0"/>
            <a:r>
              <a:rPr lang="en-US" dirty="0"/>
              <a:t>Title Slide Left Align</a:t>
            </a:r>
          </a:p>
        </p:txBody>
      </p:sp>
    </p:spTree>
    <p:extLst>
      <p:ext uri="{BB962C8B-B14F-4D97-AF65-F5344CB8AC3E}">
        <p14:creationId xmlns:p14="http://schemas.microsoft.com/office/powerpoint/2010/main" val="1131745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2 List">
    <p:bg>
      <p:bgPr>
        <a:solidFill>
          <a:schemeClr val="tx2"/>
        </a:solidFill>
        <a:effectLst/>
      </p:bgPr>
    </p:bg>
    <p:spTree>
      <p:nvGrpSpPr>
        <p:cNvPr id="1" name=""/>
        <p:cNvGrpSpPr/>
        <p:nvPr/>
      </p:nvGrpSpPr>
      <p:grpSpPr>
        <a:xfrm>
          <a:off x="0" y="0"/>
          <a:ext cx="0" cy="0"/>
          <a:chOff x="0" y="0"/>
          <a:chExt cx="0" cy="0"/>
        </a:xfrm>
      </p:grpSpPr>
      <p:sp>
        <p:nvSpPr>
          <p:cNvPr id="10" name="Tijdelijke aanduiding voor dianummer 5">
            <a:extLst>
              <a:ext uri="{FF2B5EF4-FFF2-40B4-BE49-F238E27FC236}">
                <a16:creationId xmlns:a16="http://schemas.microsoft.com/office/drawing/2014/main" id="{08F3A2BC-D0BC-C747-AA3B-0FF2A563BD5A}"/>
              </a:ext>
            </a:extLst>
          </p:cNvPr>
          <p:cNvSpPr>
            <a:spLocks noGrp="1"/>
          </p:cNvSpPr>
          <p:nvPr>
            <p:ph type="sldNum" sz="quarter" idx="4"/>
          </p:nvPr>
        </p:nvSpPr>
        <p:spPr>
          <a:xfrm>
            <a:off x="11464965" y="6492875"/>
            <a:ext cx="565240" cy="365125"/>
          </a:xfrm>
          <a:prstGeom prst="rect">
            <a:avLst/>
          </a:prstGeom>
        </p:spPr>
        <p:txBody>
          <a:bodyPr vert="horz" lIns="91440" tIns="45720" rIns="91440" bIns="45720" rtlCol="0" anchor="ctr"/>
          <a:lstStyle>
            <a:lvl1pPr algn="l">
              <a:defRPr sz="1300" b="0" i="0">
                <a:solidFill>
                  <a:schemeClr val="accent2"/>
                </a:solidFill>
                <a:latin typeface="Calibri Light" panose="020F0302020204030204" pitchFamily="34" charset="0"/>
                <a:cs typeface="Calibri Light" panose="020F0302020204030204" pitchFamily="34" charset="0"/>
              </a:defRPr>
            </a:lvl1pPr>
          </a:lstStyle>
          <a:p>
            <a:fld id="{070B80B4-B953-6547-A044-6E303DFD4AF3}" type="slidenum">
              <a:rPr lang="nl-BE" smtClean="0"/>
              <a:pPr/>
              <a:t>‹#›</a:t>
            </a:fld>
            <a:endParaRPr lang="nl-BE" dirty="0"/>
          </a:p>
        </p:txBody>
      </p:sp>
      <p:sp>
        <p:nvSpPr>
          <p:cNvPr id="8" name="Text Placeholder 2"/>
          <p:cNvSpPr>
            <a:spLocks noGrp="1"/>
          </p:cNvSpPr>
          <p:nvPr>
            <p:ph type="body" sz="quarter" idx="22"/>
          </p:nvPr>
        </p:nvSpPr>
        <p:spPr>
          <a:xfrm>
            <a:off x="666572" y="1779342"/>
            <a:ext cx="5137821" cy="4535999"/>
          </a:xfrm>
          <a:prstGeom prst="rect">
            <a:avLst/>
          </a:prstGeom>
        </p:spPr>
        <p:txBody>
          <a:bodyPr/>
          <a:lstStyle>
            <a:lvl1pPr marL="0" indent="0">
              <a:lnSpc>
                <a:spcPct val="100000"/>
              </a:lnSpc>
              <a:buNone/>
              <a:defRPr sz="2400">
                <a:latin typeface="Calibri" panose="020F0502020204030204" pitchFamily="34" charset="0"/>
                <a:cs typeface="Calibri" panose="020F0502020204030204" pitchFamily="34" charset="0"/>
              </a:defRPr>
            </a:lvl1pPr>
            <a:lvl2pPr marL="265113" indent="-228600">
              <a:lnSpc>
                <a:spcPct val="100000"/>
              </a:lnSpc>
              <a:buClr>
                <a:srgbClr val="00B0F0"/>
              </a:buClr>
              <a:defRPr sz="2400">
                <a:latin typeface="Calibri" panose="020F0502020204030204" pitchFamily="34" charset="0"/>
                <a:cs typeface="Calibri" panose="020F0502020204030204" pitchFamily="34" charset="0"/>
              </a:defRPr>
            </a:lvl2pPr>
            <a:lvl3pPr marL="623888" indent="-228600">
              <a:lnSpc>
                <a:spcPct val="100000"/>
              </a:lnSpc>
              <a:buClr>
                <a:srgbClr val="00B0F0"/>
              </a:buClr>
              <a:buFont typeface="Calibri Light" panose="020F0302020204030204" pitchFamily="34" charset="0"/>
              <a:buChar char="̶"/>
              <a:defRPr sz="2400">
                <a:latin typeface="Calibri" panose="020F0502020204030204" pitchFamily="34" charset="0"/>
                <a:cs typeface="Calibri" panose="020F0502020204030204" pitchFamily="34" charset="0"/>
              </a:defRPr>
            </a:lvl3pPr>
            <a:lvl4pPr marL="896938" indent="-228600">
              <a:lnSpc>
                <a:spcPct val="100000"/>
              </a:lnSpc>
              <a:buClr>
                <a:srgbClr val="00B0F0"/>
              </a:buClr>
              <a:buFont typeface="Courier New" panose="02070309020205020404" pitchFamily="49" charset="0"/>
              <a:buChar char="o"/>
              <a:defRPr sz="2400">
                <a:latin typeface="Calibri" panose="020F0502020204030204" pitchFamily="34" charset="0"/>
                <a:cs typeface="Calibri" panose="020F0502020204030204" pitchFamily="34" charset="0"/>
              </a:defRPr>
            </a:lvl4pPr>
            <a:lvl5pPr>
              <a:defRPr sz="2400">
                <a:latin typeface="Calibri Light" panose="020F0302020204030204" pitchFamily="34" charset="0"/>
                <a:cs typeface="Calibri Light" panose="020F030202020403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14" name="Text Placeholder 2"/>
          <p:cNvSpPr>
            <a:spLocks noGrp="1"/>
          </p:cNvSpPr>
          <p:nvPr>
            <p:ph type="body" sz="quarter" idx="24"/>
          </p:nvPr>
        </p:nvSpPr>
        <p:spPr>
          <a:xfrm>
            <a:off x="6378844" y="1779342"/>
            <a:ext cx="5146586" cy="4535999"/>
          </a:xfrm>
          <a:prstGeom prst="rect">
            <a:avLst/>
          </a:prstGeom>
        </p:spPr>
        <p:txBody>
          <a:bodyPr/>
          <a:lstStyle>
            <a:lvl1pPr marL="0" indent="0">
              <a:lnSpc>
                <a:spcPct val="100000"/>
              </a:lnSpc>
              <a:buNone/>
              <a:defRPr sz="2400">
                <a:latin typeface="Calibri" panose="020F0502020204030204" pitchFamily="34" charset="0"/>
                <a:cs typeface="Calibri" panose="020F0502020204030204" pitchFamily="34" charset="0"/>
              </a:defRPr>
            </a:lvl1pPr>
            <a:lvl2pPr marL="265113" indent="-228600">
              <a:lnSpc>
                <a:spcPct val="100000"/>
              </a:lnSpc>
              <a:buClr>
                <a:srgbClr val="00B0F0"/>
              </a:buClr>
              <a:defRPr sz="2400">
                <a:latin typeface="Calibri" panose="020F0502020204030204" pitchFamily="34" charset="0"/>
                <a:cs typeface="Calibri" panose="020F0502020204030204" pitchFamily="34" charset="0"/>
              </a:defRPr>
            </a:lvl2pPr>
            <a:lvl3pPr marL="623888" indent="-228600">
              <a:lnSpc>
                <a:spcPct val="100000"/>
              </a:lnSpc>
              <a:buClr>
                <a:srgbClr val="00B0F0"/>
              </a:buClr>
              <a:buFont typeface="Calibri Light" panose="020F0302020204030204" pitchFamily="34" charset="0"/>
              <a:buChar char="̶"/>
              <a:defRPr sz="2400">
                <a:latin typeface="Calibri" panose="020F0502020204030204" pitchFamily="34" charset="0"/>
                <a:cs typeface="Calibri" panose="020F0502020204030204" pitchFamily="34" charset="0"/>
              </a:defRPr>
            </a:lvl3pPr>
            <a:lvl4pPr marL="896938" indent="-228600">
              <a:lnSpc>
                <a:spcPct val="100000"/>
              </a:lnSpc>
              <a:buClr>
                <a:srgbClr val="00B0F0"/>
              </a:buClr>
              <a:buFont typeface="Courier New" panose="02070309020205020404" pitchFamily="49" charset="0"/>
              <a:buChar char="o"/>
              <a:defRPr sz="2400">
                <a:latin typeface="Calibri" panose="020F0502020204030204" pitchFamily="34" charset="0"/>
                <a:cs typeface="Calibri" panose="020F0502020204030204" pitchFamily="34" charset="0"/>
              </a:defRPr>
            </a:lvl4pPr>
            <a:lvl5pPr>
              <a:defRPr sz="2400">
                <a:latin typeface="Calibri Light" panose="020F0302020204030204" pitchFamily="34" charset="0"/>
                <a:cs typeface="Calibri Light" panose="020F030202020403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17" name="Text Placeholder 2"/>
          <p:cNvSpPr>
            <a:spLocks noGrp="1"/>
          </p:cNvSpPr>
          <p:nvPr>
            <p:ph type="body" sz="quarter" idx="18" hasCustomPrompt="1"/>
          </p:nvPr>
        </p:nvSpPr>
        <p:spPr>
          <a:xfrm>
            <a:off x="9673617" y="154522"/>
            <a:ext cx="2237174" cy="360363"/>
          </a:xfrm>
          <a:prstGeom prst="rect">
            <a:avLst/>
          </a:prstGeom>
        </p:spPr>
        <p:txBody>
          <a:bodyPr/>
          <a:lstStyle>
            <a:lvl1pPr marL="0" indent="0" algn="r">
              <a:buNone/>
              <a:defRPr sz="1600" baseline="0">
                <a:solidFill>
                  <a:schemeClr val="accent2"/>
                </a:solidFill>
                <a:latin typeface="Calibri" panose="020F0502020204030204" pitchFamily="34" charset="0"/>
                <a:cs typeface="Calibri" panose="020F0502020204030204" pitchFamily="34" charset="0"/>
              </a:defRPr>
            </a:lvl1pPr>
          </a:lstStyle>
          <a:p>
            <a:pPr lvl="0"/>
            <a:r>
              <a:rPr lang="en-US" dirty="0"/>
              <a:t>1. Chapter title</a:t>
            </a:r>
            <a:endParaRPr lang="en-GB" dirty="0"/>
          </a:p>
        </p:txBody>
      </p:sp>
      <p:sp>
        <p:nvSpPr>
          <p:cNvPr id="9" name="Text Placeholder 13">
            <a:extLst>
              <a:ext uri="{FF2B5EF4-FFF2-40B4-BE49-F238E27FC236}">
                <a16:creationId xmlns:a16="http://schemas.microsoft.com/office/drawing/2014/main" id="{BFBC100F-BA8E-FA44-81D9-DCCFC96E831D}"/>
              </a:ext>
            </a:extLst>
          </p:cNvPr>
          <p:cNvSpPr>
            <a:spLocks noGrp="1"/>
          </p:cNvSpPr>
          <p:nvPr>
            <p:ph type="body" sz="quarter" idx="17" hasCustomPrompt="1"/>
          </p:nvPr>
        </p:nvSpPr>
        <p:spPr>
          <a:xfrm>
            <a:off x="666572" y="845232"/>
            <a:ext cx="10858858" cy="478554"/>
          </a:xfrm>
          <a:prstGeom prst="rect">
            <a:avLst/>
          </a:prstGeom>
        </p:spPr>
        <p:txBody>
          <a:bodyPr anchor="t" anchorCtr="0"/>
          <a:lstStyle>
            <a:lvl1pPr marL="0" indent="0" algn="l">
              <a:buNone/>
              <a:defRPr sz="3600" b="1" i="0">
                <a:solidFill>
                  <a:schemeClr val="accent2"/>
                </a:solidFill>
                <a:latin typeface="Calibri" panose="020F0502020204030204" pitchFamily="34" charset="0"/>
                <a:cs typeface="Calibri" panose="020F0502020204030204" pitchFamily="34" charset="0"/>
              </a:defRPr>
            </a:lvl1pPr>
            <a:lvl2pPr marL="457200" indent="0">
              <a:buNone/>
              <a:defRPr/>
            </a:lvl2pPr>
          </a:lstStyle>
          <a:p>
            <a:pPr lvl="0"/>
            <a:r>
              <a:rPr lang="en-US" dirty="0"/>
              <a:t>Title Slide Left Align</a:t>
            </a:r>
          </a:p>
        </p:txBody>
      </p:sp>
    </p:spTree>
    <p:extLst>
      <p:ext uri="{BB962C8B-B14F-4D97-AF65-F5344CB8AC3E}">
        <p14:creationId xmlns:p14="http://schemas.microsoft.com/office/powerpoint/2010/main" val="8682189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bject + Title + Text">
    <p:bg>
      <p:bgPr>
        <a:solidFill>
          <a:schemeClr val="tx2"/>
        </a:solidFill>
        <a:effectLst/>
      </p:bgPr>
    </p:bg>
    <p:spTree>
      <p:nvGrpSpPr>
        <p:cNvPr id="1" name=""/>
        <p:cNvGrpSpPr/>
        <p:nvPr/>
      </p:nvGrpSpPr>
      <p:grpSpPr>
        <a:xfrm>
          <a:off x="0" y="0"/>
          <a:ext cx="0" cy="0"/>
          <a:chOff x="0" y="0"/>
          <a:chExt cx="0" cy="0"/>
        </a:xfrm>
      </p:grpSpPr>
      <p:sp>
        <p:nvSpPr>
          <p:cNvPr id="8" name="Text Placeholder 2"/>
          <p:cNvSpPr>
            <a:spLocks noGrp="1"/>
          </p:cNvSpPr>
          <p:nvPr>
            <p:ph type="body" sz="quarter" idx="20"/>
          </p:nvPr>
        </p:nvSpPr>
        <p:spPr>
          <a:xfrm>
            <a:off x="6378844" y="1786070"/>
            <a:ext cx="5146585" cy="4512179"/>
          </a:xfrm>
          <a:prstGeom prst="rect">
            <a:avLst/>
          </a:prstGeom>
        </p:spPr>
        <p:txBody>
          <a:bodyPr/>
          <a:lstStyle>
            <a:lvl1pPr marL="0" indent="0">
              <a:lnSpc>
                <a:spcPct val="100000"/>
              </a:lnSpc>
              <a:buNone/>
              <a:defRPr sz="2400">
                <a:latin typeface="Calibri" panose="020F0502020204030204" pitchFamily="34" charset="0"/>
                <a:cs typeface="Calibri" panose="020F0502020204030204" pitchFamily="34" charset="0"/>
              </a:defRPr>
            </a:lvl1pPr>
            <a:lvl2pPr marL="265113" indent="-228600">
              <a:lnSpc>
                <a:spcPct val="100000"/>
              </a:lnSpc>
              <a:buClr>
                <a:srgbClr val="00B0F0"/>
              </a:buClr>
              <a:defRPr sz="2400">
                <a:latin typeface="Calibri" panose="020F0502020204030204" pitchFamily="34" charset="0"/>
                <a:cs typeface="Calibri" panose="020F0502020204030204" pitchFamily="34" charset="0"/>
              </a:defRPr>
            </a:lvl2pPr>
            <a:lvl3pPr marL="623888" indent="-228600">
              <a:lnSpc>
                <a:spcPct val="100000"/>
              </a:lnSpc>
              <a:buClr>
                <a:srgbClr val="00B0F0"/>
              </a:buClr>
              <a:buFont typeface="Calibri Light" panose="020F0302020204030204" pitchFamily="34" charset="0"/>
              <a:buChar char="̶"/>
              <a:defRPr sz="2400">
                <a:latin typeface="Calibri" panose="020F0502020204030204" pitchFamily="34" charset="0"/>
                <a:cs typeface="Calibri" panose="020F0502020204030204" pitchFamily="34" charset="0"/>
              </a:defRPr>
            </a:lvl3pPr>
            <a:lvl4pPr marL="896938" indent="-228600">
              <a:lnSpc>
                <a:spcPct val="100000"/>
              </a:lnSpc>
              <a:buClr>
                <a:srgbClr val="00B0F0"/>
              </a:buClr>
              <a:buFont typeface="Courier New" panose="02070309020205020404" pitchFamily="49" charset="0"/>
              <a:buChar char="o"/>
              <a:defRPr sz="2400">
                <a:latin typeface="Calibri" panose="020F0502020204030204" pitchFamily="34" charset="0"/>
                <a:cs typeface="Calibri" panose="020F0502020204030204" pitchFamily="34" charset="0"/>
              </a:defRPr>
            </a:lvl4pPr>
            <a:lvl5pPr>
              <a:defRPr sz="2400">
                <a:latin typeface="Calibri Light" panose="020F0302020204030204" pitchFamily="34" charset="0"/>
                <a:cs typeface="Calibri Light" panose="020F030202020403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11" name="Content Placeholder 17">
            <a:extLst>
              <a:ext uri="{FF2B5EF4-FFF2-40B4-BE49-F238E27FC236}">
                <a16:creationId xmlns:a16="http://schemas.microsoft.com/office/drawing/2014/main" id="{A4850083-8533-5542-929E-63A9BABBC85D}"/>
              </a:ext>
            </a:extLst>
          </p:cNvPr>
          <p:cNvSpPr>
            <a:spLocks noGrp="1"/>
          </p:cNvSpPr>
          <p:nvPr>
            <p:ph sz="quarter" idx="13"/>
          </p:nvPr>
        </p:nvSpPr>
        <p:spPr>
          <a:xfrm>
            <a:off x="766763" y="845232"/>
            <a:ext cx="4726425" cy="5576836"/>
          </a:xfrm>
          <a:prstGeom prst="rect">
            <a:avLst/>
          </a:prstGeom>
          <a:solidFill>
            <a:schemeClr val="bg1">
              <a:lumMod val="95000"/>
            </a:schemeClr>
          </a:solidFill>
        </p:spPr>
        <p:txBody>
          <a:bodyPr/>
          <a:lstStyle>
            <a:lvl1pPr marL="0" indent="0">
              <a:buNone/>
              <a:defRPr/>
            </a:lvl1pPr>
          </a:lstStyle>
          <a:p>
            <a:pPr lvl="0"/>
            <a:endParaRPr lang="en-US" dirty="0"/>
          </a:p>
        </p:txBody>
      </p:sp>
      <p:sp>
        <p:nvSpPr>
          <p:cNvPr id="10" name="Tijdelijke aanduiding voor dianummer 5">
            <a:extLst>
              <a:ext uri="{FF2B5EF4-FFF2-40B4-BE49-F238E27FC236}">
                <a16:creationId xmlns:a16="http://schemas.microsoft.com/office/drawing/2014/main" id="{A07981A4-B8D1-144A-91E1-9E6707E1888A}"/>
              </a:ext>
            </a:extLst>
          </p:cNvPr>
          <p:cNvSpPr>
            <a:spLocks noGrp="1"/>
          </p:cNvSpPr>
          <p:nvPr>
            <p:ph type="sldNum" sz="quarter" idx="4"/>
          </p:nvPr>
        </p:nvSpPr>
        <p:spPr>
          <a:xfrm>
            <a:off x="11464965" y="6492875"/>
            <a:ext cx="565240" cy="365125"/>
          </a:xfrm>
          <a:prstGeom prst="rect">
            <a:avLst/>
          </a:prstGeom>
        </p:spPr>
        <p:txBody>
          <a:bodyPr vert="horz" lIns="91440" tIns="45720" rIns="91440" bIns="45720" rtlCol="0" anchor="ctr"/>
          <a:lstStyle>
            <a:lvl1pPr algn="l">
              <a:defRPr sz="1300" b="0" i="0">
                <a:solidFill>
                  <a:schemeClr val="accent2"/>
                </a:solidFill>
                <a:latin typeface="Calibri Light" panose="020F0302020204030204" pitchFamily="34" charset="0"/>
                <a:cs typeface="Calibri Light" panose="020F0302020204030204" pitchFamily="34" charset="0"/>
              </a:defRPr>
            </a:lvl1pPr>
          </a:lstStyle>
          <a:p>
            <a:fld id="{070B80B4-B953-6547-A044-6E303DFD4AF3}" type="slidenum">
              <a:rPr lang="nl-BE" smtClean="0"/>
              <a:pPr/>
              <a:t>‹#›</a:t>
            </a:fld>
            <a:endParaRPr lang="nl-BE" dirty="0"/>
          </a:p>
        </p:txBody>
      </p:sp>
      <p:sp>
        <p:nvSpPr>
          <p:cNvPr id="14" name="Text Placeholder 2"/>
          <p:cNvSpPr>
            <a:spLocks noGrp="1"/>
          </p:cNvSpPr>
          <p:nvPr>
            <p:ph type="body" sz="quarter" idx="18" hasCustomPrompt="1"/>
          </p:nvPr>
        </p:nvSpPr>
        <p:spPr>
          <a:xfrm>
            <a:off x="9673617" y="154522"/>
            <a:ext cx="2237174" cy="360363"/>
          </a:xfrm>
          <a:prstGeom prst="rect">
            <a:avLst/>
          </a:prstGeom>
        </p:spPr>
        <p:txBody>
          <a:bodyPr/>
          <a:lstStyle>
            <a:lvl1pPr marL="0" indent="0" algn="r">
              <a:buNone/>
              <a:defRPr sz="1600" baseline="0">
                <a:solidFill>
                  <a:schemeClr val="accent2"/>
                </a:solidFill>
                <a:latin typeface="Calibri" panose="020F0502020204030204" pitchFamily="34" charset="0"/>
                <a:cs typeface="Calibri" panose="020F0502020204030204" pitchFamily="34" charset="0"/>
              </a:defRPr>
            </a:lvl1pPr>
          </a:lstStyle>
          <a:p>
            <a:pPr lvl="0"/>
            <a:r>
              <a:rPr lang="en-US" dirty="0"/>
              <a:t>1. Chapter title</a:t>
            </a:r>
            <a:endParaRPr lang="en-GB" dirty="0"/>
          </a:p>
        </p:txBody>
      </p:sp>
      <p:sp>
        <p:nvSpPr>
          <p:cNvPr id="9" name="Text Placeholder 13">
            <a:extLst>
              <a:ext uri="{FF2B5EF4-FFF2-40B4-BE49-F238E27FC236}">
                <a16:creationId xmlns:a16="http://schemas.microsoft.com/office/drawing/2014/main" id="{BFBC100F-BA8E-FA44-81D9-DCCFC96E831D}"/>
              </a:ext>
            </a:extLst>
          </p:cNvPr>
          <p:cNvSpPr>
            <a:spLocks noGrp="1"/>
          </p:cNvSpPr>
          <p:nvPr>
            <p:ph type="body" sz="quarter" idx="21" hasCustomPrompt="1"/>
          </p:nvPr>
        </p:nvSpPr>
        <p:spPr>
          <a:xfrm>
            <a:off x="6378844" y="845232"/>
            <a:ext cx="5146585" cy="478554"/>
          </a:xfrm>
          <a:prstGeom prst="rect">
            <a:avLst/>
          </a:prstGeom>
        </p:spPr>
        <p:txBody>
          <a:bodyPr anchor="t" anchorCtr="0"/>
          <a:lstStyle>
            <a:lvl1pPr marL="0" indent="0" algn="l">
              <a:buNone/>
              <a:defRPr sz="3600" b="1" i="0">
                <a:solidFill>
                  <a:schemeClr val="accent2"/>
                </a:solidFill>
                <a:latin typeface="Calibri" panose="020F0502020204030204" pitchFamily="34" charset="0"/>
                <a:cs typeface="Calibri" panose="020F0502020204030204" pitchFamily="34" charset="0"/>
              </a:defRPr>
            </a:lvl1pPr>
            <a:lvl2pPr marL="457200" indent="0">
              <a:buNone/>
              <a:defRPr/>
            </a:lvl2pPr>
          </a:lstStyle>
          <a:p>
            <a:pPr lvl="0"/>
            <a:r>
              <a:rPr lang="en-US" dirty="0"/>
              <a:t>Title Slide Left Align</a:t>
            </a:r>
          </a:p>
        </p:txBody>
      </p:sp>
    </p:spTree>
    <p:extLst>
      <p:ext uri="{BB962C8B-B14F-4D97-AF65-F5344CB8AC3E}">
        <p14:creationId xmlns:p14="http://schemas.microsoft.com/office/powerpoint/2010/main" val="36662792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83" userDrawn="1">
          <p15:clr>
            <a:srgbClr val="FBAE40"/>
          </p15:clr>
        </p15:guide>
        <p15:guide id="3" pos="7265"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bject + Title + Text 2">
    <p:bg>
      <p:bgPr>
        <a:solidFill>
          <a:schemeClr val="tx2"/>
        </a:solid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841D8F43-F467-6241-A72E-B8BAA3607734}"/>
              </a:ext>
            </a:extLst>
          </p:cNvPr>
          <p:cNvSpPr>
            <a:spLocks noGrp="1"/>
          </p:cNvSpPr>
          <p:nvPr>
            <p:ph sz="quarter" idx="16"/>
          </p:nvPr>
        </p:nvSpPr>
        <p:spPr>
          <a:xfrm>
            <a:off x="0" y="448921"/>
            <a:ext cx="5653088" cy="6409079"/>
          </a:xfrm>
          <a:prstGeom prst="rect">
            <a:avLst/>
          </a:prstGeom>
          <a:solidFill>
            <a:schemeClr val="bg1">
              <a:lumMod val="95000"/>
            </a:schemeClr>
          </a:solidFill>
        </p:spPr>
        <p:txBody>
          <a:bodyPr/>
          <a:lstStyle>
            <a:lvl1pPr marL="0" indent="0">
              <a:buNone/>
              <a:defRPr/>
            </a:lvl1pPr>
          </a:lstStyle>
          <a:p>
            <a:pPr lvl="0"/>
            <a:endParaRPr lang="en-US" dirty="0"/>
          </a:p>
        </p:txBody>
      </p:sp>
      <p:sp>
        <p:nvSpPr>
          <p:cNvPr id="12" name="Tijdelijke aanduiding voor dianummer 5">
            <a:extLst>
              <a:ext uri="{FF2B5EF4-FFF2-40B4-BE49-F238E27FC236}">
                <a16:creationId xmlns:a16="http://schemas.microsoft.com/office/drawing/2014/main" id="{F0E76C92-10B1-5746-8A5B-50335A73238C}"/>
              </a:ext>
            </a:extLst>
          </p:cNvPr>
          <p:cNvSpPr>
            <a:spLocks noGrp="1"/>
          </p:cNvSpPr>
          <p:nvPr>
            <p:ph type="sldNum" sz="quarter" idx="4"/>
          </p:nvPr>
        </p:nvSpPr>
        <p:spPr>
          <a:xfrm>
            <a:off x="11464965" y="6492875"/>
            <a:ext cx="565240" cy="365125"/>
          </a:xfrm>
          <a:prstGeom prst="rect">
            <a:avLst/>
          </a:prstGeom>
        </p:spPr>
        <p:txBody>
          <a:bodyPr vert="horz" lIns="91440" tIns="45720" rIns="91440" bIns="45720" rtlCol="0" anchor="ctr"/>
          <a:lstStyle>
            <a:lvl1pPr algn="l">
              <a:defRPr sz="1300" b="0" i="0">
                <a:solidFill>
                  <a:schemeClr val="accent2"/>
                </a:solidFill>
                <a:latin typeface="Calibri Light" panose="020F0302020204030204" pitchFamily="34" charset="0"/>
                <a:cs typeface="Calibri Light" panose="020F0302020204030204" pitchFamily="34" charset="0"/>
              </a:defRPr>
            </a:lvl1pPr>
          </a:lstStyle>
          <a:p>
            <a:fld id="{070B80B4-B953-6547-A044-6E303DFD4AF3}" type="slidenum">
              <a:rPr lang="nl-BE" smtClean="0"/>
              <a:pPr/>
              <a:t>‹#›</a:t>
            </a:fld>
            <a:endParaRPr lang="nl-BE" dirty="0"/>
          </a:p>
        </p:txBody>
      </p:sp>
      <p:pic>
        <p:nvPicPr>
          <p:cNvPr id="8" name="Afbeelding 1">
            <a:extLst>
              <a:ext uri="{FF2B5EF4-FFF2-40B4-BE49-F238E27FC236}">
                <a16:creationId xmlns:a16="http://schemas.microsoft.com/office/drawing/2014/main" id="{9FE3A4A6-650B-AF4D-A7C7-2D5391844543}"/>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0" y="0"/>
            <a:ext cx="360000" cy="360000"/>
          </a:xfrm>
          <a:prstGeom prst="rect">
            <a:avLst/>
          </a:prstGeom>
        </p:spPr>
      </p:pic>
      <p:sp>
        <p:nvSpPr>
          <p:cNvPr id="15" name="Text Placeholder 2"/>
          <p:cNvSpPr>
            <a:spLocks noGrp="1"/>
          </p:cNvSpPr>
          <p:nvPr>
            <p:ph type="body" sz="quarter" idx="18" hasCustomPrompt="1"/>
          </p:nvPr>
        </p:nvSpPr>
        <p:spPr>
          <a:xfrm>
            <a:off x="9673617" y="154522"/>
            <a:ext cx="2237174" cy="360363"/>
          </a:xfrm>
          <a:prstGeom prst="rect">
            <a:avLst/>
          </a:prstGeom>
        </p:spPr>
        <p:txBody>
          <a:bodyPr/>
          <a:lstStyle>
            <a:lvl1pPr marL="0" indent="0" algn="r">
              <a:buNone/>
              <a:defRPr sz="1600" baseline="0">
                <a:solidFill>
                  <a:schemeClr val="accent2"/>
                </a:solidFill>
                <a:latin typeface="Calibri" panose="020F0502020204030204" pitchFamily="34" charset="0"/>
                <a:cs typeface="Calibri" panose="020F0502020204030204" pitchFamily="34" charset="0"/>
              </a:defRPr>
            </a:lvl1pPr>
          </a:lstStyle>
          <a:p>
            <a:pPr lvl="0"/>
            <a:r>
              <a:rPr lang="en-US" dirty="0"/>
              <a:t>1. Chapter title</a:t>
            </a:r>
            <a:endParaRPr lang="en-GB" dirty="0"/>
          </a:p>
        </p:txBody>
      </p:sp>
      <p:sp>
        <p:nvSpPr>
          <p:cNvPr id="10" name="Text Placeholder 2"/>
          <p:cNvSpPr>
            <a:spLocks noGrp="1"/>
          </p:cNvSpPr>
          <p:nvPr>
            <p:ph type="body" sz="quarter" idx="20"/>
          </p:nvPr>
        </p:nvSpPr>
        <p:spPr>
          <a:xfrm>
            <a:off x="6378844" y="1786071"/>
            <a:ext cx="5146585" cy="3987420"/>
          </a:xfrm>
          <a:prstGeom prst="rect">
            <a:avLst/>
          </a:prstGeom>
        </p:spPr>
        <p:txBody>
          <a:bodyPr/>
          <a:lstStyle>
            <a:lvl1pPr marL="0" indent="0">
              <a:lnSpc>
                <a:spcPct val="100000"/>
              </a:lnSpc>
              <a:buNone/>
              <a:defRPr sz="2400">
                <a:latin typeface="Calibri" panose="020F0502020204030204" pitchFamily="34" charset="0"/>
                <a:cs typeface="Calibri" panose="020F0502020204030204" pitchFamily="34" charset="0"/>
              </a:defRPr>
            </a:lvl1pPr>
            <a:lvl2pPr marL="265113" indent="-228600">
              <a:lnSpc>
                <a:spcPct val="100000"/>
              </a:lnSpc>
              <a:buClr>
                <a:srgbClr val="00B0F0"/>
              </a:buClr>
              <a:defRPr sz="2400">
                <a:latin typeface="Calibri" panose="020F0502020204030204" pitchFamily="34" charset="0"/>
                <a:cs typeface="Calibri" panose="020F0502020204030204" pitchFamily="34" charset="0"/>
              </a:defRPr>
            </a:lvl2pPr>
            <a:lvl3pPr marL="623888" indent="-228600">
              <a:lnSpc>
                <a:spcPct val="100000"/>
              </a:lnSpc>
              <a:buClr>
                <a:srgbClr val="00B0F0"/>
              </a:buClr>
              <a:buFont typeface="Calibri Light" panose="020F0302020204030204" pitchFamily="34" charset="0"/>
              <a:buChar char="̶"/>
              <a:defRPr sz="2400">
                <a:latin typeface="Calibri" panose="020F0502020204030204" pitchFamily="34" charset="0"/>
                <a:cs typeface="Calibri" panose="020F0502020204030204" pitchFamily="34" charset="0"/>
              </a:defRPr>
            </a:lvl3pPr>
            <a:lvl4pPr marL="896938" indent="-228600">
              <a:lnSpc>
                <a:spcPct val="100000"/>
              </a:lnSpc>
              <a:buClr>
                <a:srgbClr val="00B0F0"/>
              </a:buClr>
              <a:buFont typeface="Courier New" panose="02070309020205020404" pitchFamily="49" charset="0"/>
              <a:buChar char="o"/>
              <a:defRPr sz="2400">
                <a:latin typeface="Calibri" panose="020F0502020204030204" pitchFamily="34" charset="0"/>
                <a:cs typeface="Calibri" panose="020F0502020204030204" pitchFamily="34" charset="0"/>
              </a:defRPr>
            </a:lvl4pPr>
            <a:lvl5pPr>
              <a:defRPr sz="2400">
                <a:latin typeface="Calibri Light" panose="020F0302020204030204" pitchFamily="34" charset="0"/>
                <a:cs typeface="Calibri Light" panose="020F030202020403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13" name="Text Placeholder 13">
            <a:extLst>
              <a:ext uri="{FF2B5EF4-FFF2-40B4-BE49-F238E27FC236}">
                <a16:creationId xmlns:a16="http://schemas.microsoft.com/office/drawing/2014/main" id="{BFBC100F-BA8E-FA44-81D9-DCCFC96E831D}"/>
              </a:ext>
            </a:extLst>
          </p:cNvPr>
          <p:cNvSpPr>
            <a:spLocks noGrp="1"/>
          </p:cNvSpPr>
          <p:nvPr>
            <p:ph type="body" sz="quarter" idx="21" hasCustomPrompt="1"/>
          </p:nvPr>
        </p:nvSpPr>
        <p:spPr>
          <a:xfrm>
            <a:off x="6378844" y="845232"/>
            <a:ext cx="5146585" cy="478554"/>
          </a:xfrm>
          <a:prstGeom prst="rect">
            <a:avLst/>
          </a:prstGeom>
        </p:spPr>
        <p:txBody>
          <a:bodyPr anchor="t" anchorCtr="0"/>
          <a:lstStyle>
            <a:lvl1pPr marL="0" indent="0" algn="l">
              <a:buNone/>
              <a:defRPr sz="3600" b="1" i="0">
                <a:solidFill>
                  <a:schemeClr val="accent2"/>
                </a:solidFill>
                <a:latin typeface="Calibri" panose="020F0502020204030204" pitchFamily="34" charset="0"/>
                <a:cs typeface="Calibri" panose="020F0502020204030204" pitchFamily="34" charset="0"/>
              </a:defRPr>
            </a:lvl1pPr>
            <a:lvl2pPr marL="457200" indent="0">
              <a:buNone/>
              <a:defRPr/>
            </a:lvl2pPr>
          </a:lstStyle>
          <a:p>
            <a:pPr lvl="0"/>
            <a:r>
              <a:rPr lang="en-US" dirty="0"/>
              <a:t>Title Slide Left Align</a:t>
            </a:r>
          </a:p>
        </p:txBody>
      </p:sp>
    </p:spTree>
    <p:extLst>
      <p:ext uri="{BB962C8B-B14F-4D97-AF65-F5344CB8AC3E}">
        <p14:creationId xmlns:p14="http://schemas.microsoft.com/office/powerpoint/2010/main" val="5380714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Text + Object">
    <p:bg>
      <p:bgPr>
        <a:solidFill>
          <a:schemeClr val="tx2"/>
        </a:solidFill>
        <a:effectLst/>
      </p:bgPr>
    </p:bg>
    <p:spTree>
      <p:nvGrpSpPr>
        <p:cNvPr id="1" name=""/>
        <p:cNvGrpSpPr/>
        <p:nvPr/>
      </p:nvGrpSpPr>
      <p:grpSpPr>
        <a:xfrm>
          <a:off x="0" y="0"/>
          <a:ext cx="0" cy="0"/>
          <a:chOff x="0" y="0"/>
          <a:chExt cx="0" cy="0"/>
        </a:xfrm>
      </p:grpSpPr>
      <p:sp>
        <p:nvSpPr>
          <p:cNvPr id="8" name="Text Placeholder 2"/>
          <p:cNvSpPr>
            <a:spLocks noGrp="1"/>
          </p:cNvSpPr>
          <p:nvPr>
            <p:ph type="body" sz="quarter" idx="20"/>
          </p:nvPr>
        </p:nvSpPr>
        <p:spPr>
          <a:xfrm>
            <a:off x="766763" y="1786070"/>
            <a:ext cx="5146585" cy="4520725"/>
          </a:xfrm>
          <a:prstGeom prst="rect">
            <a:avLst/>
          </a:prstGeom>
        </p:spPr>
        <p:txBody>
          <a:bodyPr/>
          <a:lstStyle>
            <a:lvl1pPr marL="0" indent="0">
              <a:lnSpc>
                <a:spcPct val="100000"/>
              </a:lnSpc>
              <a:buNone/>
              <a:defRPr sz="2400">
                <a:latin typeface="Calibri" panose="020F0502020204030204" pitchFamily="34" charset="0"/>
                <a:cs typeface="Calibri" panose="020F0502020204030204" pitchFamily="34" charset="0"/>
              </a:defRPr>
            </a:lvl1pPr>
            <a:lvl2pPr marL="265113" indent="-228600">
              <a:lnSpc>
                <a:spcPct val="100000"/>
              </a:lnSpc>
              <a:buClr>
                <a:srgbClr val="00B0F0"/>
              </a:buClr>
              <a:defRPr sz="2400">
                <a:latin typeface="Calibri" panose="020F0502020204030204" pitchFamily="34" charset="0"/>
                <a:cs typeface="Calibri" panose="020F0502020204030204" pitchFamily="34" charset="0"/>
              </a:defRPr>
            </a:lvl2pPr>
            <a:lvl3pPr marL="623888" indent="-228600">
              <a:lnSpc>
                <a:spcPct val="100000"/>
              </a:lnSpc>
              <a:buClr>
                <a:srgbClr val="00B0F0"/>
              </a:buClr>
              <a:buFont typeface="Calibri Light" panose="020F0302020204030204" pitchFamily="34" charset="0"/>
              <a:buChar char="̶"/>
              <a:defRPr sz="2400">
                <a:latin typeface="Calibri" panose="020F0502020204030204" pitchFamily="34" charset="0"/>
                <a:cs typeface="Calibri" panose="020F0502020204030204" pitchFamily="34" charset="0"/>
              </a:defRPr>
            </a:lvl3pPr>
            <a:lvl4pPr marL="896938" indent="-228600">
              <a:lnSpc>
                <a:spcPct val="100000"/>
              </a:lnSpc>
              <a:buClr>
                <a:srgbClr val="00B0F0"/>
              </a:buClr>
              <a:buFont typeface="Courier New" panose="02070309020205020404" pitchFamily="49" charset="0"/>
              <a:buChar char="o"/>
              <a:defRPr sz="2400">
                <a:latin typeface="Calibri" panose="020F0502020204030204" pitchFamily="34" charset="0"/>
                <a:cs typeface="Calibri" panose="020F0502020204030204" pitchFamily="34" charset="0"/>
              </a:defRPr>
            </a:lvl4pPr>
            <a:lvl5pPr>
              <a:defRPr sz="2400">
                <a:latin typeface="Calibri Light" panose="020F0302020204030204" pitchFamily="34" charset="0"/>
                <a:cs typeface="Calibri Light" panose="020F030202020403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11" name="Content Placeholder 17">
            <a:extLst>
              <a:ext uri="{FF2B5EF4-FFF2-40B4-BE49-F238E27FC236}">
                <a16:creationId xmlns:a16="http://schemas.microsoft.com/office/drawing/2014/main" id="{A4850083-8533-5542-929E-63A9BABBC85D}"/>
              </a:ext>
            </a:extLst>
          </p:cNvPr>
          <p:cNvSpPr>
            <a:spLocks noGrp="1"/>
          </p:cNvSpPr>
          <p:nvPr>
            <p:ph sz="quarter" idx="13"/>
          </p:nvPr>
        </p:nvSpPr>
        <p:spPr>
          <a:xfrm>
            <a:off x="6806763" y="845232"/>
            <a:ext cx="4726425" cy="5587398"/>
          </a:xfrm>
          <a:prstGeom prst="rect">
            <a:avLst/>
          </a:prstGeom>
          <a:solidFill>
            <a:schemeClr val="bg1">
              <a:lumMod val="95000"/>
            </a:schemeClr>
          </a:solidFill>
        </p:spPr>
        <p:txBody>
          <a:bodyPr/>
          <a:lstStyle>
            <a:lvl1pPr marL="0" indent="0">
              <a:buNone/>
              <a:defRPr/>
            </a:lvl1pPr>
          </a:lstStyle>
          <a:p>
            <a:pPr lvl="0"/>
            <a:endParaRPr lang="en-US" dirty="0"/>
          </a:p>
        </p:txBody>
      </p:sp>
      <p:sp>
        <p:nvSpPr>
          <p:cNvPr id="10" name="Tijdelijke aanduiding voor dianummer 5">
            <a:extLst>
              <a:ext uri="{FF2B5EF4-FFF2-40B4-BE49-F238E27FC236}">
                <a16:creationId xmlns:a16="http://schemas.microsoft.com/office/drawing/2014/main" id="{A07981A4-B8D1-144A-91E1-9E6707E1888A}"/>
              </a:ext>
            </a:extLst>
          </p:cNvPr>
          <p:cNvSpPr>
            <a:spLocks noGrp="1"/>
          </p:cNvSpPr>
          <p:nvPr>
            <p:ph type="sldNum" sz="quarter" idx="4"/>
          </p:nvPr>
        </p:nvSpPr>
        <p:spPr>
          <a:xfrm>
            <a:off x="11464965" y="6492875"/>
            <a:ext cx="565240" cy="365125"/>
          </a:xfrm>
          <a:prstGeom prst="rect">
            <a:avLst/>
          </a:prstGeom>
        </p:spPr>
        <p:txBody>
          <a:bodyPr vert="horz" lIns="91440" tIns="45720" rIns="91440" bIns="45720" rtlCol="0" anchor="ctr"/>
          <a:lstStyle>
            <a:lvl1pPr algn="l">
              <a:defRPr sz="1300" b="0" i="0">
                <a:solidFill>
                  <a:schemeClr val="accent2"/>
                </a:solidFill>
                <a:latin typeface="Calibri Light" panose="020F0302020204030204" pitchFamily="34" charset="0"/>
                <a:cs typeface="Calibri Light" panose="020F0302020204030204" pitchFamily="34" charset="0"/>
              </a:defRPr>
            </a:lvl1pPr>
          </a:lstStyle>
          <a:p>
            <a:fld id="{070B80B4-B953-6547-A044-6E303DFD4AF3}" type="slidenum">
              <a:rPr lang="nl-BE" smtClean="0"/>
              <a:pPr/>
              <a:t>‹#›</a:t>
            </a:fld>
            <a:endParaRPr lang="nl-BE" dirty="0"/>
          </a:p>
        </p:txBody>
      </p:sp>
      <p:sp>
        <p:nvSpPr>
          <p:cNvPr id="14" name="Text Placeholder 2"/>
          <p:cNvSpPr>
            <a:spLocks noGrp="1"/>
          </p:cNvSpPr>
          <p:nvPr>
            <p:ph type="body" sz="quarter" idx="18" hasCustomPrompt="1"/>
          </p:nvPr>
        </p:nvSpPr>
        <p:spPr>
          <a:xfrm>
            <a:off x="9673617" y="154522"/>
            <a:ext cx="2237174" cy="360363"/>
          </a:xfrm>
          <a:prstGeom prst="rect">
            <a:avLst/>
          </a:prstGeom>
        </p:spPr>
        <p:txBody>
          <a:bodyPr/>
          <a:lstStyle>
            <a:lvl1pPr marL="0" indent="0" algn="r">
              <a:buNone/>
              <a:defRPr sz="1600" baseline="0">
                <a:solidFill>
                  <a:schemeClr val="accent2"/>
                </a:solidFill>
                <a:latin typeface="Calibri" panose="020F0502020204030204" pitchFamily="34" charset="0"/>
                <a:cs typeface="Calibri" panose="020F0502020204030204" pitchFamily="34" charset="0"/>
              </a:defRPr>
            </a:lvl1pPr>
          </a:lstStyle>
          <a:p>
            <a:pPr lvl="0"/>
            <a:r>
              <a:rPr lang="en-US" dirty="0"/>
              <a:t>1. Chapter title</a:t>
            </a:r>
            <a:endParaRPr lang="en-GB" dirty="0"/>
          </a:p>
        </p:txBody>
      </p:sp>
      <p:sp>
        <p:nvSpPr>
          <p:cNvPr id="9" name="Text Placeholder 13">
            <a:extLst>
              <a:ext uri="{FF2B5EF4-FFF2-40B4-BE49-F238E27FC236}">
                <a16:creationId xmlns:a16="http://schemas.microsoft.com/office/drawing/2014/main" id="{BFBC100F-BA8E-FA44-81D9-DCCFC96E831D}"/>
              </a:ext>
            </a:extLst>
          </p:cNvPr>
          <p:cNvSpPr>
            <a:spLocks noGrp="1"/>
          </p:cNvSpPr>
          <p:nvPr>
            <p:ph type="body" sz="quarter" idx="21" hasCustomPrompt="1"/>
          </p:nvPr>
        </p:nvSpPr>
        <p:spPr>
          <a:xfrm>
            <a:off x="766763" y="845232"/>
            <a:ext cx="5146585" cy="478554"/>
          </a:xfrm>
          <a:prstGeom prst="rect">
            <a:avLst/>
          </a:prstGeom>
        </p:spPr>
        <p:txBody>
          <a:bodyPr anchor="t" anchorCtr="0"/>
          <a:lstStyle>
            <a:lvl1pPr marL="0" indent="0" algn="l">
              <a:buNone/>
              <a:defRPr sz="3600" b="1" i="0">
                <a:solidFill>
                  <a:schemeClr val="accent2"/>
                </a:solidFill>
                <a:latin typeface="Calibri" panose="020F0502020204030204" pitchFamily="34" charset="0"/>
                <a:cs typeface="Calibri" panose="020F0502020204030204" pitchFamily="34" charset="0"/>
              </a:defRPr>
            </a:lvl1pPr>
            <a:lvl2pPr marL="457200" indent="0">
              <a:buNone/>
              <a:defRPr/>
            </a:lvl2pPr>
          </a:lstStyle>
          <a:p>
            <a:pPr lvl="0"/>
            <a:r>
              <a:rPr lang="en-US" dirty="0"/>
              <a:t>Title Slide Left Align</a:t>
            </a:r>
          </a:p>
        </p:txBody>
      </p:sp>
    </p:spTree>
    <p:extLst>
      <p:ext uri="{BB962C8B-B14F-4D97-AF65-F5344CB8AC3E}">
        <p14:creationId xmlns:p14="http://schemas.microsoft.com/office/powerpoint/2010/main" val="3053879384"/>
      </p:ext>
    </p:extLst>
  </p:cSld>
  <p:clrMapOvr>
    <a:masterClrMapping/>
  </p:clrMapOvr>
  <p:extLst>
    <p:ext uri="{DCECCB84-F9BA-43D5-87BE-67443E8EF086}">
      <p15:sldGuideLst xmlns:p15="http://schemas.microsoft.com/office/powerpoint/2012/main">
        <p15:guide id="1" orient="horz" pos="2160">
          <p15:clr>
            <a:srgbClr val="FBAE40"/>
          </p15:clr>
        </p15:guide>
        <p15:guide id="2" pos="483">
          <p15:clr>
            <a:srgbClr val="FBAE40"/>
          </p15:clr>
        </p15:guide>
        <p15:guide id="3" pos="726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Text + Object 2">
    <p:bg>
      <p:bgPr>
        <a:solidFill>
          <a:schemeClr val="tx2"/>
        </a:solidFill>
        <a:effectLst/>
      </p:bgPr>
    </p:bg>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FCB18433-8BE9-BB40-A990-BEE1341FD4D5}"/>
              </a:ext>
            </a:extLst>
          </p:cNvPr>
          <p:cNvSpPr>
            <a:spLocks noGrp="1"/>
          </p:cNvSpPr>
          <p:nvPr>
            <p:ph sz="quarter" idx="16"/>
          </p:nvPr>
        </p:nvSpPr>
        <p:spPr>
          <a:xfrm>
            <a:off x="6538912" y="-1"/>
            <a:ext cx="5653088" cy="6409079"/>
          </a:xfrm>
          <a:prstGeom prst="rect">
            <a:avLst/>
          </a:prstGeom>
          <a:solidFill>
            <a:schemeClr val="bg1">
              <a:lumMod val="95000"/>
            </a:schemeClr>
          </a:solidFill>
        </p:spPr>
        <p:txBody>
          <a:bodyPr/>
          <a:lstStyle>
            <a:lvl1pPr marL="0" indent="0">
              <a:buNone/>
              <a:defRPr/>
            </a:lvl1pPr>
          </a:lstStyle>
          <a:p>
            <a:pPr lvl="0"/>
            <a:endParaRPr lang="en-US" dirty="0"/>
          </a:p>
        </p:txBody>
      </p:sp>
      <p:sp>
        <p:nvSpPr>
          <p:cNvPr id="10" name="Tijdelijke aanduiding voor dianummer 5">
            <a:extLst>
              <a:ext uri="{FF2B5EF4-FFF2-40B4-BE49-F238E27FC236}">
                <a16:creationId xmlns:a16="http://schemas.microsoft.com/office/drawing/2014/main" id="{3DC0EF3F-9C1C-A547-8D7D-17031E94253D}"/>
              </a:ext>
            </a:extLst>
          </p:cNvPr>
          <p:cNvSpPr>
            <a:spLocks noGrp="1"/>
          </p:cNvSpPr>
          <p:nvPr>
            <p:ph type="sldNum" sz="quarter" idx="4"/>
          </p:nvPr>
        </p:nvSpPr>
        <p:spPr>
          <a:xfrm>
            <a:off x="11464965" y="6492875"/>
            <a:ext cx="565240" cy="365125"/>
          </a:xfrm>
          <a:prstGeom prst="rect">
            <a:avLst/>
          </a:prstGeom>
        </p:spPr>
        <p:txBody>
          <a:bodyPr vert="horz" lIns="91440" tIns="45720" rIns="91440" bIns="45720" rtlCol="0" anchor="ctr"/>
          <a:lstStyle>
            <a:lvl1pPr algn="l">
              <a:defRPr sz="1300" b="0" i="0">
                <a:solidFill>
                  <a:schemeClr val="accent2"/>
                </a:solidFill>
                <a:latin typeface="Calibri Light" panose="020F0302020204030204" pitchFamily="34" charset="0"/>
                <a:cs typeface="Calibri Light" panose="020F0302020204030204" pitchFamily="34" charset="0"/>
              </a:defRPr>
            </a:lvl1pPr>
          </a:lstStyle>
          <a:p>
            <a:fld id="{070B80B4-B953-6547-A044-6E303DFD4AF3}" type="slidenum">
              <a:rPr lang="nl-BE" smtClean="0"/>
              <a:pPr/>
              <a:t>‹#›</a:t>
            </a:fld>
            <a:endParaRPr lang="nl-BE" dirty="0"/>
          </a:p>
        </p:txBody>
      </p:sp>
      <p:sp>
        <p:nvSpPr>
          <p:cNvPr id="13" name="Text Placeholder 2"/>
          <p:cNvSpPr>
            <a:spLocks noGrp="1"/>
          </p:cNvSpPr>
          <p:nvPr>
            <p:ph type="body" sz="quarter" idx="18" hasCustomPrompt="1"/>
          </p:nvPr>
        </p:nvSpPr>
        <p:spPr>
          <a:xfrm>
            <a:off x="9673617" y="154522"/>
            <a:ext cx="2237174" cy="360363"/>
          </a:xfrm>
          <a:prstGeom prst="rect">
            <a:avLst/>
          </a:prstGeom>
        </p:spPr>
        <p:txBody>
          <a:bodyPr/>
          <a:lstStyle>
            <a:lvl1pPr marL="0" indent="0" algn="r">
              <a:buNone/>
              <a:defRPr sz="1600" baseline="0">
                <a:solidFill>
                  <a:schemeClr val="accent2"/>
                </a:solidFill>
                <a:latin typeface="Calibri" panose="020F0502020204030204" pitchFamily="34" charset="0"/>
                <a:cs typeface="Calibri" panose="020F0502020204030204" pitchFamily="34" charset="0"/>
              </a:defRPr>
            </a:lvl1pPr>
          </a:lstStyle>
          <a:p>
            <a:pPr lvl="0"/>
            <a:r>
              <a:rPr lang="en-US" dirty="0"/>
              <a:t>1. Chapter title</a:t>
            </a:r>
            <a:endParaRPr lang="en-GB" dirty="0"/>
          </a:p>
        </p:txBody>
      </p:sp>
      <p:sp>
        <p:nvSpPr>
          <p:cNvPr id="7" name="Text Placeholder 2"/>
          <p:cNvSpPr>
            <a:spLocks noGrp="1"/>
          </p:cNvSpPr>
          <p:nvPr>
            <p:ph type="body" sz="quarter" idx="20"/>
          </p:nvPr>
        </p:nvSpPr>
        <p:spPr>
          <a:xfrm>
            <a:off x="766763" y="1786071"/>
            <a:ext cx="5146585" cy="3987420"/>
          </a:xfrm>
          <a:prstGeom prst="rect">
            <a:avLst/>
          </a:prstGeom>
        </p:spPr>
        <p:txBody>
          <a:bodyPr/>
          <a:lstStyle>
            <a:lvl1pPr marL="0" indent="0">
              <a:lnSpc>
                <a:spcPct val="100000"/>
              </a:lnSpc>
              <a:buNone/>
              <a:defRPr sz="2400">
                <a:latin typeface="Calibri" panose="020F0502020204030204" pitchFamily="34" charset="0"/>
                <a:cs typeface="Calibri" panose="020F0502020204030204" pitchFamily="34" charset="0"/>
              </a:defRPr>
            </a:lvl1pPr>
            <a:lvl2pPr marL="265113" indent="-228600">
              <a:lnSpc>
                <a:spcPct val="100000"/>
              </a:lnSpc>
              <a:buClr>
                <a:srgbClr val="00B0F0"/>
              </a:buClr>
              <a:defRPr sz="2400">
                <a:latin typeface="Calibri" panose="020F0502020204030204" pitchFamily="34" charset="0"/>
                <a:cs typeface="Calibri" panose="020F0502020204030204" pitchFamily="34" charset="0"/>
              </a:defRPr>
            </a:lvl2pPr>
            <a:lvl3pPr marL="623888" indent="-228600">
              <a:lnSpc>
                <a:spcPct val="100000"/>
              </a:lnSpc>
              <a:buClr>
                <a:srgbClr val="00B0F0"/>
              </a:buClr>
              <a:buFont typeface="Calibri Light" panose="020F0302020204030204" pitchFamily="34" charset="0"/>
              <a:buChar char="̶"/>
              <a:defRPr sz="2400">
                <a:latin typeface="Calibri" panose="020F0502020204030204" pitchFamily="34" charset="0"/>
                <a:cs typeface="Calibri" panose="020F0502020204030204" pitchFamily="34" charset="0"/>
              </a:defRPr>
            </a:lvl3pPr>
            <a:lvl4pPr marL="896938" indent="-228600">
              <a:lnSpc>
                <a:spcPct val="100000"/>
              </a:lnSpc>
              <a:buClr>
                <a:srgbClr val="00B0F0"/>
              </a:buClr>
              <a:buFont typeface="Courier New" panose="02070309020205020404" pitchFamily="49" charset="0"/>
              <a:buChar char="o"/>
              <a:defRPr sz="2400">
                <a:latin typeface="Calibri" panose="020F0502020204030204" pitchFamily="34" charset="0"/>
                <a:cs typeface="Calibri" panose="020F0502020204030204" pitchFamily="34" charset="0"/>
              </a:defRPr>
            </a:lvl4pPr>
            <a:lvl5pPr>
              <a:defRPr sz="2400">
                <a:latin typeface="Calibri Light" panose="020F0302020204030204" pitchFamily="34" charset="0"/>
                <a:cs typeface="Calibri Light" panose="020F030202020403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9" name="Text Placeholder 13">
            <a:extLst>
              <a:ext uri="{FF2B5EF4-FFF2-40B4-BE49-F238E27FC236}">
                <a16:creationId xmlns:a16="http://schemas.microsoft.com/office/drawing/2014/main" id="{BFBC100F-BA8E-FA44-81D9-DCCFC96E831D}"/>
              </a:ext>
            </a:extLst>
          </p:cNvPr>
          <p:cNvSpPr>
            <a:spLocks noGrp="1"/>
          </p:cNvSpPr>
          <p:nvPr>
            <p:ph type="body" sz="quarter" idx="21" hasCustomPrompt="1"/>
          </p:nvPr>
        </p:nvSpPr>
        <p:spPr>
          <a:xfrm>
            <a:off x="766763" y="845232"/>
            <a:ext cx="5146585" cy="478554"/>
          </a:xfrm>
          <a:prstGeom prst="rect">
            <a:avLst/>
          </a:prstGeom>
        </p:spPr>
        <p:txBody>
          <a:bodyPr anchor="t" anchorCtr="0"/>
          <a:lstStyle>
            <a:lvl1pPr marL="0" indent="0" algn="l">
              <a:buNone/>
              <a:defRPr sz="3600" b="1" i="0">
                <a:solidFill>
                  <a:schemeClr val="accent2"/>
                </a:solidFill>
                <a:latin typeface="Calibri" panose="020F0502020204030204" pitchFamily="34" charset="0"/>
                <a:cs typeface="Calibri" panose="020F0502020204030204" pitchFamily="34" charset="0"/>
              </a:defRPr>
            </a:lvl1pPr>
            <a:lvl2pPr marL="457200" indent="0">
              <a:buNone/>
              <a:defRPr/>
            </a:lvl2pPr>
          </a:lstStyle>
          <a:p>
            <a:pPr lvl="0"/>
            <a:r>
              <a:rPr lang="en-US" dirty="0"/>
              <a:t>Title Slide Left Align</a:t>
            </a:r>
          </a:p>
        </p:txBody>
      </p:sp>
    </p:spTree>
    <p:extLst>
      <p:ext uri="{BB962C8B-B14F-4D97-AF65-F5344CB8AC3E}">
        <p14:creationId xmlns:p14="http://schemas.microsoft.com/office/powerpoint/2010/main" val="32864727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419730" y="509287"/>
            <a:ext cx="10515600" cy="1273215"/>
          </a:xfrm>
        </p:spPr>
        <p:txBody>
          <a:bodyPr>
            <a:normAutofit/>
          </a:bodyPr>
          <a:lstStyle>
            <a:lvl1pPr>
              <a:defRPr sz="4800"/>
            </a:lvl1pPr>
          </a:lstStyle>
          <a:p>
            <a:r>
              <a:rPr lang="en-US" dirty="0"/>
              <a:t>Click to edit Master title style</a:t>
            </a:r>
            <a:endParaRPr lang="id-ID" dirty="0"/>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E3D94539-5DE1-49DC-931F-EB00AD7B7005}" type="datetime1">
              <a:rPr lang="id-ID" smtClean="0"/>
              <a:t>17/06/2024</a:t>
            </a:fld>
            <a:endParaRPr lang="id-ID"/>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id-ID"/>
          </a:p>
        </p:txBody>
      </p:sp>
      <p:sp>
        <p:nvSpPr>
          <p:cNvPr id="9" name="Rectangle 5">
            <a:extLst>
              <a:ext uri="{FF2B5EF4-FFF2-40B4-BE49-F238E27FC236}">
                <a16:creationId xmlns:a16="http://schemas.microsoft.com/office/drawing/2014/main" id="{5C559505-F142-3E49-BFAE-C4B3CAB844FD}"/>
              </a:ext>
            </a:extLst>
          </p:cNvPr>
          <p:cNvSpPr/>
          <p:nvPr userDrawn="1"/>
        </p:nvSpPr>
        <p:spPr>
          <a:xfrm>
            <a:off x="401747" y="0"/>
            <a:ext cx="731986" cy="1162733"/>
          </a:xfrm>
          <a:prstGeom prst="rect">
            <a:avLst/>
          </a:prstGeom>
          <a:solidFill>
            <a:srgbClr val="364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10" name="Slide Number Placeholder 4">
            <a:extLst>
              <a:ext uri="{FF2B5EF4-FFF2-40B4-BE49-F238E27FC236}">
                <a16:creationId xmlns:a16="http://schemas.microsoft.com/office/drawing/2014/main" id="{3CD9C362-B877-9E47-B363-517D1D61543A}"/>
              </a:ext>
            </a:extLst>
          </p:cNvPr>
          <p:cNvSpPr txBox="1">
            <a:spLocks/>
          </p:cNvSpPr>
          <p:nvPr userDrawn="1"/>
        </p:nvSpPr>
        <p:spPr>
          <a:xfrm>
            <a:off x="115750" y="561896"/>
            <a:ext cx="1303980" cy="600838"/>
          </a:xfrm>
          <a:prstGeom prst="rect">
            <a:avLst/>
          </a:prstGeom>
        </p:spPr>
        <p:txBody>
          <a:bodyPr/>
          <a:lstStyle>
            <a:defPPr>
              <a:defRPr lang="id-ID"/>
            </a:defPPr>
            <a:lvl1pPr marL="0" algn="ctr" defTabSz="914400" rtl="0" eaLnBrk="1" latinLnBrk="0" hangingPunct="1">
              <a:defRPr sz="2800" kern="1200">
                <a:solidFill>
                  <a:schemeClr val="bg2"/>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469DCAB-2F4C-4855-A2DD-8F41E74CAF44}" type="slidenum">
              <a:rPr lang="id-ID" smtClean="0">
                <a:solidFill>
                  <a:schemeClr val="bg1"/>
                </a:solidFill>
              </a:rPr>
              <a:pPr/>
              <a:t>‹#›</a:t>
            </a:fld>
            <a:endParaRPr lang="id-ID" dirty="0">
              <a:solidFill>
                <a:schemeClr val="bg1"/>
              </a:solidFill>
            </a:endParaRPr>
          </a:p>
        </p:txBody>
      </p:sp>
    </p:spTree>
    <p:extLst>
      <p:ext uri="{BB962C8B-B14F-4D97-AF65-F5344CB8AC3E}">
        <p14:creationId xmlns:p14="http://schemas.microsoft.com/office/powerpoint/2010/main" val="3897057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 presetClass="entr" presetSubtype="1"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animBg="1"/>
      <p:bldP spid="10" grpId="0"/>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e chart">
    <p:spTree>
      <p:nvGrpSpPr>
        <p:cNvPr id="1" name=""/>
        <p:cNvGrpSpPr/>
        <p:nvPr/>
      </p:nvGrpSpPr>
      <p:grpSpPr>
        <a:xfrm>
          <a:off x="0" y="0"/>
          <a:ext cx="0" cy="0"/>
          <a:chOff x="0" y="0"/>
          <a:chExt cx="0" cy="0"/>
        </a:xfrm>
      </p:grpSpPr>
      <p:sp>
        <p:nvSpPr>
          <p:cNvPr id="9" name="Tijdelijke aanduiding voor tekst 3">
            <a:extLst>
              <a:ext uri="{FF2B5EF4-FFF2-40B4-BE49-F238E27FC236}">
                <a16:creationId xmlns:a16="http://schemas.microsoft.com/office/drawing/2014/main" id="{3BB5F19F-D3C7-3A49-9867-D2A2A8E5B58F}"/>
              </a:ext>
            </a:extLst>
          </p:cNvPr>
          <p:cNvSpPr>
            <a:spLocks noGrp="1"/>
          </p:cNvSpPr>
          <p:nvPr>
            <p:ph type="body" sz="quarter" idx="17" hasCustomPrompt="1"/>
          </p:nvPr>
        </p:nvSpPr>
        <p:spPr>
          <a:xfrm>
            <a:off x="666572" y="845232"/>
            <a:ext cx="10858858" cy="478554"/>
          </a:xfrm>
          <a:prstGeom prst="rect">
            <a:avLst/>
          </a:prstGeom>
        </p:spPr>
        <p:txBody>
          <a:bodyPr/>
          <a:lstStyle>
            <a:lvl1pPr marL="0" indent="0">
              <a:buNone/>
              <a:defRPr sz="3600" b="1">
                <a:latin typeface="+mn-lt"/>
              </a:defRPr>
            </a:lvl1pPr>
          </a:lstStyle>
          <a:p>
            <a:pPr algn="ctr"/>
            <a:r>
              <a:rPr lang="nl-BE" dirty="0" err="1"/>
              <a:t>Pie</a:t>
            </a:r>
            <a:r>
              <a:rPr lang="nl-BE" dirty="0"/>
              <a:t> </a:t>
            </a:r>
            <a:r>
              <a:rPr lang="nl-BE" dirty="0" err="1"/>
              <a:t>chart</a:t>
            </a:r>
            <a:r>
              <a:rPr lang="nl-BE" dirty="0"/>
              <a:t> </a:t>
            </a:r>
            <a:r>
              <a:rPr lang="nl-BE" dirty="0" err="1"/>
              <a:t>example</a:t>
            </a:r>
            <a:endParaRPr lang="nl-BE" dirty="0"/>
          </a:p>
        </p:txBody>
      </p:sp>
      <p:graphicFrame>
        <p:nvGraphicFramePr>
          <p:cNvPr id="10" name="Grafiek 5">
            <a:extLst>
              <a:ext uri="{FF2B5EF4-FFF2-40B4-BE49-F238E27FC236}">
                <a16:creationId xmlns:a16="http://schemas.microsoft.com/office/drawing/2014/main" id="{BB5CFF34-5D9F-474B-8C5B-879A3079F84F}"/>
              </a:ext>
            </a:extLst>
          </p:cNvPr>
          <p:cNvGraphicFramePr/>
          <p:nvPr userDrawn="1">
            <p:extLst>
              <p:ext uri="{D42A27DB-BD31-4B8C-83A1-F6EECF244321}">
                <p14:modId xmlns:p14="http://schemas.microsoft.com/office/powerpoint/2010/main" val="506473891"/>
              </p:ext>
            </p:extLst>
          </p:nvPr>
        </p:nvGraphicFramePr>
        <p:xfrm>
          <a:off x="0" y="1399648"/>
          <a:ext cx="12192000" cy="4695935"/>
        </p:xfrm>
        <a:graphic>
          <a:graphicData uri="http://schemas.openxmlformats.org/drawingml/2006/chart">
            <c:chart xmlns:c="http://schemas.openxmlformats.org/drawingml/2006/chart" xmlns:r="http://schemas.openxmlformats.org/officeDocument/2006/relationships" r:id="rId2"/>
          </a:graphicData>
        </a:graphic>
      </p:graphicFrame>
      <p:sp>
        <p:nvSpPr>
          <p:cNvPr id="14" name="Text Placeholder 2"/>
          <p:cNvSpPr>
            <a:spLocks noGrp="1"/>
          </p:cNvSpPr>
          <p:nvPr>
            <p:ph type="body" sz="quarter" idx="18" hasCustomPrompt="1"/>
          </p:nvPr>
        </p:nvSpPr>
        <p:spPr>
          <a:xfrm>
            <a:off x="9673617" y="154522"/>
            <a:ext cx="2237174" cy="360363"/>
          </a:xfrm>
          <a:prstGeom prst="rect">
            <a:avLst/>
          </a:prstGeom>
        </p:spPr>
        <p:txBody>
          <a:bodyPr/>
          <a:lstStyle>
            <a:lvl1pPr marL="0" indent="0" algn="r">
              <a:buNone/>
              <a:defRPr sz="1600" baseline="0">
                <a:solidFill>
                  <a:schemeClr val="accent2"/>
                </a:solidFill>
                <a:latin typeface="Calibri" panose="020F0502020204030204" pitchFamily="34" charset="0"/>
                <a:cs typeface="Calibri" panose="020F0502020204030204" pitchFamily="34" charset="0"/>
              </a:defRPr>
            </a:lvl1pPr>
          </a:lstStyle>
          <a:p>
            <a:pPr lvl="0"/>
            <a:r>
              <a:rPr lang="en-US" dirty="0"/>
              <a:t>1. Chapter title</a:t>
            </a:r>
            <a:endParaRPr lang="en-GB" dirty="0"/>
          </a:p>
        </p:txBody>
      </p:sp>
    </p:spTree>
    <p:extLst>
      <p:ext uri="{BB962C8B-B14F-4D97-AF65-F5344CB8AC3E}">
        <p14:creationId xmlns:p14="http://schemas.microsoft.com/office/powerpoint/2010/main" val="8676538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lumn chart">
    <p:spTree>
      <p:nvGrpSpPr>
        <p:cNvPr id="1" name=""/>
        <p:cNvGrpSpPr/>
        <p:nvPr/>
      </p:nvGrpSpPr>
      <p:grpSpPr>
        <a:xfrm>
          <a:off x="0" y="0"/>
          <a:ext cx="0" cy="0"/>
          <a:chOff x="0" y="0"/>
          <a:chExt cx="0" cy="0"/>
        </a:xfrm>
      </p:grpSpPr>
      <p:sp>
        <p:nvSpPr>
          <p:cNvPr id="3" name="Tijdelijke aanduiding voor tekst 3">
            <a:extLst>
              <a:ext uri="{FF2B5EF4-FFF2-40B4-BE49-F238E27FC236}">
                <a16:creationId xmlns:a16="http://schemas.microsoft.com/office/drawing/2014/main" id="{D64CAAF9-474C-524F-9F49-FFC3F8619824}"/>
              </a:ext>
            </a:extLst>
          </p:cNvPr>
          <p:cNvSpPr>
            <a:spLocks noGrp="1"/>
          </p:cNvSpPr>
          <p:nvPr>
            <p:ph type="body" sz="quarter" idx="17" hasCustomPrompt="1"/>
          </p:nvPr>
        </p:nvSpPr>
        <p:spPr>
          <a:xfrm>
            <a:off x="666572" y="845232"/>
            <a:ext cx="10858858" cy="478554"/>
          </a:xfrm>
          <a:prstGeom prst="rect">
            <a:avLst/>
          </a:prstGeom>
        </p:spPr>
        <p:txBody>
          <a:bodyPr/>
          <a:lstStyle>
            <a:lvl1pPr marL="0" indent="0">
              <a:buNone/>
              <a:defRPr sz="3600" b="1">
                <a:latin typeface="+mn-lt"/>
              </a:defRPr>
            </a:lvl1pPr>
          </a:lstStyle>
          <a:p>
            <a:pPr algn="ctr"/>
            <a:r>
              <a:rPr lang="nl-BE" dirty="0"/>
              <a:t>Column </a:t>
            </a:r>
            <a:r>
              <a:rPr lang="nl-BE" dirty="0" err="1"/>
              <a:t>chart</a:t>
            </a:r>
            <a:r>
              <a:rPr lang="nl-BE" dirty="0"/>
              <a:t> </a:t>
            </a:r>
            <a:r>
              <a:rPr lang="nl-BE" dirty="0" err="1"/>
              <a:t>example</a:t>
            </a:r>
            <a:endParaRPr lang="nl-BE" dirty="0"/>
          </a:p>
        </p:txBody>
      </p:sp>
      <p:graphicFrame>
        <p:nvGraphicFramePr>
          <p:cNvPr id="4" name="Grafiek 4">
            <a:extLst>
              <a:ext uri="{FF2B5EF4-FFF2-40B4-BE49-F238E27FC236}">
                <a16:creationId xmlns:a16="http://schemas.microsoft.com/office/drawing/2014/main" id="{56E3972B-35B5-A441-8D92-53F0787C25B3}"/>
              </a:ext>
            </a:extLst>
          </p:cNvPr>
          <p:cNvGraphicFramePr/>
          <p:nvPr userDrawn="1">
            <p:extLst>
              <p:ext uri="{D42A27DB-BD31-4B8C-83A1-F6EECF244321}">
                <p14:modId xmlns:p14="http://schemas.microsoft.com/office/powerpoint/2010/main" val="1457357292"/>
              </p:ext>
            </p:extLst>
          </p:nvPr>
        </p:nvGraphicFramePr>
        <p:xfrm>
          <a:off x="2032000" y="1553029"/>
          <a:ext cx="8128000" cy="458222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157014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1">
    <p:bg>
      <p:bgPr>
        <a:solidFill>
          <a:schemeClr val="bg1"/>
        </a:solidFill>
        <a:effectLst/>
      </p:bgPr>
    </p:bg>
    <p:spTree>
      <p:nvGrpSpPr>
        <p:cNvPr id="1" name=""/>
        <p:cNvGrpSpPr/>
        <p:nvPr/>
      </p:nvGrpSpPr>
      <p:grpSpPr>
        <a:xfrm>
          <a:off x="0" y="0"/>
          <a:ext cx="0" cy="0"/>
          <a:chOff x="0" y="0"/>
          <a:chExt cx="0" cy="0"/>
        </a:xfrm>
      </p:grpSpPr>
      <p:pic>
        <p:nvPicPr>
          <p:cNvPr id="8" name="Afbeelding 7">
            <a:extLst>
              <a:ext uri="{FF2B5EF4-FFF2-40B4-BE49-F238E27FC236}">
                <a16:creationId xmlns:a16="http://schemas.microsoft.com/office/drawing/2014/main" id="{B449E24F-1457-C441-87BA-E2660BD4AA9A}"/>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1634400"/>
            <a:ext cx="12192000" cy="5223600"/>
          </a:xfrm>
          <a:prstGeom prst="rect">
            <a:avLst/>
          </a:prstGeom>
        </p:spPr>
      </p:pic>
      <p:sp>
        <p:nvSpPr>
          <p:cNvPr id="11" name="Titel 28">
            <a:extLst>
              <a:ext uri="{FF2B5EF4-FFF2-40B4-BE49-F238E27FC236}">
                <a16:creationId xmlns:a16="http://schemas.microsoft.com/office/drawing/2014/main" id="{60C35238-2B0F-7647-BA98-57300A635E7E}"/>
              </a:ext>
            </a:extLst>
          </p:cNvPr>
          <p:cNvSpPr>
            <a:spLocks noGrp="1"/>
          </p:cNvSpPr>
          <p:nvPr>
            <p:ph type="title" hasCustomPrompt="1"/>
          </p:nvPr>
        </p:nvSpPr>
        <p:spPr>
          <a:xfrm>
            <a:off x="1704587" y="0"/>
            <a:ext cx="9712533" cy="1634400"/>
          </a:xfrm>
          <a:prstGeom prst="rect">
            <a:avLst/>
          </a:prstGeom>
        </p:spPr>
        <p:txBody>
          <a:bodyPr anchor="ctr">
            <a:noAutofit/>
          </a:bodyPr>
          <a:lstStyle>
            <a:lvl1pPr algn="r">
              <a:defRPr sz="3500" b="1" i="0" baseline="0">
                <a:solidFill>
                  <a:schemeClr val="accent2"/>
                </a:solidFill>
                <a:latin typeface="Calibri" panose="020F0502020204030204" pitchFamily="34" charset="0"/>
                <a:cs typeface="Calibri" panose="020F0502020204030204" pitchFamily="34" charset="0"/>
              </a:defRPr>
            </a:lvl1pPr>
          </a:lstStyle>
          <a:p>
            <a:r>
              <a:rPr lang="nl-NL" dirty="0"/>
              <a:t>1. </a:t>
            </a:r>
            <a:r>
              <a:rPr lang="nl-NL" dirty="0" err="1"/>
              <a:t>Chapter</a:t>
            </a:r>
            <a:r>
              <a:rPr lang="nl-NL" dirty="0"/>
              <a:t> </a:t>
            </a:r>
            <a:r>
              <a:rPr lang="nl-NL" dirty="0" err="1"/>
              <a:t>title</a:t>
            </a:r>
            <a:endParaRPr lang="nl-BE" dirty="0"/>
          </a:p>
        </p:txBody>
      </p:sp>
      <p:pic>
        <p:nvPicPr>
          <p:cNvPr id="18" name="Afbeelding 17">
            <a:extLst>
              <a:ext uri="{FF2B5EF4-FFF2-40B4-BE49-F238E27FC236}">
                <a16:creationId xmlns:a16="http://schemas.microsoft.com/office/drawing/2014/main" id="{F1ACC805-6897-BC44-BC1E-3C12B8BFA9B6}"/>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10885200" y="5551200"/>
            <a:ext cx="1306800" cy="1306800"/>
          </a:xfrm>
          <a:prstGeom prst="rect">
            <a:avLst/>
          </a:prstGeom>
        </p:spPr>
      </p:pic>
      <p:pic>
        <p:nvPicPr>
          <p:cNvPr id="19" name="Afbeelding 18">
            <a:extLst>
              <a:ext uri="{FF2B5EF4-FFF2-40B4-BE49-F238E27FC236}">
                <a16:creationId xmlns:a16="http://schemas.microsoft.com/office/drawing/2014/main" id="{8B127527-812D-8B48-9226-19EBD26C575A}"/>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0" y="0"/>
            <a:ext cx="1306800" cy="1306800"/>
          </a:xfrm>
          <a:prstGeom prst="rect">
            <a:avLst/>
          </a:prstGeom>
        </p:spPr>
      </p:pic>
    </p:spTree>
    <p:extLst>
      <p:ext uri="{BB962C8B-B14F-4D97-AF65-F5344CB8AC3E}">
        <p14:creationId xmlns:p14="http://schemas.microsoft.com/office/powerpoint/2010/main" val="20602993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2">
    <p:bg>
      <p:bgPr>
        <a:solidFill>
          <a:schemeClr val="bg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1634400"/>
            <a:ext cx="12192000" cy="5223600"/>
          </a:xfrm>
          <a:prstGeom prst="rect">
            <a:avLst/>
          </a:prstGeom>
        </p:spPr>
      </p:pic>
      <p:sp>
        <p:nvSpPr>
          <p:cNvPr id="11" name="Titel 28">
            <a:extLst>
              <a:ext uri="{FF2B5EF4-FFF2-40B4-BE49-F238E27FC236}">
                <a16:creationId xmlns:a16="http://schemas.microsoft.com/office/drawing/2014/main" id="{60C35238-2B0F-7647-BA98-57300A635E7E}"/>
              </a:ext>
            </a:extLst>
          </p:cNvPr>
          <p:cNvSpPr>
            <a:spLocks noGrp="1"/>
          </p:cNvSpPr>
          <p:nvPr>
            <p:ph type="title" hasCustomPrompt="1"/>
          </p:nvPr>
        </p:nvSpPr>
        <p:spPr>
          <a:xfrm>
            <a:off x="1704587" y="0"/>
            <a:ext cx="9712533" cy="1634400"/>
          </a:xfrm>
          <a:prstGeom prst="rect">
            <a:avLst/>
          </a:prstGeom>
        </p:spPr>
        <p:txBody>
          <a:bodyPr anchor="ctr">
            <a:noAutofit/>
          </a:bodyPr>
          <a:lstStyle>
            <a:lvl1pPr algn="r">
              <a:defRPr sz="3500" b="1" i="0" baseline="0">
                <a:solidFill>
                  <a:schemeClr val="accent2"/>
                </a:solidFill>
                <a:latin typeface="Calibri" panose="020F0502020204030204" pitchFamily="34" charset="0"/>
                <a:cs typeface="Calibri" panose="020F0502020204030204" pitchFamily="34" charset="0"/>
              </a:defRPr>
            </a:lvl1pPr>
          </a:lstStyle>
          <a:p>
            <a:r>
              <a:rPr lang="nl-NL" dirty="0"/>
              <a:t>1. </a:t>
            </a:r>
            <a:r>
              <a:rPr lang="nl-NL" dirty="0" err="1"/>
              <a:t>Chapter</a:t>
            </a:r>
            <a:r>
              <a:rPr lang="nl-NL" dirty="0"/>
              <a:t> </a:t>
            </a:r>
            <a:r>
              <a:rPr lang="nl-NL" dirty="0" err="1"/>
              <a:t>title</a:t>
            </a:r>
            <a:endParaRPr lang="nl-BE" dirty="0"/>
          </a:p>
        </p:txBody>
      </p:sp>
      <p:pic>
        <p:nvPicPr>
          <p:cNvPr id="18" name="Afbeelding 17">
            <a:extLst>
              <a:ext uri="{FF2B5EF4-FFF2-40B4-BE49-F238E27FC236}">
                <a16:creationId xmlns:a16="http://schemas.microsoft.com/office/drawing/2014/main" id="{F1ACC805-6897-BC44-BC1E-3C12B8BFA9B6}"/>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10885200" y="5551200"/>
            <a:ext cx="1306800" cy="1306800"/>
          </a:xfrm>
          <a:prstGeom prst="rect">
            <a:avLst/>
          </a:prstGeom>
        </p:spPr>
      </p:pic>
      <p:pic>
        <p:nvPicPr>
          <p:cNvPr id="19" name="Afbeelding 18">
            <a:extLst>
              <a:ext uri="{FF2B5EF4-FFF2-40B4-BE49-F238E27FC236}">
                <a16:creationId xmlns:a16="http://schemas.microsoft.com/office/drawing/2014/main" id="{8B127527-812D-8B48-9226-19EBD26C575A}"/>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0" y="0"/>
            <a:ext cx="1306800" cy="1306800"/>
          </a:xfrm>
          <a:prstGeom prst="rect">
            <a:avLst/>
          </a:prstGeom>
        </p:spPr>
      </p:pic>
    </p:spTree>
    <p:extLst>
      <p:ext uri="{BB962C8B-B14F-4D97-AF65-F5344CB8AC3E}">
        <p14:creationId xmlns:p14="http://schemas.microsoft.com/office/powerpoint/2010/main" val="30523366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3">
    <p:bg>
      <p:bgPr>
        <a:solidFill>
          <a:schemeClr val="bg1"/>
        </a:solidFill>
        <a:effectLst/>
      </p:bgPr>
    </p:bg>
    <p:spTree>
      <p:nvGrpSpPr>
        <p:cNvPr id="1" name=""/>
        <p:cNvGrpSpPr/>
        <p:nvPr/>
      </p:nvGrpSpPr>
      <p:grpSpPr>
        <a:xfrm>
          <a:off x="0" y="0"/>
          <a:ext cx="0" cy="0"/>
          <a:chOff x="0" y="0"/>
          <a:chExt cx="0" cy="0"/>
        </a:xfrm>
      </p:grpSpPr>
      <p:sp>
        <p:nvSpPr>
          <p:cNvPr id="6" name="Tijdelijke aanduiding voor afbeelding 2">
            <a:extLst>
              <a:ext uri="{FF2B5EF4-FFF2-40B4-BE49-F238E27FC236}">
                <a16:creationId xmlns:a16="http://schemas.microsoft.com/office/drawing/2014/main" id="{7B988CEB-0277-F24F-A6DB-DB8E4E98DBB1}"/>
              </a:ext>
            </a:extLst>
          </p:cNvPr>
          <p:cNvSpPr>
            <a:spLocks noGrp="1"/>
          </p:cNvSpPr>
          <p:nvPr>
            <p:ph type="pic" sz="quarter" idx="10"/>
          </p:nvPr>
        </p:nvSpPr>
        <p:spPr>
          <a:xfrm>
            <a:off x="0" y="1634400"/>
            <a:ext cx="12192000" cy="5223599"/>
          </a:xfrm>
          <a:prstGeom prst="rect">
            <a:avLst/>
          </a:prstGeom>
          <a:solidFill>
            <a:schemeClr val="tx2">
              <a:lumMod val="95000"/>
            </a:schemeClr>
          </a:solidFill>
        </p:spPr>
        <p:txBody>
          <a:bodyPr/>
          <a:lstStyle>
            <a:lvl1pPr marL="0" indent="0">
              <a:buNone/>
              <a:defRPr/>
            </a:lvl1pPr>
          </a:lstStyle>
          <a:p>
            <a:endParaRPr lang="nl-BE" dirty="0"/>
          </a:p>
        </p:txBody>
      </p:sp>
      <p:pic>
        <p:nvPicPr>
          <p:cNvPr id="7" name="Afbeelding 6">
            <a:extLst>
              <a:ext uri="{FF2B5EF4-FFF2-40B4-BE49-F238E27FC236}">
                <a16:creationId xmlns:a16="http://schemas.microsoft.com/office/drawing/2014/main" id="{25730318-361E-1845-825B-37BE184BED12}"/>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0885200" y="5551200"/>
            <a:ext cx="1306800" cy="1306800"/>
          </a:xfrm>
          <a:prstGeom prst="rect">
            <a:avLst/>
          </a:prstGeom>
        </p:spPr>
      </p:pic>
      <p:pic>
        <p:nvPicPr>
          <p:cNvPr id="8" name="Afbeelding 7">
            <a:extLst>
              <a:ext uri="{FF2B5EF4-FFF2-40B4-BE49-F238E27FC236}">
                <a16:creationId xmlns:a16="http://schemas.microsoft.com/office/drawing/2014/main" id="{AAE89601-BCD0-F047-8EF2-BCF0A7E4E39E}"/>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0" y="0"/>
            <a:ext cx="1306800" cy="1306800"/>
          </a:xfrm>
          <a:prstGeom prst="rect">
            <a:avLst/>
          </a:prstGeom>
        </p:spPr>
      </p:pic>
      <p:sp>
        <p:nvSpPr>
          <p:cNvPr id="9" name="Titel 28">
            <a:extLst>
              <a:ext uri="{FF2B5EF4-FFF2-40B4-BE49-F238E27FC236}">
                <a16:creationId xmlns:a16="http://schemas.microsoft.com/office/drawing/2014/main" id="{075D6290-91D2-F24A-BD56-BB897A714E5C}"/>
              </a:ext>
            </a:extLst>
          </p:cNvPr>
          <p:cNvSpPr>
            <a:spLocks noGrp="1"/>
          </p:cNvSpPr>
          <p:nvPr>
            <p:ph type="title" hasCustomPrompt="1"/>
          </p:nvPr>
        </p:nvSpPr>
        <p:spPr>
          <a:xfrm>
            <a:off x="1704587" y="0"/>
            <a:ext cx="9712533" cy="1634400"/>
          </a:xfrm>
          <a:prstGeom prst="rect">
            <a:avLst/>
          </a:prstGeom>
        </p:spPr>
        <p:txBody>
          <a:bodyPr anchor="ctr">
            <a:noAutofit/>
          </a:bodyPr>
          <a:lstStyle>
            <a:lvl1pPr algn="r">
              <a:defRPr sz="3500" b="1" i="0">
                <a:solidFill>
                  <a:schemeClr val="accent2"/>
                </a:solidFill>
                <a:latin typeface="Calibri" panose="020F0502020204030204" pitchFamily="34" charset="0"/>
                <a:cs typeface="Calibri" panose="020F0502020204030204" pitchFamily="34" charset="0"/>
              </a:defRPr>
            </a:lvl1pPr>
          </a:lstStyle>
          <a:p>
            <a:r>
              <a:rPr lang="nl-NL" dirty="0"/>
              <a:t>1. </a:t>
            </a:r>
            <a:r>
              <a:rPr lang="nl-NL" dirty="0" err="1"/>
              <a:t>Chapter</a:t>
            </a:r>
            <a:r>
              <a:rPr lang="nl-NL" dirty="0"/>
              <a:t> </a:t>
            </a:r>
            <a:r>
              <a:rPr lang="nl-NL" dirty="0" err="1"/>
              <a:t>title</a:t>
            </a:r>
            <a:endParaRPr lang="nl-BE" dirty="0"/>
          </a:p>
        </p:txBody>
      </p:sp>
    </p:spTree>
    <p:extLst>
      <p:ext uri="{BB962C8B-B14F-4D97-AF65-F5344CB8AC3E}">
        <p14:creationId xmlns:p14="http://schemas.microsoft.com/office/powerpoint/2010/main" val="36351713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age 4">
    <p:bg>
      <p:bgPr>
        <a:solidFill>
          <a:schemeClr val="bg1"/>
        </a:solidFill>
        <a:effectLst/>
      </p:bgPr>
    </p:bg>
    <p:spTree>
      <p:nvGrpSpPr>
        <p:cNvPr id="1" name=""/>
        <p:cNvGrpSpPr/>
        <p:nvPr/>
      </p:nvGrpSpPr>
      <p:grpSpPr>
        <a:xfrm>
          <a:off x="0" y="0"/>
          <a:ext cx="0" cy="0"/>
          <a:chOff x="0" y="0"/>
          <a:chExt cx="0" cy="0"/>
        </a:xfrm>
      </p:grpSpPr>
      <p:sp>
        <p:nvSpPr>
          <p:cNvPr id="6" name="Tijdelijke aanduiding voor afbeelding 2">
            <a:extLst>
              <a:ext uri="{FF2B5EF4-FFF2-40B4-BE49-F238E27FC236}">
                <a16:creationId xmlns:a16="http://schemas.microsoft.com/office/drawing/2014/main" id="{7B988CEB-0277-F24F-A6DB-DB8E4E98DBB1}"/>
              </a:ext>
            </a:extLst>
          </p:cNvPr>
          <p:cNvSpPr>
            <a:spLocks noGrp="1"/>
          </p:cNvSpPr>
          <p:nvPr>
            <p:ph type="pic" sz="quarter" idx="10"/>
          </p:nvPr>
        </p:nvSpPr>
        <p:spPr>
          <a:xfrm>
            <a:off x="0" y="0"/>
            <a:ext cx="12192000" cy="6857999"/>
          </a:xfrm>
          <a:prstGeom prst="rect">
            <a:avLst/>
          </a:prstGeom>
          <a:solidFill>
            <a:schemeClr val="tx2">
              <a:lumMod val="95000"/>
            </a:schemeClr>
          </a:solidFill>
        </p:spPr>
        <p:txBody>
          <a:bodyPr/>
          <a:lstStyle>
            <a:lvl1pPr marL="0" indent="0">
              <a:buNone/>
              <a:defRPr/>
            </a:lvl1pPr>
          </a:lstStyle>
          <a:p>
            <a:endParaRPr lang="nl-BE" dirty="0"/>
          </a:p>
        </p:txBody>
      </p:sp>
      <p:pic>
        <p:nvPicPr>
          <p:cNvPr id="7" name="Afbeelding 6">
            <a:extLst>
              <a:ext uri="{FF2B5EF4-FFF2-40B4-BE49-F238E27FC236}">
                <a16:creationId xmlns:a16="http://schemas.microsoft.com/office/drawing/2014/main" id="{185C66D8-F688-5644-91F9-D0F623418279}"/>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0885200" y="5551200"/>
            <a:ext cx="1306800" cy="1306800"/>
          </a:xfrm>
          <a:prstGeom prst="rect">
            <a:avLst/>
          </a:prstGeom>
        </p:spPr>
      </p:pic>
      <p:pic>
        <p:nvPicPr>
          <p:cNvPr id="8" name="Afbeelding 7">
            <a:extLst>
              <a:ext uri="{FF2B5EF4-FFF2-40B4-BE49-F238E27FC236}">
                <a16:creationId xmlns:a16="http://schemas.microsoft.com/office/drawing/2014/main" id="{7C9FB7BE-06A8-404E-AD31-B8BEE16B3E2F}"/>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0" y="0"/>
            <a:ext cx="1306800" cy="1306800"/>
          </a:xfrm>
          <a:prstGeom prst="rect">
            <a:avLst/>
          </a:prstGeom>
        </p:spPr>
      </p:pic>
    </p:spTree>
    <p:extLst>
      <p:ext uri="{BB962C8B-B14F-4D97-AF65-F5344CB8AC3E}">
        <p14:creationId xmlns:p14="http://schemas.microsoft.com/office/powerpoint/2010/main" val="28137635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losing Light">
    <p:spTree>
      <p:nvGrpSpPr>
        <p:cNvPr id="1" name=""/>
        <p:cNvGrpSpPr/>
        <p:nvPr/>
      </p:nvGrpSpPr>
      <p:grpSpPr>
        <a:xfrm>
          <a:off x="0" y="0"/>
          <a:ext cx="0" cy="0"/>
          <a:chOff x="0" y="0"/>
          <a:chExt cx="0" cy="0"/>
        </a:xfrm>
      </p:grpSpPr>
      <p:sp>
        <p:nvSpPr>
          <p:cNvPr id="3" name="Tijdelijke aanduiding voor tekst 2">
            <a:extLst>
              <a:ext uri="{FF2B5EF4-FFF2-40B4-BE49-F238E27FC236}">
                <a16:creationId xmlns:a16="http://schemas.microsoft.com/office/drawing/2014/main" id="{64E9ECBF-23C1-1644-8886-964FA886698D}"/>
              </a:ext>
            </a:extLst>
          </p:cNvPr>
          <p:cNvSpPr txBox="1">
            <a:spLocks/>
          </p:cNvSpPr>
          <p:nvPr userDrawn="1"/>
        </p:nvSpPr>
        <p:spPr>
          <a:xfrm>
            <a:off x="1306797" y="1306800"/>
            <a:ext cx="10885202" cy="4244400"/>
          </a:xfrm>
          <a:prstGeom prst="rect">
            <a:avLst/>
          </a:prstGeom>
        </p:spPr>
        <p:txBody>
          <a:bodyPr anchor="ctr" anchorCtr="0"/>
          <a:lstStyle>
            <a:lvl1pPr marL="0" indent="0" algn="l" defTabSz="914400" rtl="0" eaLnBrk="1" latinLnBrk="0" hangingPunct="1">
              <a:lnSpc>
                <a:spcPct val="90000"/>
              </a:lnSpc>
              <a:spcBef>
                <a:spcPts val="1000"/>
              </a:spcBef>
              <a:buSzPct val="50000"/>
              <a:buFont typeface="+mj-lt"/>
              <a:buNone/>
              <a:defRPr sz="4800" b="0" i="0" kern="1200">
                <a:solidFill>
                  <a:schemeClr val="tx2"/>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l-BE" b="1" i="0" dirty="0">
              <a:latin typeface="Calibri" panose="020F0502020204030204" pitchFamily="34" charset="0"/>
              <a:cs typeface="Calibri" panose="020F0502020204030204" pitchFamily="34" charset="0"/>
            </a:endParaRPr>
          </a:p>
        </p:txBody>
      </p:sp>
      <p:sp>
        <p:nvSpPr>
          <p:cNvPr id="4" name="Text Placeholder 2"/>
          <p:cNvSpPr>
            <a:spLocks noGrp="1"/>
          </p:cNvSpPr>
          <p:nvPr>
            <p:ph type="body" sz="quarter" idx="10" hasCustomPrompt="1"/>
          </p:nvPr>
        </p:nvSpPr>
        <p:spPr>
          <a:xfrm>
            <a:off x="1306798" y="1306800"/>
            <a:ext cx="9300878" cy="4244400"/>
          </a:xfrm>
          <a:prstGeom prst="rect">
            <a:avLst/>
          </a:prstGeom>
        </p:spPr>
        <p:txBody>
          <a:bodyPr anchor="ctr"/>
          <a:lstStyle>
            <a:lvl1pPr marL="0" indent="0">
              <a:buNone/>
              <a:defRPr sz="4800">
                <a:solidFill>
                  <a:schemeClr val="bg1"/>
                </a:solidFill>
              </a:defRPr>
            </a:lvl1pPr>
          </a:lstStyle>
          <a:p>
            <a:r>
              <a:rPr lang="nl-BE" b="1" i="0" dirty="0" err="1">
                <a:latin typeface="Calibri" panose="020F0502020204030204" pitchFamily="34" charset="0"/>
                <a:cs typeface="Calibri" panose="020F0502020204030204" pitchFamily="34" charset="0"/>
              </a:rPr>
              <a:t>Your</a:t>
            </a:r>
            <a:r>
              <a:rPr lang="nl-BE" b="1" i="0" dirty="0">
                <a:latin typeface="Calibri" panose="020F0502020204030204" pitchFamily="34" charset="0"/>
                <a:cs typeface="Calibri" panose="020F0502020204030204" pitchFamily="34" charset="0"/>
              </a:rPr>
              <a:t> </a:t>
            </a:r>
            <a:r>
              <a:rPr lang="nl-BE" b="1" i="0" dirty="0" err="1">
                <a:latin typeface="Calibri" panose="020F0502020204030204" pitchFamily="34" charset="0"/>
                <a:cs typeface="Calibri" panose="020F0502020204030204" pitchFamily="34" charset="0"/>
              </a:rPr>
              <a:t>closing</a:t>
            </a:r>
            <a:r>
              <a:rPr lang="nl-BE" b="1" i="0" dirty="0">
                <a:latin typeface="Calibri" panose="020F0502020204030204" pitchFamily="34" charset="0"/>
                <a:cs typeface="Calibri" panose="020F0502020204030204" pitchFamily="34" charset="0"/>
              </a:rPr>
              <a:t> </a:t>
            </a:r>
            <a:r>
              <a:rPr lang="nl-BE" b="1" i="0" dirty="0" err="1">
                <a:latin typeface="Calibri" panose="020F0502020204030204" pitchFamily="34" charset="0"/>
                <a:cs typeface="Calibri" panose="020F0502020204030204" pitchFamily="34" charset="0"/>
              </a:rPr>
              <a:t>phrase</a:t>
            </a:r>
            <a:endParaRPr lang="nl-BE" b="1" i="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609894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osing Dark">
    <p:bg>
      <p:bgPr>
        <a:solidFill>
          <a:schemeClr val="bg2"/>
        </a:solidFill>
        <a:effectLst/>
      </p:bgPr>
    </p:bg>
    <p:spTree>
      <p:nvGrpSpPr>
        <p:cNvPr id="1" name=""/>
        <p:cNvGrpSpPr/>
        <p:nvPr/>
      </p:nvGrpSpPr>
      <p:grpSpPr>
        <a:xfrm>
          <a:off x="0" y="0"/>
          <a:ext cx="0" cy="0"/>
          <a:chOff x="0" y="0"/>
          <a:chExt cx="0" cy="0"/>
        </a:xfrm>
      </p:grpSpPr>
      <p:pic>
        <p:nvPicPr>
          <p:cNvPr id="7" name="Afbeelding 6">
            <a:extLst>
              <a:ext uri="{FF2B5EF4-FFF2-40B4-BE49-F238E27FC236}">
                <a16:creationId xmlns:a16="http://schemas.microsoft.com/office/drawing/2014/main" id="{A5350FA6-7A12-8242-BC1E-5B8101F36360}"/>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3" y="0"/>
            <a:ext cx="1306800" cy="1306800"/>
          </a:xfrm>
          <a:prstGeom prst="rect">
            <a:avLst/>
          </a:prstGeom>
        </p:spPr>
      </p:pic>
      <p:pic>
        <p:nvPicPr>
          <p:cNvPr id="10" name="Afbeelding 9">
            <a:extLst>
              <a:ext uri="{FF2B5EF4-FFF2-40B4-BE49-F238E27FC236}">
                <a16:creationId xmlns:a16="http://schemas.microsoft.com/office/drawing/2014/main" id="{5552E9BE-C5B0-2243-9B17-5CE4F5BEBD12}"/>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0885200" y="5551200"/>
            <a:ext cx="1306800" cy="1306800"/>
          </a:xfrm>
          <a:prstGeom prst="rect">
            <a:avLst/>
          </a:prstGeom>
        </p:spPr>
      </p:pic>
      <p:sp>
        <p:nvSpPr>
          <p:cNvPr id="4" name="Tijdelijke aanduiding voor tekst 2">
            <a:extLst>
              <a:ext uri="{FF2B5EF4-FFF2-40B4-BE49-F238E27FC236}">
                <a16:creationId xmlns:a16="http://schemas.microsoft.com/office/drawing/2014/main" id="{64E9ECBF-23C1-1644-8886-964FA886698D}"/>
              </a:ext>
            </a:extLst>
          </p:cNvPr>
          <p:cNvSpPr txBox="1">
            <a:spLocks/>
          </p:cNvSpPr>
          <p:nvPr userDrawn="1"/>
        </p:nvSpPr>
        <p:spPr>
          <a:xfrm>
            <a:off x="1306797" y="1306800"/>
            <a:ext cx="10885202" cy="4244400"/>
          </a:xfrm>
          <a:prstGeom prst="rect">
            <a:avLst/>
          </a:prstGeom>
        </p:spPr>
        <p:txBody>
          <a:bodyPr anchor="ctr" anchorCtr="0"/>
          <a:lstStyle>
            <a:lvl1pPr marL="0" indent="0" algn="l" defTabSz="914400" rtl="0" eaLnBrk="1" latinLnBrk="0" hangingPunct="1">
              <a:lnSpc>
                <a:spcPct val="90000"/>
              </a:lnSpc>
              <a:spcBef>
                <a:spcPts val="1000"/>
              </a:spcBef>
              <a:buSzPct val="50000"/>
              <a:buFont typeface="+mj-lt"/>
              <a:buNone/>
              <a:defRPr sz="4800" b="0" i="0" kern="1200">
                <a:solidFill>
                  <a:schemeClr val="tx2"/>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l-BE" b="1" i="0" dirty="0">
              <a:latin typeface="Calibri" panose="020F0502020204030204" pitchFamily="34" charset="0"/>
              <a:cs typeface="Calibri" panose="020F0502020204030204" pitchFamily="34" charset="0"/>
            </a:endParaRPr>
          </a:p>
        </p:txBody>
      </p:sp>
      <p:sp>
        <p:nvSpPr>
          <p:cNvPr id="5" name="Text Placeholder 2"/>
          <p:cNvSpPr>
            <a:spLocks noGrp="1"/>
          </p:cNvSpPr>
          <p:nvPr>
            <p:ph type="body" sz="quarter" idx="10" hasCustomPrompt="1"/>
          </p:nvPr>
        </p:nvSpPr>
        <p:spPr>
          <a:xfrm>
            <a:off x="1306798" y="1306800"/>
            <a:ext cx="9300878" cy="4244400"/>
          </a:xfrm>
          <a:prstGeom prst="rect">
            <a:avLst/>
          </a:prstGeom>
        </p:spPr>
        <p:txBody>
          <a:bodyPr anchor="ctr"/>
          <a:lstStyle>
            <a:lvl1pPr marL="0" indent="0">
              <a:buNone/>
              <a:defRPr sz="4800">
                <a:solidFill>
                  <a:schemeClr val="bg1"/>
                </a:solidFill>
              </a:defRPr>
            </a:lvl1pPr>
          </a:lstStyle>
          <a:p>
            <a:r>
              <a:rPr lang="nl-BE" b="1" i="0" dirty="0" err="1">
                <a:latin typeface="Calibri" panose="020F0502020204030204" pitchFamily="34" charset="0"/>
                <a:cs typeface="Calibri" panose="020F0502020204030204" pitchFamily="34" charset="0"/>
              </a:rPr>
              <a:t>Your</a:t>
            </a:r>
            <a:r>
              <a:rPr lang="nl-BE" b="1" i="0" dirty="0">
                <a:latin typeface="Calibri" panose="020F0502020204030204" pitchFamily="34" charset="0"/>
                <a:cs typeface="Calibri" panose="020F0502020204030204" pitchFamily="34" charset="0"/>
              </a:rPr>
              <a:t> </a:t>
            </a:r>
            <a:r>
              <a:rPr lang="nl-BE" b="1" i="0" dirty="0" err="1">
                <a:latin typeface="Calibri" panose="020F0502020204030204" pitchFamily="34" charset="0"/>
                <a:cs typeface="Calibri" panose="020F0502020204030204" pitchFamily="34" charset="0"/>
              </a:rPr>
              <a:t>closing</a:t>
            </a:r>
            <a:r>
              <a:rPr lang="nl-BE" b="1" i="0" dirty="0">
                <a:latin typeface="Calibri" panose="020F0502020204030204" pitchFamily="34" charset="0"/>
                <a:cs typeface="Calibri" panose="020F0502020204030204" pitchFamily="34" charset="0"/>
              </a:rPr>
              <a:t> </a:t>
            </a:r>
            <a:r>
              <a:rPr lang="nl-BE" b="1" i="0" dirty="0" err="1">
                <a:latin typeface="Calibri" panose="020F0502020204030204" pitchFamily="34" charset="0"/>
                <a:cs typeface="Calibri" panose="020F0502020204030204" pitchFamily="34" charset="0"/>
              </a:rPr>
              <a:t>phrase</a:t>
            </a:r>
            <a:endParaRPr lang="nl-BE" b="1" i="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382871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losing Dark + Text NL">
    <p:spTree>
      <p:nvGrpSpPr>
        <p:cNvPr id="1" name=""/>
        <p:cNvGrpSpPr/>
        <p:nvPr/>
      </p:nvGrpSpPr>
      <p:grpSpPr>
        <a:xfrm>
          <a:off x="0" y="0"/>
          <a:ext cx="0" cy="0"/>
          <a:chOff x="0" y="0"/>
          <a:chExt cx="0" cy="0"/>
        </a:xfrm>
      </p:grpSpPr>
      <p:sp>
        <p:nvSpPr>
          <p:cNvPr id="5" name="Tijdelijke aanduiding voor tekst 2">
            <a:extLst>
              <a:ext uri="{FF2B5EF4-FFF2-40B4-BE49-F238E27FC236}">
                <a16:creationId xmlns:a16="http://schemas.microsoft.com/office/drawing/2014/main" id="{64E9ECBF-23C1-1644-8886-964FA886698D}"/>
              </a:ext>
            </a:extLst>
          </p:cNvPr>
          <p:cNvSpPr txBox="1">
            <a:spLocks/>
          </p:cNvSpPr>
          <p:nvPr userDrawn="1"/>
        </p:nvSpPr>
        <p:spPr>
          <a:xfrm>
            <a:off x="1306797" y="1306800"/>
            <a:ext cx="10885202" cy="4244400"/>
          </a:xfrm>
          <a:prstGeom prst="rect">
            <a:avLst/>
          </a:prstGeom>
        </p:spPr>
        <p:txBody>
          <a:bodyPr anchor="ctr" anchorCtr="0"/>
          <a:lstStyle>
            <a:lvl1pPr marL="0" indent="0" algn="l" defTabSz="914400" rtl="0" eaLnBrk="1" latinLnBrk="0" hangingPunct="1">
              <a:lnSpc>
                <a:spcPct val="90000"/>
              </a:lnSpc>
              <a:spcBef>
                <a:spcPts val="1000"/>
              </a:spcBef>
              <a:buSzPct val="50000"/>
              <a:buFont typeface="+mj-lt"/>
              <a:buNone/>
              <a:defRPr sz="4800" b="0" i="0" kern="1200">
                <a:solidFill>
                  <a:schemeClr val="tx2"/>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BE" b="1" i="0" dirty="0">
                <a:latin typeface="Calibri" panose="020F0502020204030204" pitchFamily="34" charset="0"/>
                <a:cs typeface="Calibri" panose="020F0502020204030204" pitchFamily="34" charset="0"/>
              </a:rPr>
              <a:t>Ontwikkelt </a:t>
            </a:r>
          </a:p>
          <a:p>
            <a:r>
              <a:rPr lang="nl-BE" b="1" i="0" dirty="0">
                <a:latin typeface="Calibri" panose="020F0502020204030204" pitchFamily="34" charset="0"/>
                <a:cs typeface="Calibri" panose="020F0502020204030204" pitchFamily="34" charset="0"/>
              </a:rPr>
              <a:t>Faciliteert </a:t>
            </a:r>
          </a:p>
          <a:p>
            <a:r>
              <a:rPr lang="nl-BE" b="1" i="0" dirty="0">
                <a:latin typeface="Calibri" panose="020F0502020204030204" pitchFamily="34" charset="0"/>
                <a:cs typeface="Calibri" panose="020F0502020204030204" pitchFamily="34" charset="0"/>
              </a:rPr>
              <a:t>Verbindt</a:t>
            </a:r>
          </a:p>
        </p:txBody>
      </p:sp>
    </p:spTree>
    <p:extLst>
      <p:ext uri="{BB962C8B-B14F-4D97-AF65-F5344CB8AC3E}">
        <p14:creationId xmlns:p14="http://schemas.microsoft.com/office/powerpoint/2010/main" val="37144067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losing Dark + Text FR">
    <p:spTree>
      <p:nvGrpSpPr>
        <p:cNvPr id="1" name=""/>
        <p:cNvGrpSpPr/>
        <p:nvPr/>
      </p:nvGrpSpPr>
      <p:grpSpPr>
        <a:xfrm>
          <a:off x="0" y="0"/>
          <a:ext cx="0" cy="0"/>
          <a:chOff x="0" y="0"/>
          <a:chExt cx="0" cy="0"/>
        </a:xfrm>
      </p:grpSpPr>
      <p:sp>
        <p:nvSpPr>
          <p:cNvPr id="5" name="Tijdelijke aanduiding voor tekst 2">
            <a:extLst>
              <a:ext uri="{FF2B5EF4-FFF2-40B4-BE49-F238E27FC236}">
                <a16:creationId xmlns:a16="http://schemas.microsoft.com/office/drawing/2014/main" id="{64E9ECBF-23C1-1644-8886-964FA886698D}"/>
              </a:ext>
            </a:extLst>
          </p:cNvPr>
          <p:cNvSpPr txBox="1">
            <a:spLocks/>
          </p:cNvSpPr>
          <p:nvPr userDrawn="1"/>
        </p:nvSpPr>
        <p:spPr>
          <a:xfrm>
            <a:off x="1306797" y="1306800"/>
            <a:ext cx="10885202" cy="4244400"/>
          </a:xfrm>
          <a:prstGeom prst="rect">
            <a:avLst/>
          </a:prstGeom>
        </p:spPr>
        <p:txBody>
          <a:bodyPr anchor="ctr" anchorCtr="0"/>
          <a:lstStyle>
            <a:lvl1pPr marL="0" indent="0" algn="l" defTabSz="914400" rtl="0" eaLnBrk="1" latinLnBrk="0" hangingPunct="1">
              <a:lnSpc>
                <a:spcPct val="90000"/>
              </a:lnSpc>
              <a:spcBef>
                <a:spcPts val="1000"/>
              </a:spcBef>
              <a:buSzPct val="50000"/>
              <a:buFont typeface="+mj-lt"/>
              <a:buNone/>
              <a:defRPr sz="4800" b="0" i="0" kern="1200">
                <a:solidFill>
                  <a:schemeClr val="tx2"/>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BE" b="1" i="0" dirty="0" err="1">
                <a:latin typeface="Calibri" panose="020F0502020204030204" pitchFamily="34" charset="0"/>
                <a:cs typeface="Calibri" panose="020F0502020204030204" pitchFamily="34" charset="0"/>
              </a:rPr>
              <a:t>Développe</a:t>
            </a:r>
            <a:endParaRPr lang="nl-BE" b="1" i="0" dirty="0">
              <a:latin typeface="Calibri" panose="020F0502020204030204" pitchFamily="34" charset="0"/>
              <a:cs typeface="Calibri" panose="020F0502020204030204" pitchFamily="34" charset="0"/>
            </a:endParaRPr>
          </a:p>
          <a:p>
            <a:r>
              <a:rPr lang="nl-BE" b="1" i="0" dirty="0" err="1">
                <a:latin typeface="Calibri" panose="020F0502020204030204" pitchFamily="34" charset="0"/>
                <a:cs typeface="Calibri" panose="020F0502020204030204" pitchFamily="34" charset="0"/>
              </a:rPr>
              <a:t>Facilite</a:t>
            </a:r>
            <a:endParaRPr lang="nl-BE" b="1" i="0" dirty="0">
              <a:latin typeface="Calibri" panose="020F0502020204030204" pitchFamily="34" charset="0"/>
              <a:cs typeface="Calibri" panose="020F0502020204030204" pitchFamily="34" charset="0"/>
            </a:endParaRPr>
          </a:p>
          <a:p>
            <a:r>
              <a:rPr lang="nl-BE" b="1" i="0" dirty="0" err="1">
                <a:latin typeface="Calibri" panose="020F0502020204030204" pitchFamily="34" charset="0"/>
                <a:cs typeface="Calibri" panose="020F0502020204030204" pitchFamily="34" charset="0"/>
              </a:rPr>
              <a:t>Rapproche</a:t>
            </a:r>
            <a:endParaRPr lang="nl-BE" b="1" i="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88561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losing Dark + Text EN">
    <p:spTree>
      <p:nvGrpSpPr>
        <p:cNvPr id="1" name=""/>
        <p:cNvGrpSpPr/>
        <p:nvPr/>
      </p:nvGrpSpPr>
      <p:grpSpPr>
        <a:xfrm>
          <a:off x="0" y="0"/>
          <a:ext cx="0" cy="0"/>
          <a:chOff x="0" y="0"/>
          <a:chExt cx="0" cy="0"/>
        </a:xfrm>
      </p:grpSpPr>
      <p:sp>
        <p:nvSpPr>
          <p:cNvPr id="4" name="Tijdelijke aanduiding voor tekst 2">
            <a:extLst>
              <a:ext uri="{FF2B5EF4-FFF2-40B4-BE49-F238E27FC236}">
                <a16:creationId xmlns:a16="http://schemas.microsoft.com/office/drawing/2014/main" id="{64E9ECBF-23C1-1644-8886-964FA886698D}"/>
              </a:ext>
            </a:extLst>
          </p:cNvPr>
          <p:cNvSpPr txBox="1">
            <a:spLocks/>
          </p:cNvSpPr>
          <p:nvPr userDrawn="1"/>
        </p:nvSpPr>
        <p:spPr>
          <a:xfrm>
            <a:off x="1306797" y="1306800"/>
            <a:ext cx="10885202" cy="4244400"/>
          </a:xfrm>
          <a:prstGeom prst="rect">
            <a:avLst/>
          </a:prstGeom>
        </p:spPr>
        <p:txBody>
          <a:bodyPr anchor="ctr" anchorCtr="0"/>
          <a:lstStyle>
            <a:lvl1pPr marL="0" indent="0" algn="l" defTabSz="914400" rtl="0" eaLnBrk="1" latinLnBrk="0" hangingPunct="1">
              <a:lnSpc>
                <a:spcPct val="90000"/>
              </a:lnSpc>
              <a:spcBef>
                <a:spcPts val="1000"/>
              </a:spcBef>
              <a:buSzPct val="50000"/>
              <a:buFont typeface="+mj-lt"/>
              <a:buNone/>
              <a:defRPr sz="4800" b="0" i="0" kern="1200">
                <a:solidFill>
                  <a:schemeClr val="tx2"/>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BE" b="1" i="0" dirty="0" err="1">
                <a:latin typeface="Calibri" panose="020F0502020204030204" pitchFamily="34" charset="0"/>
                <a:cs typeface="Calibri" panose="020F0502020204030204" pitchFamily="34" charset="0"/>
              </a:rPr>
              <a:t>Develops</a:t>
            </a:r>
            <a:endParaRPr lang="nl-BE" b="1" i="0" dirty="0">
              <a:latin typeface="Calibri" panose="020F0502020204030204" pitchFamily="34" charset="0"/>
              <a:cs typeface="Calibri" panose="020F0502020204030204" pitchFamily="34" charset="0"/>
            </a:endParaRPr>
          </a:p>
          <a:p>
            <a:r>
              <a:rPr lang="nl-BE" b="1" dirty="0" err="1"/>
              <a:t>Facilitates</a:t>
            </a:r>
            <a:endParaRPr lang="nl-BE" b="1" dirty="0"/>
          </a:p>
          <a:p>
            <a:r>
              <a:rPr lang="nl-BE" b="1" i="0" dirty="0" err="1">
                <a:latin typeface="Calibri" panose="020F0502020204030204" pitchFamily="34" charset="0"/>
                <a:cs typeface="Calibri" panose="020F0502020204030204" pitchFamily="34" charset="0"/>
              </a:rPr>
              <a:t>Bringstogether</a:t>
            </a:r>
            <a:endParaRPr lang="nl-BE" b="1" i="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049474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10.png"/><Relationship Id="rId5" Type="http://schemas.openxmlformats.org/officeDocument/2006/relationships/slideLayout" Target="../slideLayouts/slideLayout14.xml"/><Relationship Id="rId10" Type="http://schemas.openxmlformats.org/officeDocument/2006/relationships/theme" Target="../theme/theme3.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0.xml"/><Relationship Id="rId1" Type="http://schemas.openxmlformats.org/officeDocument/2006/relationships/slideLayout" Target="../slideLayouts/slideLayout19.xml"/><Relationship Id="rId4" Type="http://schemas.openxmlformats.org/officeDocument/2006/relationships/image" Target="../media/image10.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5" Type="http://schemas.openxmlformats.org/officeDocument/2006/relationships/theme" Target="../theme/theme5.xml"/><Relationship Id="rId4" Type="http://schemas.openxmlformats.org/officeDocument/2006/relationships/slideLayout" Target="../slideLayouts/slideLayout24.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theme" Target="../theme/theme6.xml"/><Relationship Id="rId1" Type="http://schemas.openxmlformats.org/officeDocument/2006/relationships/slideLayout" Target="../slideLayouts/slideLayout25.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image" Target="../media/image9.png"/><Relationship Id="rId5" Type="http://schemas.openxmlformats.org/officeDocument/2006/relationships/theme" Target="../theme/theme7.xml"/><Relationship Id="rId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115876"/>
      </p:ext>
    </p:extLst>
  </p:cSld>
  <p:clrMap bg1="lt1" tx1="dk1" bg2="lt2" tx2="dk2" accent1="accent1" accent2="accent2" accent3="accent3" accent4="accent4" accent5="accent5" accent6="accent6" hlink="hlink" folHlink="folHlink"/>
  <p:sldLayoutIdLst>
    <p:sldLayoutId id="2147483665" r:id="rId1"/>
    <p:sldLayoutId id="2147483780" r:id="rId2"/>
    <p:sldLayoutId id="2147483777" r:id="rId3"/>
    <p:sldLayoutId id="2147483779" r:id="rId4"/>
    <p:sldLayoutId id="2147483778" r:id="rId5"/>
    <p:sldLayoutId id="2147483752"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5970752"/>
      </p:ext>
    </p:extLst>
  </p:cSld>
  <p:clrMap bg1="lt1" tx1="dk1" bg2="lt2" tx2="dk2" accent1="accent1" accent2="accent2" accent3="accent3" accent4="accent4" accent5="accent5" accent6="accent6" hlink="hlink" folHlink="folHlink"/>
  <p:sldLayoutIdLst>
    <p:sldLayoutId id="2147483680" r:id="rId1"/>
    <p:sldLayoutId id="2147483667" r:id="rId2"/>
    <p:sldLayoutId id="2147483794" r:id="rId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Rechthoek 2">
            <a:extLst>
              <a:ext uri="{FF2B5EF4-FFF2-40B4-BE49-F238E27FC236}">
                <a16:creationId xmlns:a16="http://schemas.microsoft.com/office/drawing/2014/main" id="{F9C57023-7CE4-824C-8E0E-D8797537E412}"/>
              </a:ext>
            </a:extLst>
          </p:cNvPr>
          <p:cNvSpPr/>
          <p:nvPr userDrawn="1"/>
        </p:nvSpPr>
        <p:spPr>
          <a:xfrm>
            <a:off x="0" y="6495880"/>
            <a:ext cx="12192000" cy="3621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2" name="Afbeelding 1">
            <a:extLst>
              <a:ext uri="{FF2B5EF4-FFF2-40B4-BE49-F238E27FC236}">
                <a16:creationId xmlns:a16="http://schemas.microsoft.com/office/drawing/2014/main" id="{9FE3A4A6-650B-AF4D-A7C7-2D5391844543}"/>
              </a:ext>
            </a:extLst>
          </p:cNvPr>
          <p:cNvPicPr>
            <a:picLocks noChangeAspect="1"/>
          </p:cNvPicPr>
          <p:nvPr userDrawn="1"/>
        </p:nvPicPr>
        <p:blipFill>
          <a:blip r:embed="rId11" cstate="screen">
            <a:extLst>
              <a:ext uri="{28A0092B-C50C-407E-A947-70E740481C1C}">
                <a14:useLocalDpi xmlns:a14="http://schemas.microsoft.com/office/drawing/2010/main" val="0"/>
              </a:ext>
            </a:extLst>
          </a:blip>
          <a:stretch>
            <a:fillRect/>
          </a:stretch>
        </p:blipFill>
        <p:spPr>
          <a:xfrm>
            <a:off x="0" y="0"/>
            <a:ext cx="360000" cy="360000"/>
          </a:xfrm>
          <a:prstGeom prst="rect">
            <a:avLst/>
          </a:prstGeom>
        </p:spPr>
      </p:pic>
      <p:pic>
        <p:nvPicPr>
          <p:cNvPr id="6" name="Afbeelding 5">
            <a:extLst>
              <a:ext uri="{FF2B5EF4-FFF2-40B4-BE49-F238E27FC236}">
                <a16:creationId xmlns:a16="http://schemas.microsoft.com/office/drawing/2014/main" id="{D9222961-87D7-D445-A5B6-9CB31A193F80}"/>
              </a:ext>
            </a:extLst>
          </p:cNvPr>
          <p:cNvPicPr>
            <a:picLocks noChangeAspect="1"/>
          </p:cNvPicPr>
          <p:nvPr userDrawn="1"/>
        </p:nvPicPr>
        <p:blipFill>
          <a:blip r:embed="rId11" cstate="screen">
            <a:extLst>
              <a:ext uri="{28A0092B-C50C-407E-A947-70E740481C1C}">
                <a14:useLocalDpi xmlns:a14="http://schemas.microsoft.com/office/drawing/2010/main" val="0"/>
              </a:ext>
            </a:extLst>
          </a:blip>
          <a:stretch>
            <a:fillRect/>
          </a:stretch>
        </p:blipFill>
        <p:spPr>
          <a:xfrm>
            <a:off x="11832000" y="6498000"/>
            <a:ext cx="360000" cy="360000"/>
          </a:xfrm>
          <a:prstGeom prst="rect">
            <a:avLst/>
          </a:prstGeom>
        </p:spPr>
      </p:pic>
    </p:spTree>
    <p:extLst>
      <p:ext uri="{BB962C8B-B14F-4D97-AF65-F5344CB8AC3E}">
        <p14:creationId xmlns:p14="http://schemas.microsoft.com/office/powerpoint/2010/main" val="1553487934"/>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92" r:id="rId3"/>
    <p:sldLayoutId id="2147483770" r:id="rId4"/>
    <p:sldLayoutId id="2147483782" r:id="rId5"/>
    <p:sldLayoutId id="2147483703" r:id="rId6"/>
    <p:sldLayoutId id="2147483783" r:id="rId7"/>
    <p:sldLayoutId id="2147483704" r:id="rId8"/>
    <p:sldLayoutId id="2147483804" r:id="rId9"/>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Afbeelding 1">
            <a:extLst>
              <a:ext uri="{FF2B5EF4-FFF2-40B4-BE49-F238E27FC236}">
                <a16:creationId xmlns:a16="http://schemas.microsoft.com/office/drawing/2014/main" id="{9FE3A4A6-650B-AF4D-A7C7-2D5391844543}"/>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0" y="0"/>
            <a:ext cx="360000" cy="360000"/>
          </a:xfrm>
          <a:prstGeom prst="rect">
            <a:avLst/>
          </a:prstGeom>
        </p:spPr>
      </p:pic>
      <p:pic>
        <p:nvPicPr>
          <p:cNvPr id="5" name="Afbeelding 5">
            <a:extLst>
              <a:ext uri="{FF2B5EF4-FFF2-40B4-BE49-F238E27FC236}">
                <a16:creationId xmlns:a16="http://schemas.microsoft.com/office/drawing/2014/main" id="{D9222961-87D7-D445-A5B6-9CB31A193F80}"/>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11832000" y="6498000"/>
            <a:ext cx="360000" cy="360000"/>
          </a:xfrm>
          <a:prstGeom prst="rect">
            <a:avLst/>
          </a:prstGeom>
        </p:spPr>
      </p:pic>
    </p:spTree>
    <p:extLst>
      <p:ext uri="{BB962C8B-B14F-4D97-AF65-F5344CB8AC3E}">
        <p14:creationId xmlns:p14="http://schemas.microsoft.com/office/powerpoint/2010/main" val="4284103477"/>
      </p:ext>
    </p:extLst>
  </p:cSld>
  <p:clrMap bg1="lt1" tx1="dk1" bg2="lt2" tx2="dk2" accent1="accent1" accent2="accent2" accent3="accent3" accent4="accent4" accent5="accent5" accent6="accent6" hlink="hlink" folHlink="folHlink"/>
  <p:sldLayoutIdLst>
    <p:sldLayoutId id="2147483801" r:id="rId1"/>
    <p:sldLayoutId id="2147483803" r:id="rId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15620"/>
      </p:ext>
    </p:extLst>
  </p:cSld>
  <p:clrMap bg1="lt1" tx1="dk1" bg2="lt2" tx2="dk2" accent1="accent1" accent2="accent2" accent3="accent3" accent4="accent4" accent5="accent5" accent6="accent6" hlink="hlink" folHlink="folHlink"/>
  <p:sldLayoutIdLst>
    <p:sldLayoutId id="2147483786" r:id="rId1"/>
    <p:sldLayoutId id="2147483795" r:id="rId2"/>
    <p:sldLayoutId id="2147483787" r:id="rId3"/>
    <p:sldLayoutId id="2147483793" r:id="rId4"/>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A136B0-1AB2-9C47-AC9F-ACFCCD2DEA8D}"/>
              </a:ext>
            </a:extLst>
          </p:cNvPr>
          <p:cNvSpPr/>
          <p:nvPr userDrawn="1"/>
        </p:nvSpPr>
        <p:spPr>
          <a:xfrm>
            <a:off x="-3"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Afbeelding 6">
            <a:extLst>
              <a:ext uri="{FF2B5EF4-FFF2-40B4-BE49-F238E27FC236}">
                <a16:creationId xmlns:a16="http://schemas.microsoft.com/office/drawing/2014/main" id="{37A65FAF-7228-264A-8AFA-F74C32CDC41B}"/>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3" y="0"/>
            <a:ext cx="1306800" cy="1306800"/>
          </a:xfrm>
          <a:prstGeom prst="rect">
            <a:avLst/>
          </a:prstGeom>
        </p:spPr>
      </p:pic>
      <p:pic>
        <p:nvPicPr>
          <p:cNvPr id="4" name="Afbeelding 9">
            <a:extLst>
              <a:ext uri="{FF2B5EF4-FFF2-40B4-BE49-F238E27FC236}">
                <a16:creationId xmlns:a16="http://schemas.microsoft.com/office/drawing/2014/main" id="{20C8C401-6BA1-674F-B962-BAC7E365E0B6}"/>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10885200" y="5551200"/>
            <a:ext cx="1306800" cy="1306800"/>
          </a:xfrm>
          <a:prstGeom prst="rect">
            <a:avLst/>
          </a:prstGeom>
        </p:spPr>
      </p:pic>
    </p:spTree>
    <p:extLst>
      <p:ext uri="{BB962C8B-B14F-4D97-AF65-F5344CB8AC3E}">
        <p14:creationId xmlns:p14="http://schemas.microsoft.com/office/powerpoint/2010/main" val="3176947796"/>
      </p:ext>
    </p:extLst>
  </p:cSld>
  <p:clrMap bg1="lt1" tx1="dk1" bg2="lt2" tx2="dk2" accent1="accent1" accent2="accent2" accent3="accent3" accent4="accent4" accent5="accent5" accent6="accent6" hlink="hlink" folHlink="folHlink"/>
  <p:sldLayoutIdLst>
    <p:sldLayoutId id="2147483799"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17549CE-FD82-8448-A724-EC6236E59F6B}"/>
              </a:ext>
            </a:extLst>
          </p:cNvPr>
          <p:cNvSpPr/>
          <p:nvPr userDrawn="1"/>
        </p:nvSpPr>
        <p:spPr>
          <a:xfrm>
            <a:off x="-3"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Afbeelding 6">
            <a:extLst>
              <a:ext uri="{FF2B5EF4-FFF2-40B4-BE49-F238E27FC236}">
                <a16:creationId xmlns:a16="http://schemas.microsoft.com/office/drawing/2014/main" id="{AC581ACF-D180-594E-ADD8-444B928B320F}"/>
              </a:ext>
            </a:extLst>
          </p:cNvPr>
          <p:cNvPicPr>
            <a:picLocks noChangeAspect="1"/>
          </p:cNvPicPr>
          <p:nvPr userDrawn="1"/>
        </p:nvPicPr>
        <p:blipFill>
          <a:blip r:embed="rId6" cstate="screen">
            <a:extLst>
              <a:ext uri="{28A0092B-C50C-407E-A947-70E740481C1C}">
                <a14:useLocalDpi xmlns:a14="http://schemas.microsoft.com/office/drawing/2010/main" val="0"/>
              </a:ext>
            </a:extLst>
          </a:blip>
          <a:stretch>
            <a:fillRect/>
          </a:stretch>
        </p:blipFill>
        <p:spPr>
          <a:xfrm>
            <a:off x="-3" y="0"/>
            <a:ext cx="1306800" cy="1306800"/>
          </a:xfrm>
          <a:prstGeom prst="rect">
            <a:avLst/>
          </a:prstGeom>
        </p:spPr>
      </p:pic>
      <p:pic>
        <p:nvPicPr>
          <p:cNvPr id="4" name="Afbeelding 9">
            <a:extLst>
              <a:ext uri="{FF2B5EF4-FFF2-40B4-BE49-F238E27FC236}">
                <a16:creationId xmlns:a16="http://schemas.microsoft.com/office/drawing/2014/main" id="{F4667DEA-D29A-FB45-AAFA-03ADA78174C8}"/>
              </a:ext>
            </a:extLst>
          </p:cNvPr>
          <p:cNvPicPr>
            <a:picLocks noChangeAspect="1"/>
          </p:cNvPicPr>
          <p:nvPr userDrawn="1"/>
        </p:nvPicPr>
        <p:blipFill>
          <a:blip r:embed="rId6" cstate="screen">
            <a:extLst>
              <a:ext uri="{28A0092B-C50C-407E-A947-70E740481C1C}">
                <a14:useLocalDpi xmlns:a14="http://schemas.microsoft.com/office/drawing/2010/main" val="0"/>
              </a:ext>
            </a:extLst>
          </a:blip>
          <a:stretch>
            <a:fillRect/>
          </a:stretch>
        </p:blipFill>
        <p:spPr>
          <a:xfrm>
            <a:off x="10885200" y="5551200"/>
            <a:ext cx="1306800" cy="1306800"/>
          </a:xfrm>
          <a:prstGeom prst="rect">
            <a:avLst/>
          </a:prstGeom>
        </p:spPr>
      </p:pic>
    </p:spTree>
    <p:extLst>
      <p:ext uri="{BB962C8B-B14F-4D97-AF65-F5344CB8AC3E}">
        <p14:creationId xmlns:p14="http://schemas.microsoft.com/office/powerpoint/2010/main" val="31757884"/>
      </p:ext>
    </p:extLst>
  </p:cSld>
  <p:clrMap bg1="lt1" tx1="dk1" bg2="lt2" tx2="dk2" accent1="accent1" accent2="accent2" accent3="accent3" accent4="accent4" accent5="accent5" accent6="accent6" hlink="hlink" folHlink="folHlink"/>
  <p:sldLayoutIdLst>
    <p:sldLayoutId id="2147483775" r:id="rId1"/>
    <p:sldLayoutId id="2147483796" r:id="rId2"/>
    <p:sldLayoutId id="2147483797" r:id="rId3"/>
    <p:sldLayoutId id="2147483798" r:id="rId4"/>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hyperlink" Target="http://data.europa.eu/949/.../op-types/rinf/10" TargetMode="External"/><Relationship Id="rId2" Type="http://schemas.openxmlformats.org/officeDocument/2006/relationships/hyperlink" Target="http://data.europa.eu/949/functionalInfrastructure/operationalPoints/IT02430" TargetMode="External"/><Relationship Id="rId1" Type="http://schemas.openxmlformats.org/officeDocument/2006/relationships/slideLayout" Target="../slideLayouts/slideLayout12.xml"/><Relationship Id="rId6" Type="http://schemas.openxmlformats.org/officeDocument/2006/relationships/hyperlink" Target="http://data.europa.eu/949/inCountry" TargetMode="External"/><Relationship Id="rId5" Type="http://schemas.openxmlformats.org/officeDocument/2006/relationships/hyperlink" Target="http://data.europa.eu/949/opType" TargetMode="External"/><Relationship Id="rId4" Type="http://schemas.openxmlformats.org/officeDocument/2006/relationships/hyperlink" Target="http://publications.europa.eu/resource/authority/country/ITA" TargetMode="External"/></Relationships>
</file>

<file path=ppt/slides/_rels/slide5.xml.rels><?xml version="1.0" encoding="UTF-8" standalone="yes"?>
<Relationships xmlns="http://schemas.openxmlformats.org/package/2006/relationships"><Relationship Id="rId3" Type="http://schemas.openxmlformats.org/officeDocument/2006/relationships/package" Target="../embeddings/Microsoft_PowerPoint_Presentation.pptx"/><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5.emf"/></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24.png"/><Relationship Id="rId5" Type="http://schemas.openxmlformats.org/officeDocument/2006/relationships/image" Target="../media/image23.jpeg"/><Relationship Id="rId4" Type="http://schemas.openxmlformats.org/officeDocument/2006/relationships/image" Target="../media/image22.png"/><Relationship Id="rId9"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23.jpeg"/><Relationship Id="rId4" Type="http://schemas.openxmlformats.org/officeDocument/2006/relationships/tags" Target="../tags/tag4.xml"/><Relationship Id="rId9"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3" Type="http://schemas.openxmlformats.org/officeDocument/2006/relationships/hyperlink" Target="https://en.wikipedia.org/wiki/FAIR_data" TargetMode="External"/><Relationship Id="rId2" Type="http://schemas.openxmlformats.org/officeDocument/2006/relationships/hyperlink" Target="https://tdan.com/the-data-centric-revolution/18780" TargetMode="External"/><Relationship Id="rId1" Type="http://schemas.openxmlformats.org/officeDocument/2006/relationships/slideLayout" Target="../slideLayouts/slideLayout26.xml"/><Relationship Id="rId4" Type="http://schemas.openxmlformats.org/officeDocument/2006/relationships/hyperlink" Target="https://pieterheyvaert.com/blog/2019/12/27/kg-pkm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BE" sz="4000" noProof="0"/>
              <a:t>Why you should be Linking your Data now!</a:t>
            </a:r>
            <a:endParaRPr lang="nl-BE" sz="4000" noProof="0" dirty="0"/>
          </a:p>
        </p:txBody>
      </p:sp>
      <p:sp>
        <p:nvSpPr>
          <p:cNvPr id="3" name="Text Placeholder 2"/>
          <p:cNvSpPr>
            <a:spLocks noGrp="1"/>
          </p:cNvSpPr>
          <p:nvPr>
            <p:ph type="body" sz="quarter" idx="12"/>
          </p:nvPr>
        </p:nvSpPr>
        <p:spPr>
          <a:xfrm>
            <a:off x="6411600" y="3657601"/>
            <a:ext cx="5268913" cy="770872"/>
          </a:xfrm>
        </p:spPr>
        <p:txBody>
          <a:bodyPr/>
          <a:lstStyle/>
          <a:p>
            <a:r>
              <a:rPr lang="en-BE" noProof="0"/>
              <a:t>How it fits into the data strategy at Infrabel</a:t>
            </a:r>
            <a:endParaRPr lang="nl-BE" noProof="0" dirty="0"/>
          </a:p>
        </p:txBody>
      </p:sp>
      <p:sp>
        <p:nvSpPr>
          <p:cNvPr id="4" name="Text Placeholder 3"/>
          <p:cNvSpPr>
            <a:spLocks noGrp="1"/>
          </p:cNvSpPr>
          <p:nvPr>
            <p:ph type="body" sz="quarter" idx="13"/>
          </p:nvPr>
        </p:nvSpPr>
        <p:spPr>
          <a:xfrm>
            <a:off x="6411600" y="4633415"/>
            <a:ext cx="4406478" cy="1271799"/>
          </a:xfrm>
        </p:spPr>
        <p:txBody>
          <a:bodyPr/>
          <a:lstStyle/>
          <a:p>
            <a:r>
              <a:rPr lang="en-BE" noProof="0"/>
              <a:t>M</a:t>
            </a:r>
            <a:r>
              <a:rPr lang="nl-BE" noProof="0" dirty="0" err="1"/>
              <a:t>athias</a:t>
            </a:r>
            <a:r>
              <a:rPr lang="nl-BE" noProof="0" dirty="0"/>
              <a:t> Vanden Auweele</a:t>
            </a:r>
            <a:endParaRPr lang="en-BE" noProof="0" dirty="0"/>
          </a:p>
          <a:p>
            <a:r>
              <a:rPr lang="en-BE" noProof="0"/>
              <a:t>Infrabel Operations</a:t>
            </a:r>
            <a:r>
              <a:rPr lang="en-BE"/>
              <a:t> – Data &amp; Digital</a:t>
            </a:r>
            <a:endParaRPr lang="nl-BE" noProof="0" dirty="0"/>
          </a:p>
          <a:p>
            <a:endParaRPr lang="nl-BE" noProof="0" dirty="0"/>
          </a:p>
        </p:txBody>
      </p:sp>
      <p:sp>
        <p:nvSpPr>
          <p:cNvPr id="5" name="Text Placeholder 4"/>
          <p:cNvSpPr>
            <a:spLocks noGrp="1"/>
          </p:cNvSpPr>
          <p:nvPr>
            <p:ph type="body" sz="quarter" idx="14"/>
          </p:nvPr>
        </p:nvSpPr>
        <p:spPr/>
        <p:txBody>
          <a:bodyPr/>
          <a:lstStyle/>
          <a:p>
            <a:r>
              <a:rPr lang="en-BE"/>
              <a:t>18</a:t>
            </a:r>
            <a:r>
              <a:rPr lang="nl-BE" noProof="0"/>
              <a:t>/</a:t>
            </a:r>
            <a:r>
              <a:rPr lang="en-BE" noProof="0"/>
              <a:t>06</a:t>
            </a:r>
            <a:r>
              <a:rPr lang="nl-BE" noProof="0"/>
              <a:t>/202</a:t>
            </a:r>
            <a:r>
              <a:rPr lang="en-BE" dirty="0"/>
              <a:t>4</a:t>
            </a:r>
            <a:endParaRPr lang="nl-BE" noProof="0" dirty="0"/>
          </a:p>
        </p:txBody>
      </p:sp>
    </p:spTree>
    <p:extLst>
      <p:ext uri="{BB962C8B-B14F-4D97-AF65-F5344CB8AC3E}">
        <p14:creationId xmlns:p14="http://schemas.microsoft.com/office/powerpoint/2010/main" val="354408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834FB8-0830-A959-3F44-86CF12172A65}"/>
              </a:ext>
            </a:extLst>
          </p:cNvPr>
          <p:cNvSpPr>
            <a:spLocks noGrp="1"/>
          </p:cNvSpPr>
          <p:nvPr>
            <p:ph type="sldNum" sz="quarter" idx="4"/>
          </p:nvPr>
        </p:nvSpPr>
        <p:spPr/>
        <p:txBody>
          <a:bodyPr/>
          <a:lstStyle/>
          <a:p>
            <a:fld id="{070B80B4-B953-6547-A044-6E303DFD4AF3}" type="slidenum">
              <a:rPr lang="nl-BE" smtClean="0"/>
              <a:pPr/>
              <a:t>2</a:t>
            </a:fld>
            <a:endParaRPr lang="nl-BE" dirty="0"/>
          </a:p>
        </p:txBody>
      </p:sp>
      <p:sp>
        <p:nvSpPr>
          <p:cNvPr id="7" name="Text Placeholder 6">
            <a:extLst>
              <a:ext uri="{FF2B5EF4-FFF2-40B4-BE49-F238E27FC236}">
                <a16:creationId xmlns:a16="http://schemas.microsoft.com/office/drawing/2014/main" id="{386B8D97-A332-E713-90B6-3171E2959F38}"/>
              </a:ext>
            </a:extLst>
          </p:cNvPr>
          <p:cNvSpPr>
            <a:spLocks noGrp="1"/>
          </p:cNvSpPr>
          <p:nvPr>
            <p:ph type="body" sz="quarter" idx="18"/>
          </p:nvPr>
        </p:nvSpPr>
        <p:spPr/>
        <p:txBody>
          <a:bodyPr/>
          <a:lstStyle/>
          <a:p>
            <a:endParaRPr lang="nl-BE"/>
          </a:p>
        </p:txBody>
      </p:sp>
      <p:sp>
        <p:nvSpPr>
          <p:cNvPr id="4" name="Text Placeholder 3">
            <a:extLst>
              <a:ext uri="{FF2B5EF4-FFF2-40B4-BE49-F238E27FC236}">
                <a16:creationId xmlns:a16="http://schemas.microsoft.com/office/drawing/2014/main" id="{64BD8A0F-DB47-87E7-3E81-B1356EEFB028}"/>
              </a:ext>
            </a:extLst>
          </p:cNvPr>
          <p:cNvSpPr>
            <a:spLocks noGrp="1"/>
          </p:cNvSpPr>
          <p:nvPr>
            <p:ph type="body" sz="quarter" idx="20"/>
          </p:nvPr>
        </p:nvSpPr>
        <p:spPr/>
        <p:txBody>
          <a:bodyPr/>
          <a:lstStyle/>
          <a:p>
            <a:r>
              <a:rPr lang="en-BE" i="1"/>
              <a:t>I could say: </a:t>
            </a:r>
            <a:r>
              <a:rPr lang="en-US"/>
              <a:t>linked data is structured data which is interlinked with other data so it becomes more useful through semantic queries</a:t>
            </a:r>
            <a:r>
              <a:rPr lang="en-BE"/>
              <a:t>. (</a:t>
            </a:r>
            <a:r>
              <a:rPr lang="nl-BE"/>
              <a:t>W</a:t>
            </a:r>
            <a:r>
              <a:rPr lang="en-BE"/>
              <a:t>ikipedia)</a:t>
            </a:r>
          </a:p>
          <a:p>
            <a:endParaRPr lang="en-BE"/>
          </a:p>
          <a:p>
            <a:r>
              <a:rPr lang="en-BE"/>
              <a:t>But it is actually much, much more simple...</a:t>
            </a:r>
          </a:p>
          <a:p>
            <a:endParaRPr lang="en-BE"/>
          </a:p>
          <a:p>
            <a:pPr algn="ctr"/>
            <a:r>
              <a:rPr lang="en-BE" sz="4000"/>
              <a:t>Linked data is all about smart </a:t>
            </a:r>
            <a:r>
              <a:rPr lang="en-BE" sz="4000">
                <a:solidFill>
                  <a:schemeClr val="accent1"/>
                </a:solidFill>
              </a:rPr>
              <a:t>standardisation</a:t>
            </a:r>
          </a:p>
        </p:txBody>
      </p:sp>
      <p:sp>
        <p:nvSpPr>
          <p:cNvPr id="8" name="Text Placeholder 7">
            <a:extLst>
              <a:ext uri="{FF2B5EF4-FFF2-40B4-BE49-F238E27FC236}">
                <a16:creationId xmlns:a16="http://schemas.microsoft.com/office/drawing/2014/main" id="{D96DD490-9153-A7AA-AFFD-752274C0E752}"/>
              </a:ext>
            </a:extLst>
          </p:cNvPr>
          <p:cNvSpPr>
            <a:spLocks noGrp="1"/>
          </p:cNvSpPr>
          <p:nvPr>
            <p:ph type="body" sz="quarter" idx="17"/>
          </p:nvPr>
        </p:nvSpPr>
        <p:spPr/>
        <p:txBody>
          <a:bodyPr/>
          <a:lstStyle/>
          <a:p>
            <a:r>
              <a:rPr lang="en-BE"/>
              <a:t>Linked data is...</a:t>
            </a:r>
            <a:endParaRPr lang="nl-BE"/>
          </a:p>
        </p:txBody>
      </p:sp>
    </p:spTree>
    <p:extLst>
      <p:ext uri="{BB962C8B-B14F-4D97-AF65-F5344CB8AC3E}">
        <p14:creationId xmlns:p14="http://schemas.microsoft.com/office/powerpoint/2010/main" val="4013615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834FB8-0830-A959-3F44-86CF12172A65}"/>
              </a:ext>
            </a:extLst>
          </p:cNvPr>
          <p:cNvSpPr>
            <a:spLocks noGrp="1"/>
          </p:cNvSpPr>
          <p:nvPr>
            <p:ph type="sldNum" sz="quarter" idx="4"/>
          </p:nvPr>
        </p:nvSpPr>
        <p:spPr/>
        <p:txBody>
          <a:bodyPr/>
          <a:lstStyle/>
          <a:p>
            <a:fld id="{070B80B4-B953-6547-A044-6E303DFD4AF3}" type="slidenum">
              <a:rPr lang="nl-BE" smtClean="0"/>
              <a:pPr/>
              <a:t>3</a:t>
            </a:fld>
            <a:endParaRPr lang="nl-BE" dirty="0"/>
          </a:p>
        </p:txBody>
      </p:sp>
      <p:sp>
        <p:nvSpPr>
          <p:cNvPr id="9" name="Text Placeholder 8">
            <a:extLst>
              <a:ext uri="{FF2B5EF4-FFF2-40B4-BE49-F238E27FC236}">
                <a16:creationId xmlns:a16="http://schemas.microsoft.com/office/drawing/2014/main" id="{EEB0246C-65C6-D1DA-12BD-F96BB0E2F0EE}"/>
              </a:ext>
            </a:extLst>
          </p:cNvPr>
          <p:cNvSpPr>
            <a:spLocks noGrp="1"/>
          </p:cNvSpPr>
          <p:nvPr>
            <p:ph type="body" sz="quarter" idx="18"/>
          </p:nvPr>
        </p:nvSpPr>
        <p:spPr/>
        <p:txBody>
          <a:bodyPr/>
          <a:lstStyle/>
          <a:p>
            <a:endParaRPr lang="nl-BE"/>
          </a:p>
        </p:txBody>
      </p:sp>
      <p:sp>
        <p:nvSpPr>
          <p:cNvPr id="4" name="Text Placeholder 3">
            <a:extLst>
              <a:ext uri="{FF2B5EF4-FFF2-40B4-BE49-F238E27FC236}">
                <a16:creationId xmlns:a16="http://schemas.microsoft.com/office/drawing/2014/main" id="{64BD8A0F-DB47-87E7-3E81-B1356EEFB028}"/>
              </a:ext>
            </a:extLst>
          </p:cNvPr>
          <p:cNvSpPr>
            <a:spLocks noGrp="1"/>
          </p:cNvSpPr>
          <p:nvPr>
            <p:ph type="body" sz="quarter" idx="20"/>
          </p:nvPr>
        </p:nvSpPr>
        <p:spPr>
          <a:xfrm>
            <a:off x="666572" y="1779340"/>
            <a:ext cx="5988610" cy="4518909"/>
          </a:xfrm>
        </p:spPr>
        <p:txBody>
          <a:bodyPr/>
          <a:lstStyle/>
          <a:p>
            <a:r>
              <a:rPr lang="en-BE"/>
              <a:t>If </a:t>
            </a:r>
            <a:r>
              <a:rPr lang="en-BE">
                <a:solidFill>
                  <a:schemeClr val="bg2"/>
                </a:solidFill>
              </a:rPr>
              <a:t>data</a:t>
            </a:r>
            <a:r>
              <a:rPr lang="en-BE"/>
              <a:t> was a physical asset used in a 25 kV AC railway power station, “Linked </a:t>
            </a:r>
            <a:r>
              <a:rPr lang="en-BE">
                <a:solidFill>
                  <a:schemeClr val="bg2"/>
                </a:solidFill>
              </a:rPr>
              <a:t>Data</a:t>
            </a:r>
            <a:r>
              <a:rPr lang="en-BE"/>
              <a:t>” would be described in EN50xxx.</a:t>
            </a:r>
          </a:p>
          <a:p>
            <a:endParaRPr lang="en-BE"/>
          </a:p>
          <a:p>
            <a:endParaRPr lang="en-BE"/>
          </a:p>
          <a:p>
            <a:endParaRPr lang="en-BE"/>
          </a:p>
          <a:p>
            <a:r>
              <a:rPr lang="en-BE"/>
              <a:t>Instead… </a:t>
            </a:r>
            <a:r>
              <a:rPr lang="en-BE">
                <a:solidFill>
                  <a:schemeClr val="bg2"/>
                </a:solidFill>
              </a:rPr>
              <a:t>data</a:t>
            </a:r>
            <a:r>
              <a:rPr lang="en-BE"/>
              <a:t> is more of an IT thing and thus “Linked </a:t>
            </a:r>
            <a:r>
              <a:rPr lang="en-BE">
                <a:solidFill>
                  <a:schemeClr val="bg2"/>
                </a:solidFill>
              </a:rPr>
              <a:t>data</a:t>
            </a:r>
            <a:r>
              <a:rPr lang="en-BE"/>
              <a:t>” is described in W3C standards.</a:t>
            </a:r>
          </a:p>
        </p:txBody>
      </p:sp>
      <p:sp>
        <p:nvSpPr>
          <p:cNvPr id="8" name="Text Placeholder 7">
            <a:extLst>
              <a:ext uri="{FF2B5EF4-FFF2-40B4-BE49-F238E27FC236}">
                <a16:creationId xmlns:a16="http://schemas.microsoft.com/office/drawing/2014/main" id="{D96DD490-9153-A7AA-AFFD-752274C0E752}"/>
              </a:ext>
            </a:extLst>
          </p:cNvPr>
          <p:cNvSpPr>
            <a:spLocks noGrp="1"/>
          </p:cNvSpPr>
          <p:nvPr>
            <p:ph type="body" sz="quarter" idx="17"/>
          </p:nvPr>
        </p:nvSpPr>
        <p:spPr/>
        <p:txBody>
          <a:bodyPr/>
          <a:lstStyle/>
          <a:p>
            <a:r>
              <a:rPr lang="en-BE"/>
              <a:t>Linked data is a set of standards...</a:t>
            </a:r>
            <a:endParaRPr lang="nl-BE"/>
          </a:p>
          <a:p>
            <a:endParaRPr lang="nl-BE"/>
          </a:p>
        </p:txBody>
      </p:sp>
      <p:pic>
        <p:nvPicPr>
          <p:cNvPr id="1028" name="Picture 4" descr="EUROPEAN STANDARDIZATION - CEN-CENELEC">
            <a:extLst>
              <a:ext uri="{FF2B5EF4-FFF2-40B4-BE49-F238E27FC236}">
                <a16:creationId xmlns:a16="http://schemas.microsoft.com/office/drawing/2014/main" id="{18EB6735-9D81-58C0-9F91-4F40B02C27B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302"/>
          <a:stretch/>
        </p:blipFill>
        <p:spPr bwMode="auto">
          <a:xfrm>
            <a:off x="6712332" y="1654133"/>
            <a:ext cx="470048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F3407674-085F-A681-60C7-E5D4251B25C0}"/>
              </a:ext>
            </a:extLst>
          </p:cNvPr>
          <p:cNvPicPr>
            <a:picLocks noChangeAspect="1"/>
          </p:cNvPicPr>
          <p:nvPr/>
        </p:nvPicPr>
        <p:blipFill>
          <a:blip r:embed="rId4"/>
          <a:stretch>
            <a:fillRect/>
          </a:stretch>
        </p:blipFill>
        <p:spPr>
          <a:xfrm>
            <a:off x="8618406" y="4557442"/>
            <a:ext cx="888332" cy="592221"/>
          </a:xfrm>
          <a:prstGeom prst="rect">
            <a:avLst/>
          </a:prstGeom>
        </p:spPr>
      </p:pic>
    </p:spTree>
    <p:extLst>
      <p:ext uri="{BB962C8B-B14F-4D97-AF65-F5344CB8AC3E}">
        <p14:creationId xmlns:p14="http://schemas.microsoft.com/office/powerpoint/2010/main" val="3727976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F07C50-CFFE-E1FC-512F-5BC96A90FABB}"/>
              </a:ext>
            </a:extLst>
          </p:cNvPr>
          <p:cNvSpPr>
            <a:spLocks noGrp="1"/>
          </p:cNvSpPr>
          <p:nvPr>
            <p:ph type="sldNum" sz="quarter" idx="4"/>
          </p:nvPr>
        </p:nvSpPr>
        <p:spPr/>
        <p:txBody>
          <a:bodyPr/>
          <a:lstStyle/>
          <a:p>
            <a:fld id="{070B80B4-B953-6547-A044-6E303DFD4AF3}" type="slidenum">
              <a:rPr lang="nl-BE" smtClean="0"/>
              <a:pPr/>
              <a:t>4</a:t>
            </a:fld>
            <a:endParaRPr lang="nl-BE" dirty="0"/>
          </a:p>
        </p:txBody>
      </p:sp>
      <p:sp>
        <p:nvSpPr>
          <p:cNvPr id="3" name="Text Placeholder 2">
            <a:extLst>
              <a:ext uri="{FF2B5EF4-FFF2-40B4-BE49-F238E27FC236}">
                <a16:creationId xmlns:a16="http://schemas.microsoft.com/office/drawing/2014/main" id="{19B88EA5-D78F-1136-80E5-2D7B65840F8B}"/>
              </a:ext>
            </a:extLst>
          </p:cNvPr>
          <p:cNvSpPr>
            <a:spLocks noGrp="1"/>
          </p:cNvSpPr>
          <p:nvPr>
            <p:ph type="body" sz="quarter" idx="18"/>
          </p:nvPr>
        </p:nvSpPr>
        <p:spPr/>
        <p:txBody>
          <a:bodyPr/>
          <a:lstStyle/>
          <a:p>
            <a:endParaRPr lang="nl-BE"/>
          </a:p>
        </p:txBody>
      </p:sp>
      <p:sp>
        <p:nvSpPr>
          <p:cNvPr id="4" name="Text Placeholder 3">
            <a:extLst>
              <a:ext uri="{FF2B5EF4-FFF2-40B4-BE49-F238E27FC236}">
                <a16:creationId xmlns:a16="http://schemas.microsoft.com/office/drawing/2014/main" id="{DDEF00A0-4B88-E80A-A581-10D8B0892497}"/>
              </a:ext>
            </a:extLst>
          </p:cNvPr>
          <p:cNvSpPr>
            <a:spLocks noGrp="1"/>
          </p:cNvSpPr>
          <p:nvPr>
            <p:ph type="body" sz="quarter" idx="20"/>
          </p:nvPr>
        </p:nvSpPr>
        <p:spPr>
          <a:xfrm>
            <a:off x="666572" y="1779340"/>
            <a:ext cx="5119373" cy="4518909"/>
          </a:xfrm>
        </p:spPr>
        <p:txBody>
          <a:bodyPr/>
          <a:lstStyle/>
          <a:p>
            <a:r>
              <a:rPr lang="en-BE"/>
              <a:t>How to identify data entities</a:t>
            </a:r>
          </a:p>
          <a:p>
            <a:pPr marL="342900" indent="-342900">
              <a:buFont typeface="Symbol" panose="05050102010706020507" pitchFamily="18" charset="2"/>
              <a:buChar char="Þ"/>
            </a:pPr>
            <a:r>
              <a:rPr lang="en-BE"/>
              <a:t>Use URI’s !</a:t>
            </a:r>
          </a:p>
          <a:p>
            <a:endParaRPr lang="en-BE"/>
          </a:p>
          <a:p>
            <a:r>
              <a:rPr lang="en-BE"/>
              <a:t>How to structure data</a:t>
            </a:r>
          </a:p>
          <a:p>
            <a:pPr marL="342900" indent="-342900">
              <a:buFont typeface="Symbol" panose="05050102010706020507" pitchFamily="18" charset="2"/>
              <a:buChar char="Þ"/>
            </a:pPr>
            <a:r>
              <a:rPr lang="en-BE"/>
              <a:t>Use RDF !</a:t>
            </a:r>
          </a:p>
          <a:p>
            <a:pPr marL="342900" indent="-342900">
              <a:buFont typeface="Symbol" panose="05050102010706020507" pitchFamily="18" charset="2"/>
              <a:buChar char="Þ"/>
            </a:pPr>
            <a:endParaRPr lang="en-BE"/>
          </a:p>
          <a:p>
            <a:r>
              <a:rPr lang="en-BE"/>
              <a:t>How to define the meaning of data</a:t>
            </a:r>
          </a:p>
          <a:p>
            <a:pPr marL="342900" indent="-342900">
              <a:buFont typeface="Symbol" panose="05050102010706020507" pitchFamily="18" charset="2"/>
              <a:buChar char="Þ"/>
            </a:pPr>
            <a:r>
              <a:rPr lang="en-BE"/>
              <a:t>Use ontologies / vocabulaires !</a:t>
            </a:r>
          </a:p>
          <a:p>
            <a:endParaRPr lang="en-BE"/>
          </a:p>
          <a:p>
            <a:endParaRPr lang="nl-BE"/>
          </a:p>
        </p:txBody>
      </p:sp>
      <p:sp>
        <p:nvSpPr>
          <p:cNvPr id="5" name="Text Placeholder 4">
            <a:extLst>
              <a:ext uri="{FF2B5EF4-FFF2-40B4-BE49-F238E27FC236}">
                <a16:creationId xmlns:a16="http://schemas.microsoft.com/office/drawing/2014/main" id="{A6F30CEF-AF2D-CB61-B8DA-5ADAD2637341}"/>
              </a:ext>
            </a:extLst>
          </p:cNvPr>
          <p:cNvSpPr>
            <a:spLocks noGrp="1"/>
          </p:cNvSpPr>
          <p:nvPr>
            <p:ph type="body" sz="quarter" idx="17"/>
          </p:nvPr>
        </p:nvSpPr>
        <p:spPr/>
        <p:txBody>
          <a:bodyPr/>
          <a:lstStyle/>
          <a:p>
            <a:r>
              <a:rPr lang="en-BE"/>
              <a:t>Linked data standardises...</a:t>
            </a:r>
            <a:endParaRPr lang="nl-BE"/>
          </a:p>
        </p:txBody>
      </p:sp>
      <p:sp>
        <p:nvSpPr>
          <p:cNvPr id="6" name="Rectangle 5">
            <a:extLst>
              <a:ext uri="{FF2B5EF4-FFF2-40B4-BE49-F238E27FC236}">
                <a16:creationId xmlns:a16="http://schemas.microsoft.com/office/drawing/2014/main" id="{17AB6CAB-FBFD-C984-6D19-43FD5A14ED38}"/>
              </a:ext>
            </a:extLst>
          </p:cNvPr>
          <p:cNvSpPr/>
          <p:nvPr/>
        </p:nvSpPr>
        <p:spPr>
          <a:xfrm>
            <a:off x="5889187" y="1611548"/>
            <a:ext cx="5575778" cy="45189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nl-BE" sz="1600">
                <a:solidFill>
                  <a:schemeClr val="tx1"/>
                </a:solidFill>
              </a:rPr>
              <a:t>V</a:t>
            </a:r>
            <a:r>
              <a:rPr lang="en-BE" sz="1600">
                <a:solidFill>
                  <a:schemeClr val="tx1"/>
                </a:solidFill>
              </a:rPr>
              <a:t>erona Porta Nuova </a:t>
            </a:r>
            <a:r>
              <a:rPr lang="en-BE" sz="1600">
                <a:solidFill>
                  <a:schemeClr val="bg2"/>
                </a:solidFill>
              </a:rPr>
              <a:t>is a </a:t>
            </a:r>
            <a:r>
              <a:rPr lang="en-BE" sz="1600">
                <a:solidFill>
                  <a:schemeClr val="tx1"/>
                </a:solidFill>
              </a:rPr>
              <a:t>station</a:t>
            </a:r>
            <a:r>
              <a:rPr lang="en-BE" sz="1600">
                <a:solidFill>
                  <a:schemeClr val="bg2"/>
                </a:solidFill>
              </a:rPr>
              <a:t> in </a:t>
            </a:r>
            <a:r>
              <a:rPr lang="en-BE" sz="1600">
                <a:solidFill>
                  <a:schemeClr val="tx1"/>
                </a:solidFill>
              </a:rPr>
              <a:t>Italy.</a:t>
            </a:r>
          </a:p>
          <a:p>
            <a:endParaRPr lang="en-BE" sz="1400">
              <a:solidFill>
                <a:schemeClr val="tx1"/>
              </a:solidFill>
            </a:endParaRPr>
          </a:p>
          <a:p>
            <a:r>
              <a:rPr lang="nl-BE" sz="1600">
                <a:solidFill>
                  <a:schemeClr val="tx1"/>
                </a:solidFill>
              </a:rPr>
              <a:t>V</a:t>
            </a:r>
            <a:r>
              <a:rPr lang="en-BE" sz="1600">
                <a:solidFill>
                  <a:schemeClr val="tx1"/>
                </a:solidFill>
              </a:rPr>
              <a:t>erona Porta Nuova =</a:t>
            </a:r>
            <a:r>
              <a:rPr lang="en-BE">
                <a:solidFill>
                  <a:schemeClr val="tx1"/>
                </a:solidFill>
              </a:rPr>
              <a:t> </a:t>
            </a:r>
            <a:r>
              <a:rPr lang="nl-BE" sz="1200">
                <a:solidFill>
                  <a:schemeClr val="tx1"/>
                </a:solidFill>
                <a:hlinkClick r:id="rId2"/>
              </a:rPr>
              <a:t>http://data.europa.eu/949/functionalInfrastructure/operationalPoints/IT02430</a:t>
            </a:r>
            <a:r>
              <a:rPr lang="en-BE" sz="1200">
                <a:solidFill>
                  <a:schemeClr val="tx1"/>
                </a:solidFill>
              </a:rPr>
              <a:t> </a:t>
            </a:r>
            <a:endParaRPr lang="en-BE" sz="1400">
              <a:solidFill>
                <a:schemeClr val="tx1"/>
              </a:solidFill>
            </a:endParaRPr>
          </a:p>
          <a:p>
            <a:r>
              <a:rPr lang="en-BE" sz="1600">
                <a:solidFill>
                  <a:schemeClr val="tx1"/>
                </a:solidFill>
              </a:rPr>
              <a:t>Station =</a:t>
            </a:r>
            <a:r>
              <a:rPr lang="en-BE">
                <a:solidFill>
                  <a:schemeClr val="tx1"/>
                </a:solidFill>
              </a:rPr>
              <a:t> </a:t>
            </a:r>
            <a:r>
              <a:rPr lang="nl-BE" sz="1400">
                <a:solidFill>
                  <a:schemeClr val="tx1"/>
                </a:solidFill>
                <a:hlinkClick r:id="rId3"/>
              </a:rPr>
              <a:t>http://data.europa.eu/949/</a:t>
            </a:r>
            <a:r>
              <a:rPr lang="en-BE" sz="1400">
                <a:solidFill>
                  <a:schemeClr val="tx1"/>
                </a:solidFill>
                <a:hlinkClick r:id="rId3"/>
              </a:rPr>
              <a:t>...</a:t>
            </a:r>
            <a:r>
              <a:rPr lang="nl-BE" sz="1400">
                <a:solidFill>
                  <a:schemeClr val="tx1"/>
                </a:solidFill>
                <a:hlinkClick r:id="rId3"/>
              </a:rPr>
              <a:t>/op-types/rinf/10</a:t>
            </a:r>
            <a:endParaRPr lang="en-BE" sz="1400">
              <a:solidFill>
                <a:schemeClr val="tx1"/>
              </a:solidFill>
            </a:endParaRPr>
          </a:p>
          <a:p>
            <a:r>
              <a:rPr lang="en-BE" sz="1600">
                <a:solidFill>
                  <a:schemeClr val="tx1"/>
                </a:solidFill>
              </a:rPr>
              <a:t>Italy =</a:t>
            </a:r>
            <a:r>
              <a:rPr lang="en-BE">
                <a:solidFill>
                  <a:schemeClr val="tx1"/>
                </a:solidFill>
              </a:rPr>
              <a:t> </a:t>
            </a:r>
            <a:r>
              <a:rPr lang="nl-BE" sz="1400">
                <a:solidFill>
                  <a:schemeClr val="tx1"/>
                </a:solidFill>
                <a:hlinkClick r:id="rId4"/>
              </a:rPr>
              <a:t>http://publications.europa.eu/resource/authority/country/</a:t>
            </a:r>
            <a:r>
              <a:rPr lang="en-BE" sz="1400">
                <a:solidFill>
                  <a:schemeClr val="tx1"/>
                </a:solidFill>
                <a:hlinkClick r:id="rId4"/>
              </a:rPr>
              <a:t>ITA</a:t>
            </a:r>
            <a:r>
              <a:rPr lang="en-BE" sz="1400">
                <a:solidFill>
                  <a:schemeClr val="tx1"/>
                </a:solidFill>
              </a:rPr>
              <a:t> </a:t>
            </a:r>
          </a:p>
          <a:p>
            <a:endParaRPr lang="en-BE" sz="1600">
              <a:solidFill>
                <a:schemeClr val="tx1"/>
              </a:solidFill>
            </a:endParaRPr>
          </a:p>
          <a:p>
            <a:endParaRPr lang="en-BE" sz="1600">
              <a:solidFill>
                <a:schemeClr val="tx1"/>
              </a:solidFill>
            </a:endParaRPr>
          </a:p>
          <a:p>
            <a:r>
              <a:rPr lang="nl-BE" sz="1600">
                <a:solidFill>
                  <a:schemeClr val="tx1"/>
                </a:solidFill>
              </a:rPr>
              <a:t>V</a:t>
            </a:r>
            <a:r>
              <a:rPr lang="en-BE" sz="1600">
                <a:solidFill>
                  <a:schemeClr val="tx1"/>
                </a:solidFill>
              </a:rPr>
              <a:t>erona Porta Nuova </a:t>
            </a:r>
            <a:r>
              <a:rPr lang="en-BE" sz="1600">
                <a:solidFill>
                  <a:schemeClr val="bg2"/>
                </a:solidFill>
              </a:rPr>
              <a:t>is a </a:t>
            </a:r>
            <a:r>
              <a:rPr lang="en-BE" sz="1600">
                <a:solidFill>
                  <a:schemeClr val="tx1"/>
                </a:solidFill>
              </a:rPr>
              <a:t>station.</a:t>
            </a:r>
          </a:p>
          <a:p>
            <a:r>
              <a:rPr lang="nl-BE" sz="1600">
                <a:solidFill>
                  <a:schemeClr val="tx1"/>
                </a:solidFill>
              </a:rPr>
              <a:t>V</a:t>
            </a:r>
            <a:r>
              <a:rPr lang="en-BE" sz="1600">
                <a:solidFill>
                  <a:schemeClr val="tx1"/>
                </a:solidFill>
              </a:rPr>
              <a:t>erona Porta Nuova </a:t>
            </a:r>
            <a:r>
              <a:rPr lang="en-BE" sz="1600">
                <a:solidFill>
                  <a:schemeClr val="bg2"/>
                </a:solidFill>
              </a:rPr>
              <a:t>lies in </a:t>
            </a:r>
            <a:r>
              <a:rPr lang="en-BE" sz="1600">
                <a:solidFill>
                  <a:schemeClr val="tx1"/>
                </a:solidFill>
              </a:rPr>
              <a:t>Italy.</a:t>
            </a:r>
            <a:endParaRPr lang="en-BE" sz="1600">
              <a:solidFill>
                <a:schemeClr val="bg2"/>
              </a:solidFill>
            </a:endParaRPr>
          </a:p>
          <a:p>
            <a:endParaRPr lang="en-BE" sz="1600">
              <a:solidFill>
                <a:schemeClr val="tx1"/>
              </a:solidFill>
            </a:endParaRPr>
          </a:p>
          <a:p>
            <a:endParaRPr lang="en-BE">
              <a:solidFill>
                <a:schemeClr val="tx1"/>
              </a:solidFill>
            </a:endParaRPr>
          </a:p>
          <a:p>
            <a:endParaRPr lang="en-BE">
              <a:solidFill>
                <a:schemeClr val="tx1"/>
              </a:solidFill>
            </a:endParaRPr>
          </a:p>
          <a:p>
            <a:r>
              <a:rPr lang="en-BE" sz="1600">
                <a:solidFill>
                  <a:schemeClr val="tx1"/>
                </a:solidFill>
              </a:rPr>
              <a:t>Let’s agree on using ERA vocabulary!</a:t>
            </a:r>
          </a:p>
          <a:p>
            <a:r>
              <a:rPr lang="en-BE" sz="1600">
                <a:solidFill>
                  <a:schemeClr val="tx1"/>
                </a:solidFill>
              </a:rPr>
              <a:t>Type of operational point = </a:t>
            </a:r>
            <a:r>
              <a:rPr lang="nl-BE" sz="1400">
                <a:solidFill>
                  <a:schemeClr val="tx1"/>
                </a:solidFill>
                <a:hlinkClick r:id="rId5"/>
              </a:rPr>
              <a:t>http://data.europa.eu/949/opType</a:t>
            </a:r>
            <a:r>
              <a:rPr lang="en-BE" sz="1400">
                <a:solidFill>
                  <a:schemeClr val="tx1"/>
                </a:solidFill>
              </a:rPr>
              <a:t> </a:t>
            </a:r>
            <a:endParaRPr lang="en-BE">
              <a:solidFill>
                <a:schemeClr val="tx1"/>
              </a:solidFill>
            </a:endParaRPr>
          </a:p>
          <a:p>
            <a:r>
              <a:rPr lang="nl-BE" sz="1600">
                <a:solidFill>
                  <a:schemeClr val="tx1"/>
                </a:solidFill>
              </a:rPr>
              <a:t>I</a:t>
            </a:r>
            <a:r>
              <a:rPr lang="en-BE" sz="1600">
                <a:solidFill>
                  <a:schemeClr val="tx1"/>
                </a:solidFill>
              </a:rPr>
              <a:t>n country = </a:t>
            </a:r>
            <a:r>
              <a:rPr lang="nl-BE" sz="1400">
                <a:solidFill>
                  <a:schemeClr val="tx1"/>
                </a:solidFill>
                <a:hlinkClick r:id="rId6"/>
              </a:rPr>
              <a:t>http://data.europa.eu/949/inCountr</a:t>
            </a:r>
            <a:r>
              <a:rPr lang="en-BE" sz="1400">
                <a:solidFill>
                  <a:schemeClr val="tx1"/>
                </a:solidFill>
                <a:hlinkClick r:id="rId6"/>
              </a:rPr>
              <a:t>y</a:t>
            </a:r>
            <a:r>
              <a:rPr lang="en-BE" sz="1400">
                <a:solidFill>
                  <a:schemeClr val="tx1"/>
                </a:solidFill>
              </a:rPr>
              <a:t> </a:t>
            </a:r>
          </a:p>
          <a:p>
            <a:endParaRPr lang="en-BE">
              <a:solidFill>
                <a:schemeClr val="tx1"/>
              </a:solidFill>
            </a:endParaRPr>
          </a:p>
          <a:p>
            <a:endParaRPr lang="en-BE">
              <a:solidFill>
                <a:schemeClr val="tx1"/>
              </a:solidFill>
            </a:endParaRPr>
          </a:p>
        </p:txBody>
      </p:sp>
      <p:graphicFrame>
        <p:nvGraphicFramePr>
          <p:cNvPr id="7" name="Table 7">
            <a:extLst>
              <a:ext uri="{FF2B5EF4-FFF2-40B4-BE49-F238E27FC236}">
                <a16:creationId xmlns:a16="http://schemas.microsoft.com/office/drawing/2014/main" id="{B84931DD-59C5-7F0C-86C0-AAF3CBCB1C40}"/>
              </a:ext>
            </a:extLst>
          </p:cNvPr>
          <p:cNvGraphicFramePr>
            <a:graphicFrameLocks noGrp="1"/>
          </p:cNvGraphicFramePr>
          <p:nvPr>
            <p:extLst>
              <p:ext uri="{D42A27DB-BD31-4B8C-83A1-F6EECF244321}">
                <p14:modId xmlns:p14="http://schemas.microsoft.com/office/powerpoint/2010/main" val="3017721853"/>
              </p:ext>
            </p:extLst>
          </p:nvPr>
        </p:nvGraphicFramePr>
        <p:xfrm>
          <a:off x="5993911" y="3429000"/>
          <a:ext cx="5366328" cy="949960"/>
        </p:xfrm>
        <a:graphic>
          <a:graphicData uri="http://schemas.openxmlformats.org/drawingml/2006/table">
            <a:tbl>
              <a:tblPr firstRow="1" bandRow="1">
                <a:tableStyleId>{5C22544A-7EE6-4342-B048-85BDC9FD1C3A}</a:tableStyleId>
              </a:tblPr>
              <a:tblGrid>
                <a:gridCol w="1788776">
                  <a:extLst>
                    <a:ext uri="{9D8B030D-6E8A-4147-A177-3AD203B41FA5}">
                      <a16:colId xmlns:a16="http://schemas.microsoft.com/office/drawing/2014/main" val="126081028"/>
                    </a:ext>
                  </a:extLst>
                </a:gridCol>
                <a:gridCol w="1788776">
                  <a:extLst>
                    <a:ext uri="{9D8B030D-6E8A-4147-A177-3AD203B41FA5}">
                      <a16:colId xmlns:a16="http://schemas.microsoft.com/office/drawing/2014/main" val="3755692471"/>
                    </a:ext>
                  </a:extLst>
                </a:gridCol>
                <a:gridCol w="1788776">
                  <a:extLst>
                    <a:ext uri="{9D8B030D-6E8A-4147-A177-3AD203B41FA5}">
                      <a16:colId xmlns:a16="http://schemas.microsoft.com/office/drawing/2014/main" val="3437195700"/>
                    </a:ext>
                  </a:extLst>
                </a:gridCol>
              </a:tblGrid>
              <a:tr h="370840">
                <a:tc>
                  <a:txBody>
                    <a:bodyPr/>
                    <a:lstStyle/>
                    <a:p>
                      <a:r>
                        <a:rPr lang="en-BE" sz="1600"/>
                        <a:t>StationId</a:t>
                      </a:r>
                      <a:endParaRPr lang="nl-BE" sz="1600"/>
                    </a:p>
                  </a:txBody>
                  <a:tcPr/>
                </a:tc>
                <a:tc>
                  <a:txBody>
                    <a:bodyPr/>
                    <a:lstStyle/>
                    <a:p>
                      <a:r>
                        <a:rPr lang="en-BE" sz="1600"/>
                        <a:t>Type</a:t>
                      </a:r>
                      <a:endParaRPr lang="nl-BE" sz="1600"/>
                    </a:p>
                  </a:txBody>
                  <a:tcPr/>
                </a:tc>
                <a:tc>
                  <a:txBody>
                    <a:bodyPr/>
                    <a:lstStyle/>
                    <a:p>
                      <a:r>
                        <a:rPr lang="en-BE" sz="1600"/>
                        <a:t>Country</a:t>
                      </a:r>
                      <a:endParaRPr lang="nl-BE" sz="1600"/>
                    </a:p>
                  </a:txBody>
                  <a:tcPr/>
                </a:tc>
                <a:extLst>
                  <a:ext uri="{0D108BD9-81ED-4DB2-BD59-A6C34878D82A}">
                    <a16:rowId xmlns:a16="http://schemas.microsoft.com/office/drawing/2014/main" val="805300060"/>
                  </a:ext>
                </a:extLst>
              </a:tr>
              <a:tr h="370840">
                <a:tc>
                  <a:txBody>
                    <a:bodyPr/>
                    <a:lstStyle/>
                    <a:p>
                      <a:r>
                        <a:rPr lang="nl-BE" sz="1600">
                          <a:solidFill>
                            <a:schemeClr val="tx1"/>
                          </a:solidFill>
                        </a:rPr>
                        <a:t>V</a:t>
                      </a:r>
                      <a:r>
                        <a:rPr lang="en-BE" sz="1600">
                          <a:solidFill>
                            <a:schemeClr val="tx1"/>
                          </a:solidFill>
                        </a:rPr>
                        <a:t>erona Porta Nuova </a:t>
                      </a:r>
                      <a:endParaRPr lang="nl-BE" sz="1600"/>
                    </a:p>
                  </a:txBody>
                  <a:tcPr/>
                </a:tc>
                <a:tc>
                  <a:txBody>
                    <a:bodyPr/>
                    <a:lstStyle/>
                    <a:p>
                      <a:r>
                        <a:rPr lang="en-BE" sz="1600"/>
                        <a:t>Station</a:t>
                      </a:r>
                      <a:endParaRPr lang="nl-BE" sz="1600"/>
                    </a:p>
                  </a:txBody>
                  <a:tcPr/>
                </a:tc>
                <a:tc>
                  <a:txBody>
                    <a:bodyPr/>
                    <a:lstStyle/>
                    <a:p>
                      <a:r>
                        <a:rPr lang="en-BE" sz="1600"/>
                        <a:t>Italy</a:t>
                      </a:r>
                      <a:endParaRPr lang="nl-BE" sz="1600"/>
                    </a:p>
                  </a:txBody>
                  <a:tcPr/>
                </a:tc>
                <a:extLst>
                  <a:ext uri="{0D108BD9-81ED-4DB2-BD59-A6C34878D82A}">
                    <a16:rowId xmlns:a16="http://schemas.microsoft.com/office/drawing/2014/main" val="4112449166"/>
                  </a:ext>
                </a:extLst>
              </a:tr>
            </a:tbl>
          </a:graphicData>
        </a:graphic>
      </p:graphicFrame>
      <p:cxnSp>
        <p:nvCxnSpPr>
          <p:cNvPr id="9" name="Straight Connector 8">
            <a:extLst>
              <a:ext uri="{FF2B5EF4-FFF2-40B4-BE49-F238E27FC236}">
                <a16:creationId xmlns:a16="http://schemas.microsoft.com/office/drawing/2014/main" id="{898C5127-E360-3001-40AF-32ADB644B236}"/>
              </a:ext>
            </a:extLst>
          </p:cNvPr>
          <p:cNvCxnSpPr>
            <a:cxnSpLocks/>
          </p:cNvCxnSpPr>
          <p:nvPr/>
        </p:nvCxnSpPr>
        <p:spPr>
          <a:xfrm>
            <a:off x="7194287" y="3341873"/>
            <a:ext cx="3032200" cy="118545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4064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7"/>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9"/>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7" end="7"/>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
                                            <p:txEl>
                                              <p:pRg st="6" end="6"/>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12" end="12"/>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
                                            <p:txEl>
                                              <p:pRg st="13" end="13"/>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F378AF-0FC0-F8F2-5C8D-DE1B7D7D268C}"/>
              </a:ext>
            </a:extLst>
          </p:cNvPr>
          <p:cNvSpPr>
            <a:spLocks noGrp="1"/>
          </p:cNvSpPr>
          <p:nvPr>
            <p:ph type="sldNum" sz="quarter" idx="4"/>
          </p:nvPr>
        </p:nvSpPr>
        <p:spPr/>
        <p:txBody>
          <a:bodyPr/>
          <a:lstStyle/>
          <a:p>
            <a:fld id="{070B80B4-B953-6547-A044-6E303DFD4AF3}" type="slidenum">
              <a:rPr lang="nl-BE" smtClean="0"/>
              <a:pPr/>
              <a:t>5</a:t>
            </a:fld>
            <a:endParaRPr lang="nl-BE" dirty="0"/>
          </a:p>
        </p:txBody>
      </p:sp>
      <p:sp>
        <p:nvSpPr>
          <p:cNvPr id="3" name="Text Placeholder 2">
            <a:extLst>
              <a:ext uri="{FF2B5EF4-FFF2-40B4-BE49-F238E27FC236}">
                <a16:creationId xmlns:a16="http://schemas.microsoft.com/office/drawing/2014/main" id="{26C56FB9-96C3-0A62-4208-DB90C81108F2}"/>
              </a:ext>
            </a:extLst>
          </p:cNvPr>
          <p:cNvSpPr>
            <a:spLocks noGrp="1"/>
          </p:cNvSpPr>
          <p:nvPr>
            <p:ph type="body" sz="quarter" idx="18"/>
          </p:nvPr>
        </p:nvSpPr>
        <p:spPr/>
        <p:txBody>
          <a:bodyPr/>
          <a:lstStyle/>
          <a:p>
            <a:endParaRPr lang="nl-BE"/>
          </a:p>
        </p:txBody>
      </p:sp>
      <p:sp>
        <p:nvSpPr>
          <p:cNvPr id="4" name="Text Placeholder 3">
            <a:extLst>
              <a:ext uri="{FF2B5EF4-FFF2-40B4-BE49-F238E27FC236}">
                <a16:creationId xmlns:a16="http://schemas.microsoft.com/office/drawing/2014/main" id="{A3143B3E-7441-C828-4556-AFA49EB90696}"/>
              </a:ext>
            </a:extLst>
          </p:cNvPr>
          <p:cNvSpPr>
            <a:spLocks noGrp="1"/>
          </p:cNvSpPr>
          <p:nvPr>
            <p:ph type="body" sz="quarter" idx="20"/>
          </p:nvPr>
        </p:nvSpPr>
        <p:spPr/>
        <p:txBody>
          <a:bodyPr/>
          <a:lstStyle/>
          <a:p>
            <a:pPr marL="457200" indent="-457200">
              <a:buFont typeface="+mj-lt"/>
              <a:buAutoNum type="arabicPeriod"/>
            </a:pPr>
            <a:r>
              <a:rPr lang="en-BE"/>
              <a:t>Wikidata</a:t>
            </a:r>
          </a:p>
          <a:p>
            <a:pPr marL="457200" indent="-457200">
              <a:buFont typeface="+mj-lt"/>
              <a:buAutoNum type="arabicPeriod"/>
            </a:pPr>
            <a:r>
              <a:rPr lang="en-BE"/>
              <a:t>SPARQL Endpoint &gt;&gt;&gt; JSON API</a:t>
            </a:r>
          </a:p>
          <a:p>
            <a:pPr marL="457200" indent="-457200">
              <a:buFont typeface="+mj-lt"/>
              <a:buAutoNum type="arabicPeriod"/>
            </a:pPr>
            <a:r>
              <a:rPr lang="en-BE"/>
              <a:t>Merging 2 datasets = copy/paste </a:t>
            </a:r>
          </a:p>
          <a:p>
            <a:pPr marL="457200" indent="-457200">
              <a:buFont typeface="+mj-lt"/>
              <a:buAutoNum type="arabicPeriod"/>
            </a:pPr>
            <a:r>
              <a:rPr lang="en-BE"/>
              <a:t>Real federated query</a:t>
            </a:r>
          </a:p>
          <a:p>
            <a:pPr marL="457200" indent="-457200">
              <a:buFont typeface="+mj-lt"/>
              <a:buAutoNum type="arabicPeriod"/>
            </a:pPr>
            <a:r>
              <a:rPr lang="en-BE"/>
              <a:t>SPARQL Anything</a:t>
            </a:r>
          </a:p>
          <a:p>
            <a:pPr marL="457200" indent="-457200">
              <a:buFont typeface="+mj-lt"/>
              <a:buAutoNum type="arabicPeriod"/>
            </a:pPr>
            <a:r>
              <a:rPr lang="en-BE"/>
              <a:t>SHACL &amp; Form generation</a:t>
            </a:r>
          </a:p>
          <a:p>
            <a:r>
              <a:rPr lang="en-BE"/>
              <a:t>...</a:t>
            </a:r>
            <a:endParaRPr lang="nl-BE"/>
          </a:p>
        </p:txBody>
      </p:sp>
      <p:sp>
        <p:nvSpPr>
          <p:cNvPr id="5" name="Text Placeholder 4">
            <a:extLst>
              <a:ext uri="{FF2B5EF4-FFF2-40B4-BE49-F238E27FC236}">
                <a16:creationId xmlns:a16="http://schemas.microsoft.com/office/drawing/2014/main" id="{6737F75B-1B8A-F727-88FC-CBA414A04273}"/>
              </a:ext>
            </a:extLst>
          </p:cNvPr>
          <p:cNvSpPr>
            <a:spLocks noGrp="1"/>
          </p:cNvSpPr>
          <p:nvPr>
            <p:ph type="body" sz="quarter" idx="17"/>
          </p:nvPr>
        </p:nvSpPr>
        <p:spPr/>
        <p:txBody>
          <a:bodyPr/>
          <a:lstStyle/>
          <a:p>
            <a:r>
              <a:rPr lang="en-BE"/>
              <a:t>Now some cool things about Linked data</a:t>
            </a:r>
            <a:endParaRPr lang="nl-BE"/>
          </a:p>
        </p:txBody>
      </p:sp>
      <p:graphicFrame>
        <p:nvGraphicFramePr>
          <p:cNvPr id="7" name="Object 6">
            <a:hlinkClick r:id="" action="ppaction://ole?verb=0"/>
            <a:extLst>
              <a:ext uri="{FF2B5EF4-FFF2-40B4-BE49-F238E27FC236}">
                <a16:creationId xmlns:a16="http://schemas.microsoft.com/office/drawing/2014/main" id="{5EBDAEC9-7282-B9B0-325E-41123928BAA4}"/>
              </a:ext>
            </a:extLst>
          </p:cNvPr>
          <p:cNvGraphicFramePr>
            <a:graphicFrameLocks noChangeAspect="1"/>
          </p:cNvGraphicFramePr>
          <p:nvPr>
            <p:extLst>
              <p:ext uri="{D42A27DB-BD31-4B8C-83A1-F6EECF244321}">
                <p14:modId xmlns:p14="http://schemas.microsoft.com/office/powerpoint/2010/main" val="1372662090"/>
              </p:ext>
            </p:extLst>
          </p:nvPr>
        </p:nvGraphicFramePr>
        <p:xfrm>
          <a:off x="5814791" y="2526460"/>
          <a:ext cx="6096000" cy="3429000"/>
        </p:xfrm>
        <a:graphic>
          <a:graphicData uri="http://schemas.openxmlformats.org/presentationml/2006/ole">
            <mc:AlternateContent xmlns:mc="http://schemas.openxmlformats.org/markup-compatibility/2006">
              <mc:Choice xmlns:v="urn:schemas-microsoft-com:vml" Requires="v">
                <p:oleObj name="Presentation" r:id="rId3" imgW="5748487" imgH="3233990" progId="PowerPoint.Show.12">
                  <p:embed/>
                </p:oleObj>
              </mc:Choice>
              <mc:Fallback>
                <p:oleObj name="Presentation" r:id="rId3" imgW="5748487" imgH="3233990" progId="PowerPoint.Show.12">
                  <p:embed/>
                  <p:pic>
                    <p:nvPicPr>
                      <p:cNvPr id="0" name=""/>
                      <p:cNvPicPr/>
                      <p:nvPr/>
                    </p:nvPicPr>
                    <p:blipFill>
                      <a:blip r:embed="rId4"/>
                      <a:stretch>
                        <a:fillRect/>
                      </a:stretch>
                    </p:blipFill>
                    <p:spPr>
                      <a:xfrm>
                        <a:off x="5814791" y="2526460"/>
                        <a:ext cx="6096000" cy="3429000"/>
                      </a:xfrm>
                      <a:prstGeom prst="rect">
                        <a:avLst/>
                      </a:prstGeom>
                    </p:spPr>
                  </p:pic>
                </p:oleObj>
              </mc:Fallback>
            </mc:AlternateContent>
          </a:graphicData>
        </a:graphic>
      </p:graphicFrame>
    </p:spTree>
    <p:extLst>
      <p:ext uri="{BB962C8B-B14F-4D97-AF65-F5344CB8AC3E}">
        <p14:creationId xmlns:p14="http://schemas.microsoft.com/office/powerpoint/2010/main" val="1915306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5DC3DD-1BA0-5DC8-27A3-1E4D28909A82}"/>
              </a:ext>
            </a:extLst>
          </p:cNvPr>
          <p:cNvSpPr>
            <a:spLocks noGrp="1"/>
          </p:cNvSpPr>
          <p:nvPr>
            <p:ph type="sldNum" sz="quarter" idx="4"/>
          </p:nvPr>
        </p:nvSpPr>
        <p:spPr/>
        <p:txBody>
          <a:bodyPr/>
          <a:lstStyle/>
          <a:p>
            <a:fld id="{070B80B4-B953-6547-A044-6E303DFD4AF3}" type="slidenum">
              <a:rPr lang="nl-BE" smtClean="0"/>
              <a:pPr/>
              <a:t>6</a:t>
            </a:fld>
            <a:endParaRPr lang="nl-BE" dirty="0"/>
          </a:p>
        </p:txBody>
      </p:sp>
      <p:sp>
        <p:nvSpPr>
          <p:cNvPr id="3" name="Text Placeholder 2">
            <a:extLst>
              <a:ext uri="{FF2B5EF4-FFF2-40B4-BE49-F238E27FC236}">
                <a16:creationId xmlns:a16="http://schemas.microsoft.com/office/drawing/2014/main" id="{15E06E79-813C-47FF-973B-F63791313F3C}"/>
              </a:ext>
            </a:extLst>
          </p:cNvPr>
          <p:cNvSpPr>
            <a:spLocks noGrp="1"/>
          </p:cNvSpPr>
          <p:nvPr>
            <p:ph type="body" sz="quarter" idx="18"/>
          </p:nvPr>
        </p:nvSpPr>
        <p:spPr/>
        <p:txBody>
          <a:bodyPr/>
          <a:lstStyle/>
          <a:p>
            <a:endParaRPr lang="nl-BE"/>
          </a:p>
        </p:txBody>
      </p:sp>
      <p:sp>
        <p:nvSpPr>
          <p:cNvPr id="4" name="Text Placeholder 3">
            <a:extLst>
              <a:ext uri="{FF2B5EF4-FFF2-40B4-BE49-F238E27FC236}">
                <a16:creationId xmlns:a16="http://schemas.microsoft.com/office/drawing/2014/main" id="{3EBF0FD6-57B7-D03F-5E4B-B4623BA28103}"/>
              </a:ext>
            </a:extLst>
          </p:cNvPr>
          <p:cNvSpPr>
            <a:spLocks noGrp="1"/>
          </p:cNvSpPr>
          <p:nvPr>
            <p:ph type="body" sz="quarter" idx="20"/>
          </p:nvPr>
        </p:nvSpPr>
        <p:spPr/>
        <p:txBody>
          <a:bodyPr/>
          <a:lstStyle/>
          <a:p>
            <a:r>
              <a:rPr lang="en-BE"/>
              <a:t>Let’s consume data... “You know nothing”</a:t>
            </a:r>
            <a:endParaRPr lang="nl-BE"/>
          </a:p>
          <a:p>
            <a:endParaRPr lang="nl-BE"/>
          </a:p>
        </p:txBody>
      </p:sp>
      <p:sp>
        <p:nvSpPr>
          <p:cNvPr id="5" name="Text Placeholder 4">
            <a:extLst>
              <a:ext uri="{FF2B5EF4-FFF2-40B4-BE49-F238E27FC236}">
                <a16:creationId xmlns:a16="http://schemas.microsoft.com/office/drawing/2014/main" id="{38808139-6D16-55B9-62E9-489E3E70851F}"/>
              </a:ext>
            </a:extLst>
          </p:cNvPr>
          <p:cNvSpPr>
            <a:spLocks noGrp="1"/>
          </p:cNvSpPr>
          <p:nvPr>
            <p:ph type="body" sz="quarter" idx="17"/>
          </p:nvPr>
        </p:nvSpPr>
        <p:spPr/>
        <p:txBody>
          <a:bodyPr/>
          <a:lstStyle/>
          <a:p>
            <a:r>
              <a:rPr lang="en-BE"/>
              <a:t>Everything is data, yes everything!</a:t>
            </a:r>
            <a:endParaRPr lang="nl-BE"/>
          </a:p>
        </p:txBody>
      </p:sp>
      <p:sp>
        <p:nvSpPr>
          <p:cNvPr id="6" name="TextBox 5">
            <a:extLst>
              <a:ext uri="{FF2B5EF4-FFF2-40B4-BE49-F238E27FC236}">
                <a16:creationId xmlns:a16="http://schemas.microsoft.com/office/drawing/2014/main" id="{4672172F-8ABC-F6CB-B8DE-5DDC1219D56F}"/>
              </a:ext>
            </a:extLst>
          </p:cNvPr>
          <p:cNvSpPr txBox="1"/>
          <p:nvPr/>
        </p:nvSpPr>
        <p:spPr>
          <a:xfrm>
            <a:off x="914399" y="2682240"/>
            <a:ext cx="4975859" cy="3724096"/>
          </a:xfrm>
          <a:prstGeom prst="rect">
            <a:avLst/>
          </a:prstGeom>
          <a:noFill/>
        </p:spPr>
        <p:txBody>
          <a:bodyPr wrap="square" rtlCol="0">
            <a:spAutoFit/>
          </a:bodyPr>
          <a:lstStyle/>
          <a:p>
            <a:r>
              <a:rPr lang="en-BE" sz="2000" u="sng"/>
              <a:t>The Linked </a:t>
            </a:r>
            <a:r>
              <a:rPr lang="en-BE" sz="2000" u="sng">
                <a:solidFill>
                  <a:schemeClr val="bg2"/>
                </a:solidFill>
              </a:rPr>
              <a:t>data</a:t>
            </a:r>
            <a:r>
              <a:rPr lang="en-BE" sz="2000" u="sng"/>
              <a:t> way</a:t>
            </a:r>
          </a:p>
          <a:p>
            <a:endParaRPr lang="en-BE"/>
          </a:p>
          <a:p>
            <a:r>
              <a:rPr lang="en-BE"/>
              <a:t>Can I please have the endpoint of your </a:t>
            </a:r>
            <a:r>
              <a:rPr lang="en-BE">
                <a:solidFill>
                  <a:schemeClr val="bg2"/>
                </a:solidFill>
              </a:rPr>
              <a:t>data</a:t>
            </a:r>
            <a:r>
              <a:rPr lang="en-BE"/>
              <a:t> store? </a:t>
            </a:r>
            <a:r>
              <a:rPr lang="en-BE" sz="1600"/>
              <a:t>(in case you couldn’t follow your nose...)</a:t>
            </a:r>
            <a:endParaRPr lang="en-BE"/>
          </a:p>
          <a:p>
            <a:endParaRPr lang="en-BE"/>
          </a:p>
          <a:p>
            <a:endParaRPr lang="en-BE"/>
          </a:p>
          <a:p>
            <a:endParaRPr lang="en-BE"/>
          </a:p>
          <a:p>
            <a:r>
              <a:rPr lang="en-BE"/>
              <a:t>I can use a standardised way to question anything I need. I can ask about the model of the </a:t>
            </a:r>
            <a:r>
              <a:rPr lang="en-BE">
                <a:solidFill>
                  <a:schemeClr val="bg2"/>
                </a:solidFill>
              </a:rPr>
              <a:t>data</a:t>
            </a:r>
            <a:r>
              <a:rPr lang="en-BE"/>
              <a:t> or the </a:t>
            </a:r>
            <a:r>
              <a:rPr lang="en-BE">
                <a:solidFill>
                  <a:schemeClr val="bg2"/>
                </a:solidFill>
              </a:rPr>
              <a:t>data</a:t>
            </a:r>
            <a:r>
              <a:rPr lang="en-BE"/>
              <a:t> itself. And best of all, I can let my machine do the work for me. </a:t>
            </a:r>
          </a:p>
          <a:p>
            <a:endParaRPr lang="en-BE"/>
          </a:p>
          <a:p>
            <a:r>
              <a:rPr lang="en-BE"/>
              <a:t>=&gt; Machine readability</a:t>
            </a:r>
          </a:p>
        </p:txBody>
      </p:sp>
      <p:sp>
        <p:nvSpPr>
          <p:cNvPr id="7" name="TextBox 6">
            <a:extLst>
              <a:ext uri="{FF2B5EF4-FFF2-40B4-BE49-F238E27FC236}">
                <a16:creationId xmlns:a16="http://schemas.microsoft.com/office/drawing/2014/main" id="{A18F549A-26E6-B930-0537-A81A839A3EF2}"/>
              </a:ext>
            </a:extLst>
          </p:cNvPr>
          <p:cNvSpPr txBox="1"/>
          <p:nvPr/>
        </p:nvSpPr>
        <p:spPr>
          <a:xfrm>
            <a:off x="6513465" y="2667000"/>
            <a:ext cx="5011965" cy="4001095"/>
          </a:xfrm>
          <a:prstGeom prst="rect">
            <a:avLst/>
          </a:prstGeom>
          <a:noFill/>
        </p:spPr>
        <p:txBody>
          <a:bodyPr wrap="square" rtlCol="0">
            <a:spAutoFit/>
          </a:bodyPr>
          <a:lstStyle/>
          <a:p>
            <a:r>
              <a:rPr lang="en-BE" sz="2000" u="sng"/>
              <a:t>The “other” way (conventional API)</a:t>
            </a:r>
          </a:p>
          <a:p>
            <a:endParaRPr lang="en-BE"/>
          </a:p>
          <a:p>
            <a:r>
              <a:rPr lang="en-BE"/>
              <a:t>Can I please have:</a:t>
            </a:r>
          </a:p>
          <a:p>
            <a:pPr marL="285750" indent="-285750">
              <a:buFontTx/>
              <a:buChar char="-"/>
            </a:pPr>
            <a:r>
              <a:rPr lang="en-BE"/>
              <a:t>The endpoints of your API</a:t>
            </a:r>
          </a:p>
          <a:p>
            <a:pPr marL="285750" indent="-285750">
              <a:buFontTx/>
              <a:buChar char="-"/>
            </a:pPr>
            <a:r>
              <a:rPr lang="en-BE"/>
              <a:t>The structure used to query the endpoints</a:t>
            </a:r>
          </a:p>
          <a:p>
            <a:pPr marL="285750" indent="-285750">
              <a:buFontTx/>
              <a:buChar char="-"/>
            </a:pPr>
            <a:r>
              <a:rPr lang="en-BE"/>
              <a:t>The structure used to respond to the queries</a:t>
            </a:r>
          </a:p>
          <a:p>
            <a:endParaRPr lang="en-BE"/>
          </a:p>
          <a:p>
            <a:r>
              <a:rPr lang="en-BE"/>
              <a:t>I need to manually read and interpret the documentation in order to write my questions specifically for this API. I can’t let a machine do it for me.</a:t>
            </a:r>
          </a:p>
          <a:p>
            <a:endParaRPr lang="en-BE"/>
          </a:p>
          <a:p>
            <a:pPr marL="285750" indent="-285750">
              <a:buFont typeface="Symbol" panose="05050102010706020507" pitchFamily="18" charset="2"/>
              <a:buChar char="Þ"/>
            </a:pPr>
            <a:r>
              <a:rPr lang="en-BE"/>
              <a:t>Not standardised, </a:t>
            </a:r>
          </a:p>
          <a:p>
            <a:pPr marL="285750" indent="-285750">
              <a:buFont typeface="Symbol" panose="05050102010706020507" pitchFamily="18" charset="2"/>
              <a:buChar char="Þ"/>
            </a:pPr>
            <a:r>
              <a:rPr lang="en-BE"/>
              <a:t>lots of manual work</a:t>
            </a:r>
          </a:p>
        </p:txBody>
      </p:sp>
      <p:cxnSp>
        <p:nvCxnSpPr>
          <p:cNvPr id="9" name="Straight Connector 8">
            <a:extLst>
              <a:ext uri="{FF2B5EF4-FFF2-40B4-BE49-F238E27FC236}">
                <a16:creationId xmlns:a16="http://schemas.microsoft.com/office/drawing/2014/main" id="{C843BCEE-852F-5849-1832-C7CBE5BC4E01}"/>
              </a:ext>
            </a:extLst>
          </p:cNvPr>
          <p:cNvCxnSpPr>
            <a:cxnSpLocks/>
            <a:endCxn id="4" idx="2"/>
          </p:cNvCxnSpPr>
          <p:nvPr/>
        </p:nvCxnSpPr>
        <p:spPr>
          <a:xfrm>
            <a:off x="6096001" y="2682240"/>
            <a:ext cx="0" cy="3616009"/>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ChatGPT - Wikipedia">
            <a:extLst>
              <a:ext uri="{FF2B5EF4-FFF2-40B4-BE49-F238E27FC236}">
                <a16:creationId xmlns:a16="http://schemas.microsoft.com/office/drawing/2014/main" id="{AD5BA145-E119-A138-A15B-1461AF897C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3760" y="5746115"/>
            <a:ext cx="746760" cy="74676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0D55522-7374-2DEB-FFDD-5BDC05E4CE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4560" y="5746115"/>
            <a:ext cx="746760" cy="74676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obot - Free electronics icons">
            <a:extLst>
              <a:ext uri="{FF2B5EF4-FFF2-40B4-BE49-F238E27FC236}">
                <a16:creationId xmlns:a16="http://schemas.microsoft.com/office/drawing/2014/main" id="{5425330D-BD39-E2D1-28C1-708EE5A4C5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3498" y="5746115"/>
            <a:ext cx="746760" cy="74676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en and paper - Free education icons">
            <a:extLst>
              <a:ext uri="{FF2B5EF4-FFF2-40B4-BE49-F238E27FC236}">
                <a16:creationId xmlns:a16="http://schemas.microsoft.com/office/drawing/2014/main" id="{BD6603BD-7FEA-58BA-3511-1C8B877BED0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40736" y="5848926"/>
            <a:ext cx="745200" cy="7452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conExperience » G-Collection » User Telephone Icon">
            <a:extLst>
              <a:ext uri="{FF2B5EF4-FFF2-40B4-BE49-F238E27FC236}">
                <a16:creationId xmlns:a16="http://schemas.microsoft.com/office/drawing/2014/main" id="{6E2C06BB-7E74-711D-DF98-69B107CBE6C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30799" y="5848926"/>
            <a:ext cx="745200" cy="74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4432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2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3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9" end="9"/>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
                                            <p:txEl>
                                              <p:pRg st="10" end="10"/>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03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0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AF157F-C0FD-6944-973B-A0C908208541}"/>
              </a:ext>
            </a:extLst>
          </p:cNvPr>
          <p:cNvSpPr>
            <a:spLocks noGrp="1"/>
          </p:cNvSpPr>
          <p:nvPr>
            <p:ph type="sldNum" sz="quarter" idx="4"/>
          </p:nvPr>
        </p:nvSpPr>
        <p:spPr/>
        <p:txBody>
          <a:bodyPr/>
          <a:lstStyle/>
          <a:p>
            <a:fld id="{070B80B4-B953-6547-A044-6E303DFD4AF3}" type="slidenum">
              <a:rPr lang="nl-BE" smtClean="0"/>
              <a:pPr/>
              <a:t>7</a:t>
            </a:fld>
            <a:endParaRPr lang="nl-BE" dirty="0"/>
          </a:p>
        </p:txBody>
      </p:sp>
      <p:sp>
        <p:nvSpPr>
          <p:cNvPr id="3" name="Text Placeholder 2">
            <a:extLst>
              <a:ext uri="{FF2B5EF4-FFF2-40B4-BE49-F238E27FC236}">
                <a16:creationId xmlns:a16="http://schemas.microsoft.com/office/drawing/2014/main" id="{946C456F-35C2-C876-E312-A327D3B7C657}"/>
              </a:ext>
            </a:extLst>
          </p:cNvPr>
          <p:cNvSpPr>
            <a:spLocks noGrp="1"/>
          </p:cNvSpPr>
          <p:nvPr>
            <p:ph type="body" sz="quarter" idx="18"/>
          </p:nvPr>
        </p:nvSpPr>
        <p:spPr/>
        <p:txBody>
          <a:bodyPr/>
          <a:lstStyle/>
          <a:p>
            <a:endParaRPr lang="nl-BE"/>
          </a:p>
        </p:txBody>
      </p:sp>
      <p:sp>
        <p:nvSpPr>
          <p:cNvPr id="4" name="Text Placeholder 3">
            <a:extLst>
              <a:ext uri="{FF2B5EF4-FFF2-40B4-BE49-F238E27FC236}">
                <a16:creationId xmlns:a16="http://schemas.microsoft.com/office/drawing/2014/main" id="{720F588C-71B5-C898-392F-8CCDFB2A6D3C}"/>
              </a:ext>
            </a:extLst>
          </p:cNvPr>
          <p:cNvSpPr>
            <a:spLocks noGrp="1"/>
          </p:cNvSpPr>
          <p:nvPr>
            <p:ph type="body" sz="quarter" idx="20"/>
          </p:nvPr>
        </p:nvSpPr>
        <p:spPr/>
        <p:txBody>
          <a:bodyPr/>
          <a:lstStyle/>
          <a:p>
            <a:r>
              <a:rPr lang="en-BE"/>
              <a:t>Started building an Enterprise ontology (using ERA vocabulary, RSM, E</a:t>
            </a:r>
            <a:r>
              <a:rPr lang="nl-BE"/>
              <a:t>u</a:t>
            </a:r>
            <a:r>
              <a:rPr lang="en-BE"/>
              <a:t>lynx, RailML and other international standard models)</a:t>
            </a:r>
          </a:p>
          <a:p>
            <a:endParaRPr lang="en-BE"/>
          </a:p>
          <a:p>
            <a:r>
              <a:rPr lang="en-BE"/>
              <a:t>3 courses on Linked </a:t>
            </a:r>
            <a:r>
              <a:rPr lang="en-BE">
                <a:solidFill>
                  <a:schemeClr val="bg2"/>
                </a:solidFill>
              </a:rPr>
              <a:t>data</a:t>
            </a:r>
            <a:r>
              <a:rPr lang="en-BE"/>
              <a:t> for &gt;60 employees (general course, sparql &amp; shacl)</a:t>
            </a:r>
          </a:p>
          <a:p>
            <a:endParaRPr lang="en-BE"/>
          </a:p>
          <a:p>
            <a:r>
              <a:rPr lang="en-BE"/>
              <a:t>We are building a </a:t>
            </a:r>
            <a:r>
              <a:rPr lang="en-BE">
                <a:solidFill>
                  <a:schemeClr val="bg2"/>
                </a:solidFill>
              </a:rPr>
              <a:t>data</a:t>
            </a:r>
            <a:r>
              <a:rPr lang="en-BE"/>
              <a:t> centric software architecture based on Linked </a:t>
            </a:r>
            <a:r>
              <a:rPr lang="en-BE">
                <a:solidFill>
                  <a:schemeClr val="bg2"/>
                </a:solidFill>
              </a:rPr>
              <a:t>data</a:t>
            </a:r>
            <a:r>
              <a:rPr lang="en-BE"/>
              <a:t>.</a:t>
            </a:r>
          </a:p>
          <a:p>
            <a:endParaRPr lang="en-BE"/>
          </a:p>
          <a:p>
            <a:r>
              <a:rPr lang="en-BE"/>
              <a:t>Linked data is used in </a:t>
            </a:r>
            <a:r>
              <a:rPr lang="en-BE">
                <a:solidFill>
                  <a:schemeClr val="bg2"/>
                </a:solidFill>
              </a:rPr>
              <a:t>data</a:t>
            </a:r>
            <a:r>
              <a:rPr lang="en-BE"/>
              <a:t> analysis between IT application and a first Linked </a:t>
            </a:r>
            <a:r>
              <a:rPr lang="en-BE">
                <a:solidFill>
                  <a:schemeClr val="bg2"/>
                </a:solidFill>
              </a:rPr>
              <a:t>data</a:t>
            </a:r>
            <a:r>
              <a:rPr lang="en-BE"/>
              <a:t> dedicated IT application project was launched.</a:t>
            </a:r>
          </a:p>
        </p:txBody>
      </p:sp>
      <p:sp>
        <p:nvSpPr>
          <p:cNvPr id="5" name="Text Placeholder 4">
            <a:extLst>
              <a:ext uri="{FF2B5EF4-FFF2-40B4-BE49-F238E27FC236}">
                <a16:creationId xmlns:a16="http://schemas.microsoft.com/office/drawing/2014/main" id="{3A231716-DE7A-14C8-FE8A-A34FE6D74120}"/>
              </a:ext>
            </a:extLst>
          </p:cNvPr>
          <p:cNvSpPr>
            <a:spLocks noGrp="1"/>
          </p:cNvSpPr>
          <p:nvPr>
            <p:ph type="body" sz="quarter" idx="17"/>
          </p:nvPr>
        </p:nvSpPr>
        <p:spPr/>
        <p:txBody>
          <a:bodyPr/>
          <a:lstStyle/>
          <a:p>
            <a:r>
              <a:rPr lang="en-BE"/>
              <a:t>What’s happening at Infrabel?</a:t>
            </a:r>
            <a:endParaRPr lang="nl-BE"/>
          </a:p>
        </p:txBody>
      </p:sp>
    </p:spTree>
    <p:extLst>
      <p:ext uri="{BB962C8B-B14F-4D97-AF65-F5344CB8AC3E}">
        <p14:creationId xmlns:p14="http://schemas.microsoft.com/office/powerpoint/2010/main" val="2793389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388BFA5-E619-4F17-8605-C55B005831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1854" y="5471903"/>
            <a:ext cx="792933" cy="478554"/>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C579B2FE-D2B0-4818-94E5-799364719808}"/>
              </a:ext>
            </a:extLst>
          </p:cNvPr>
          <p:cNvPicPr>
            <a:picLocks noChangeAspect="1"/>
          </p:cNvPicPr>
          <p:nvPr/>
        </p:nvPicPr>
        <p:blipFill>
          <a:blip r:embed="rId4">
            <a:clrChange>
              <a:clrFrom>
                <a:srgbClr val="FFFFFF"/>
              </a:clrFrom>
              <a:clrTo>
                <a:srgbClr val="FFFFFF">
                  <a:alpha val="0"/>
                </a:srgbClr>
              </a:clrTo>
            </a:clrChange>
            <a:alphaModFix/>
          </a:blip>
          <a:stretch>
            <a:fillRect/>
          </a:stretch>
        </p:blipFill>
        <p:spPr>
          <a:xfrm>
            <a:off x="198577" y="1916888"/>
            <a:ext cx="2280390" cy="1772572"/>
          </a:xfrm>
          <a:prstGeom prst="rect">
            <a:avLst/>
          </a:prstGeom>
          <a:noFill/>
          <a:ln>
            <a:solidFill>
              <a:schemeClr val="bg1"/>
            </a:solidFill>
          </a:ln>
        </p:spPr>
      </p:pic>
      <p:sp>
        <p:nvSpPr>
          <p:cNvPr id="20" name="Flowchart: Document 19">
            <a:extLst>
              <a:ext uri="{FF2B5EF4-FFF2-40B4-BE49-F238E27FC236}">
                <a16:creationId xmlns:a16="http://schemas.microsoft.com/office/drawing/2014/main" id="{E1AEB242-293A-4685-9AC1-50C4B56460FF}"/>
              </a:ext>
            </a:extLst>
          </p:cNvPr>
          <p:cNvSpPr/>
          <p:nvPr/>
        </p:nvSpPr>
        <p:spPr>
          <a:xfrm>
            <a:off x="10276048" y="3617254"/>
            <a:ext cx="976724" cy="612648"/>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BE" sz="1800" b="0" i="0" u="none" strike="noStrike" kern="1200" cap="none" spc="0" normalizeH="0" baseline="0" noProof="0" dirty="0">
                <a:ln>
                  <a:noFill/>
                </a:ln>
                <a:solidFill>
                  <a:prstClr val="white"/>
                </a:solidFill>
                <a:effectLst/>
                <a:uLnTx/>
                <a:uFillTx/>
                <a:latin typeface="Calibri" panose="020F0502020204030204"/>
                <a:ea typeface="+mn-ea"/>
                <a:cs typeface="+mn-cs"/>
              </a:rPr>
              <a:t>RINF </a:t>
            </a:r>
            <a:r>
              <a:rPr kumimoji="0" lang="fr-BE" sz="1800" b="0" i="0" u="none" strike="noStrike" kern="1200" cap="none" spc="0" normalizeH="0" baseline="0" noProof="0" dirty="0">
                <a:ln>
                  <a:noFill/>
                </a:ln>
                <a:solidFill>
                  <a:prstClr val="white"/>
                </a:solidFill>
                <a:effectLst/>
                <a:uLnTx/>
                <a:uFillTx/>
                <a:latin typeface="Calibri" panose="020F0502020204030204"/>
                <a:ea typeface="+mn-ea"/>
                <a:cs typeface="+mn-cs"/>
              </a:rPr>
              <a:t>RDF/TTL</a:t>
            </a:r>
          </a:p>
        </p:txBody>
      </p:sp>
      <p:pic>
        <p:nvPicPr>
          <p:cNvPr id="35" name="Picture 2" descr="Commit2Data">
            <a:extLst>
              <a:ext uri="{FF2B5EF4-FFF2-40B4-BE49-F238E27FC236}">
                <a16:creationId xmlns:a16="http://schemas.microsoft.com/office/drawing/2014/main" id="{B8B27726-05BA-3D6E-15D7-613B0EF17D6A}"/>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534454" y="2085096"/>
            <a:ext cx="4764278" cy="3368524"/>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id="{0C9490C6-EC35-F230-FBA1-930230B6A8D6}"/>
              </a:ext>
            </a:extLst>
          </p:cNvPr>
          <p:cNvSpPr txBox="1"/>
          <p:nvPr/>
        </p:nvSpPr>
        <p:spPr>
          <a:xfrm>
            <a:off x="3181184" y="2364843"/>
            <a:ext cx="1796946" cy="369332"/>
          </a:xfrm>
          <a:prstGeom prst="rect">
            <a:avLst/>
          </a:prstGeom>
          <a:noFill/>
        </p:spPr>
        <p:txBody>
          <a:bodyPr wrap="square">
            <a:spAutoFit/>
          </a:bodyPr>
          <a:lstStyle/>
          <a:p>
            <a:r>
              <a:rPr kumimoji="0" lang="en-GB" sz="1800" b="0" i="0" u="none" strike="noStrike" kern="1200" cap="none" spc="0" normalizeH="0" baseline="0" noProof="0" dirty="0">
                <a:ln>
                  <a:noFill/>
                </a:ln>
                <a:effectLst/>
                <a:uLnTx/>
                <a:uFillTx/>
                <a:latin typeface="Calibri" panose="020F0502020204030204"/>
                <a:ea typeface="+mn-ea"/>
                <a:cs typeface="+mn-cs"/>
              </a:rPr>
              <a:t>Asset Repository</a:t>
            </a:r>
            <a:endParaRPr lang="nl-BE" dirty="0"/>
          </a:p>
        </p:txBody>
      </p:sp>
      <p:sp>
        <p:nvSpPr>
          <p:cNvPr id="38" name="TextBox 37">
            <a:extLst>
              <a:ext uri="{FF2B5EF4-FFF2-40B4-BE49-F238E27FC236}">
                <a16:creationId xmlns:a16="http://schemas.microsoft.com/office/drawing/2014/main" id="{E776C887-C71E-D639-31F4-0A6BBB7E1A30}"/>
              </a:ext>
            </a:extLst>
          </p:cNvPr>
          <p:cNvSpPr txBox="1"/>
          <p:nvPr/>
        </p:nvSpPr>
        <p:spPr>
          <a:xfrm>
            <a:off x="1918423" y="4266675"/>
            <a:ext cx="1904585" cy="369332"/>
          </a:xfrm>
          <a:prstGeom prst="rect">
            <a:avLst/>
          </a:prstGeom>
          <a:noFill/>
        </p:spPr>
        <p:txBody>
          <a:bodyPr wrap="square">
            <a:spAutoFit/>
          </a:bodyPr>
          <a:lstStyle/>
          <a:p>
            <a:r>
              <a:rPr kumimoji="0" lang="en-BE" sz="1800" b="0" i="0" u="none" strike="noStrike" kern="1200" cap="none" spc="0" normalizeH="0" baseline="0" noProof="0" dirty="0">
                <a:ln>
                  <a:noFill/>
                </a:ln>
                <a:effectLst/>
                <a:uLnTx/>
                <a:uFillTx/>
                <a:latin typeface="Calibri" panose="020F0502020204030204"/>
                <a:ea typeface="+mn-ea"/>
                <a:cs typeface="+mn-cs"/>
              </a:rPr>
              <a:t>Transactional data</a:t>
            </a:r>
            <a:endParaRPr lang="nl-BE" dirty="0"/>
          </a:p>
        </p:txBody>
      </p:sp>
      <p:pic>
        <p:nvPicPr>
          <p:cNvPr id="1028" name="Picture 4" descr="gist - The Semantic Arts Minimalist Upper Ontology">
            <a:extLst>
              <a:ext uri="{FF2B5EF4-FFF2-40B4-BE49-F238E27FC236}">
                <a16:creationId xmlns:a16="http://schemas.microsoft.com/office/drawing/2014/main" id="{8AF3975B-B0F5-3873-232F-48B57B9EAF9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97401" y="5471903"/>
            <a:ext cx="846160" cy="456263"/>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9">
            <a:extLst>
              <a:ext uri="{FF2B5EF4-FFF2-40B4-BE49-F238E27FC236}">
                <a16:creationId xmlns:a16="http://schemas.microsoft.com/office/drawing/2014/main" id="{9A032882-9155-D48E-CC7A-2A7308D492D7}"/>
              </a:ext>
            </a:extLst>
          </p:cNvPr>
          <p:cNvPicPr>
            <a:picLocks noChangeAspect="1"/>
          </p:cNvPicPr>
          <p:nvPr/>
        </p:nvPicPr>
        <p:blipFill>
          <a:blip r:embed="rId7"/>
          <a:stretch>
            <a:fillRect/>
          </a:stretch>
        </p:blipFill>
        <p:spPr>
          <a:xfrm>
            <a:off x="8015353" y="6152394"/>
            <a:ext cx="1719912" cy="569557"/>
          </a:xfrm>
          <a:prstGeom prst="rect">
            <a:avLst/>
          </a:prstGeom>
        </p:spPr>
      </p:pic>
      <p:sp>
        <p:nvSpPr>
          <p:cNvPr id="41" name="TextBox 40">
            <a:extLst>
              <a:ext uri="{FF2B5EF4-FFF2-40B4-BE49-F238E27FC236}">
                <a16:creationId xmlns:a16="http://schemas.microsoft.com/office/drawing/2014/main" id="{B68186C3-DEA7-DBE9-A2E6-D3CAC133DA5B}"/>
              </a:ext>
            </a:extLst>
          </p:cNvPr>
          <p:cNvSpPr txBox="1"/>
          <p:nvPr/>
        </p:nvSpPr>
        <p:spPr>
          <a:xfrm>
            <a:off x="6546358" y="4645072"/>
            <a:ext cx="1904585" cy="369332"/>
          </a:xfrm>
          <a:prstGeom prst="rect">
            <a:avLst/>
          </a:prstGeom>
          <a:noFill/>
        </p:spPr>
        <p:txBody>
          <a:bodyPr wrap="square">
            <a:spAutoFit/>
          </a:bodyPr>
          <a:lstStyle/>
          <a:p>
            <a:r>
              <a:rPr kumimoji="0" lang="en-BE" sz="1800" b="0" i="0" u="none" strike="noStrike" kern="1200" cap="none" spc="0" normalizeH="0" baseline="0" noProof="0" dirty="0">
                <a:ln>
                  <a:noFill/>
                </a:ln>
                <a:effectLst/>
                <a:uLnTx/>
                <a:uFillTx/>
                <a:latin typeface="Calibri" panose="020F0502020204030204"/>
                <a:ea typeface="+mn-ea"/>
                <a:cs typeface="+mn-cs"/>
              </a:rPr>
              <a:t>Financial data</a:t>
            </a:r>
            <a:endParaRPr lang="nl-BE" dirty="0"/>
          </a:p>
        </p:txBody>
      </p:sp>
      <p:sp>
        <p:nvSpPr>
          <p:cNvPr id="42" name="TextBox 41">
            <a:extLst>
              <a:ext uri="{FF2B5EF4-FFF2-40B4-BE49-F238E27FC236}">
                <a16:creationId xmlns:a16="http://schemas.microsoft.com/office/drawing/2014/main" id="{4F1EDECA-BBAB-5D65-3552-ACFE683AA2CF}"/>
              </a:ext>
            </a:extLst>
          </p:cNvPr>
          <p:cNvSpPr txBox="1"/>
          <p:nvPr/>
        </p:nvSpPr>
        <p:spPr>
          <a:xfrm>
            <a:off x="6446876" y="2364843"/>
            <a:ext cx="1005493" cy="369332"/>
          </a:xfrm>
          <a:prstGeom prst="rect">
            <a:avLst/>
          </a:prstGeom>
          <a:noFill/>
        </p:spPr>
        <p:txBody>
          <a:bodyPr wrap="square">
            <a:spAutoFit/>
          </a:bodyPr>
          <a:lstStyle/>
          <a:p>
            <a:r>
              <a:rPr kumimoji="0" lang="en-BE" sz="1800" b="0" i="0" u="none" strike="noStrike" kern="1200" cap="none" spc="0" normalizeH="0" baseline="0" noProof="0" dirty="0">
                <a:ln>
                  <a:noFill/>
                </a:ln>
                <a:effectLst/>
                <a:uLnTx/>
                <a:uFillTx/>
                <a:latin typeface="Calibri" panose="020F0502020204030204"/>
                <a:ea typeface="+mn-ea"/>
                <a:cs typeface="+mn-cs"/>
              </a:rPr>
              <a:t>HR data</a:t>
            </a:r>
            <a:endParaRPr lang="nl-BE" dirty="0"/>
          </a:p>
        </p:txBody>
      </p:sp>
      <p:sp>
        <p:nvSpPr>
          <p:cNvPr id="43" name="Google Shape;706;g127c66a52d3_0_2086">
            <a:extLst>
              <a:ext uri="{FF2B5EF4-FFF2-40B4-BE49-F238E27FC236}">
                <a16:creationId xmlns:a16="http://schemas.microsoft.com/office/drawing/2014/main" id="{B7BBF98B-E9E0-9BC0-5E93-C2DCF7260B79}"/>
              </a:ext>
            </a:extLst>
          </p:cNvPr>
          <p:cNvSpPr txBox="1"/>
          <p:nvPr/>
        </p:nvSpPr>
        <p:spPr>
          <a:xfrm>
            <a:off x="8108057" y="5414363"/>
            <a:ext cx="1315200" cy="535398"/>
          </a:xfrm>
          <a:prstGeom prst="rect">
            <a:avLst/>
          </a:prstGeom>
          <a:noFill/>
          <a:ln>
            <a:noFill/>
          </a:ln>
        </p:spPr>
        <p:txBody>
          <a:bodyPr spcFirstLastPara="1" wrap="square" lIns="0" tIns="116200"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en-US" sz="1400" b="0" i="0" u="none" strike="noStrike" cap="none" dirty="0">
                <a:solidFill>
                  <a:srgbClr val="0885B6"/>
                </a:solidFill>
                <a:latin typeface="Arial"/>
                <a:ea typeface="Arial"/>
                <a:cs typeface="Arial"/>
                <a:sym typeface="Arial"/>
              </a:rPr>
              <a:t>ERA Ontology</a:t>
            </a:r>
            <a:endParaRPr sz="1400" b="0" i="0" u="none" strike="noStrike" cap="none" dirty="0">
              <a:solidFill>
                <a:schemeClr val="dk1"/>
              </a:solidFill>
              <a:latin typeface="Arial"/>
              <a:ea typeface="Arial"/>
              <a:cs typeface="Arial"/>
              <a:sym typeface="Arial"/>
            </a:endParaRPr>
          </a:p>
          <a:p>
            <a:pPr marL="12700" marR="5080" lvl="0" indent="0" algn="l" rtl="0">
              <a:lnSpc>
                <a:spcPct val="100000"/>
              </a:lnSpc>
              <a:spcBef>
                <a:spcPts val="545"/>
              </a:spcBef>
              <a:spcAft>
                <a:spcPts val="0"/>
              </a:spcAft>
              <a:buClr>
                <a:srgbClr val="000000"/>
              </a:buClr>
              <a:buSzPts val="800"/>
              <a:buFont typeface="Arial"/>
              <a:buNone/>
            </a:pPr>
            <a:r>
              <a:rPr lang="en-US" sz="900" b="1" i="0" u="none" strike="noStrike" cap="none" dirty="0">
                <a:solidFill>
                  <a:srgbClr val="0885B6"/>
                </a:solidFill>
                <a:latin typeface="Arial"/>
                <a:ea typeface="Arial"/>
                <a:cs typeface="Arial"/>
                <a:sym typeface="Arial"/>
              </a:rPr>
              <a:t>Semantic Vocabulary</a:t>
            </a:r>
            <a:endParaRPr sz="900" b="0" i="0" u="none" strike="noStrike" cap="none" dirty="0">
              <a:solidFill>
                <a:schemeClr val="dk1"/>
              </a:solidFill>
              <a:latin typeface="Arial"/>
              <a:ea typeface="Arial"/>
              <a:cs typeface="Arial"/>
              <a:sym typeface="Arial"/>
            </a:endParaRPr>
          </a:p>
        </p:txBody>
      </p:sp>
      <p:sp>
        <p:nvSpPr>
          <p:cNvPr id="44" name="Arrow: Right 43">
            <a:extLst>
              <a:ext uri="{FF2B5EF4-FFF2-40B4-BE49-F238E27FC236}">
                <a16:creationId xmlns:a16="http://schemas.microsoft.com/office/drawing/2014/main" id="{9FC7D27D-CD17-F97B-FDE5-69E3FEE381F0}"/>
              </a:ext>
            </a:extLst>
          </p:cNvPr>
          <p:cNvSpPr/>
          <p:nvPr/>
        </p:nvSpPr>
        <p:spPr>
          <a:xfrm>
            <a:off x="9086919" y="3653407"/>
            <a:ext cx="990389" cy="369333"/>
          </a:xfrm>
          <a:prstGeom prst="rightArrow">
            <a:avLst/>
          </a:prstGeom>
          <a:solidFill>
            <a:schemeClr val="accent4">
              <a:lumMod val="20000"/>
              <a:lumOff val="80000"/>
            </a:schemeClr>
          </a:solidFill>
          <a:ln>
            <a:prstDash val="lgDash"/>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5" name="Arrow: Right 44">
            <a:extLst>
              <a:ext uri="{FF2B5EF4-FFF2-40B4-BE49-F238E27FC236}">
                <a16:creationId xmlns:a16="http://schemas.microsoft.com/office/drawing/2014/main" id="{2A7E5EC7-114B-4760-3025-D52EB816E56C}"/>
              </a:ext>
            </a:extLst>
          </p:cNvPr>
          <p:cNvSpPr/>
          <p:nvPr/>
        </p:nvSpPr>
        <p:spPr>
          <a:xfrm rot="12203248">
            <a:off x="2685991" y="3009797"/>
            <a:ext cx="990389" cy="369333"/>
          </a:xfrm>
          <a:prstGeom prst="rightArrow">
            <a:avLst/>
          </a:prstGeom>
          <a:solidFill>
            <a:schemeClr val="accent4">
              <a:lumMod val="20000"/>
              <a:lumOff val="80000"/>
            </a:schemeClr>
          </a:solidFill>
          <a:ln>
            <a:prstDash val="lgDash"/>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46" name="Picture 45">
            <a:extLst>
              <a:ext uri="{FF2B5EF4-FFF2-40B4-BE49-F238E27FC236}">
                <a16:creationId xmlns:a16="http://schemas.microsoft.com/office/drawing/2014/main" id="{E04AFA33-17FA-DD0C-3445-4055FDC334EC}"/>
              </a:ext>
            </a:extLst>
          </p:cNvPr>
          <p:cNvPicPr>
            <a:picLocks noChangeAspect="1"/>
          </p:cNvPicPr>
          <p:nvPr/>
        </p:nvPicPr>
        <p:blipFill rotWithShape="1">
          <a:blip r:embed="rId8">
            <a:clrChange>
              <a:clrFrom>
                <a:srgbClr val="FEFEFE"/>
              </a:clrFrom>
              <a:clrTo>
                <a:srgbClr val="FEFEFE">
                  <a:alpha val="0"/>
                </a:srgbClr>
              </a:clrTo>
            </a:clrChange>
            <a:extLst>
              <a:ext uri="{28A0092B-C50C-407E-A947-70E740481C1C}">
                <a14:useLocalDpi xmlns:a14="http://schemas.microsoft.com/office/drawing/2010/main" val="0"/>
              </a:ext>
            </a:extLst>
          </a:blip>
          <a:srcRect r="3692" b="20263"/>
          <a:stretch/>
        </p:blipFill>
        <p:spPr>
          <a:xfrm>
            <a:off x="3884675" y="245516"/>
            <a:ext cx="2237020" cy="1319636"/>
          </a:xfrm>
          <a:prstGeom prst="rect">
            <a:avLst/>
          </a:prstGeom>
          <a:noFill/>
        </p:spPr>
      </p:pic>
      <p:sp>
        <p:nvSpPr>
          <p:cNvPr id="47" name="TextBox 46">
            <a:extLst>
              <a:ext uri="{FF2B5EF4-FFF2-40B4-BE49-F238E27FC236}">
                <a16:creationId xmlns:a16="http://schemas.microsoft.com/office/drawing/2014/main" id="{0F4D55C2-6C2C-7BD6-58F6-FB08D3952F50}"/>
              </a:ext>
            </a:extLst>
          </p:cNvPr>
          <p:cNvSpPr txBox="1"/>
          <p:nvPr/>
        </p:nvSpPr>
        <p:spPr>
          <a:xfrm>
            <a:off x="5500311" y="1214410"/>
            <a:ext cx="621384" cy="369332"/>
          </a:xfrm>
          <a:prstGeom prst="rect">
            <a:avLst/>
          </a:prstGeom>
          <a:noFill/>
        </p:spPr>
        <p:txBody>
          <a:bodyPr wrap="square">
            <a:spAutoFit/>
          </a:bodyPr>
          <a:lstStyle/>
          <a:p>
            <a:r>
              <a:rPr kumimoji="0" lang="en-BE" sz="1800" b="1" i="0" u="none" strike="noStrike" kern="1200" cap="none" spc="0" normalizeH="0" baseline="0" noProof="0" dirty="0">
                <a:ln>
                  <a:noFill/>
                </a:ln>
                <a:effectLst/>
                <a:uLnTx/>
                <a:uFillTx/>
                <a:latin typeface="Calibri" panose="020F0502020204030204"/>
                <a:ea typeface="+mn-ea"/>
                <a:cs typeface="+mn-cs"/>
              </a:rPr>
              <a:t>BIM</a:t>
            </a:r>
            <a:endParaRPr lang="nl-BE" b="1" dirty="0"/>
          </a:p>
        </p:txBody>
      </p:sp>
      <p:sp>
        <p:nvSpPr>
          <p:cNvPr id="48" name="TextBox 47">
            <a:extLst>
              <a:ext uri="{FF2B5EF4-FFF2-40B4-BE49-F238E27FC236}">
                <a16:creationId xmlns:a16="http://schemas.microsoft.com/office/drawing/2014/main" id="{9B29D61D-1CC3-DC01-BA23-9582C648F357}"/>
              </a:ext>
            </a:extLst>
          </p:cNvPr>
          <p:cNvSpPr txBox="1"/>
          <p:nvPr/>
        </p:nvSpPr>
        <p:spPr>
          <a:xfrm>
            <a:off x="5860891" y="6075620"/>
            <a:ext cx="2032157" cy="646331"/>
          </a:xfrm>
          <a:prstGeom prst="rect">
            <a:avLst/>
          </a:prstGeom>
          <a:noFill/>
        </p:spPr>
        <p:txBody>
          <a:bodyPr wrap="square">
            <a:spAutoFit/>
          </a:bodyPr>
          <a:lstStyle/>
          <a:p>
            <a:r>
              <a:rPr kumimoji="0" lang="en-BE" sz="1800" b="0" i="0" u="none" strike="noStrike" kern="1200" cap="none" spc="0" normalizeH="0" baseline="0" noProof="0" dirty="0">
                <a:ln>
                  <a:noFill/>
                </a:ln>
                <a:effectLst/>
                <a:uLnTx/>
                <a:uFillTx/>
                <a:latin typeface="Calibri" panose="020F0502020204030204"/>
                <a:ea typeface="+mn-ea"/>
                <a:cs typeface="+mn-cs"/>
              </a:rPr>
              <a:t>OWL RDFS SKOS </a:t>
            </a:r>
            <a:r>
              <a:rPr kumimoji="0" lang="en-BE" sz="1800" b="0" i="0" u="none" strike="noStrike" kern="1200" cap="none" spc="0" normalizeH="0" baseline="0" noProof="0" dirty="0" err="1">
                <a:ln>
                  <a:noFill/>
                </a:ln>
                <a:effectLst/>
                <a:uLnTx/>
                <a:uFillTx/>
                <a:latin typeface="Calibri" panose="020F0502020204030204"/>
                <a:ea typeface="+mn-ea"/>
                <a:cs typeface="+mn-cs"/>
              </a:rPr>
              <a:t>GeoSPARQL</a:t>
            </a:r>
            <a:r>
              <a:rPr kumimoji="0" lang="en-BE" sz="1800" b="0" i="0" u="none" strike="noStrike" kern="1200" cap="none" spc="0" normalizeH="0" baseline="0" noProof="0" dirty="0">
                <a:ln>
                  <a:noFill/>
                </a:ln>
                <a:effectLst/>
                <a:uLnTx/>
                <a:uFillTx/>
                <a:latin typeface="Calibri" panose="020F0502020204030204"/>
                <a:ea typeface="+mn-ea"/>
                <a:cs typeface="+mn-cs"/>
              </a:rPr>
              <a:t>... </a:t>
            </a:r>
            <a:endParaRPr lang="nl-BE" dirty="0"/>
          </a:p>
        </p:txBody>
      </p:sp>
      <p:sp>
        <p:nvSpPr>
          <p:cNvPr id="49" name="Arrow: Right 48">
            <a:extLst>
              <a:ext uri="{FF2B5EF4-FFF2-40B4-BE49-F238E27FC236}">
                <a16:creationId xmlns:a16="http://schemas.microsoft.com/office/drawing/2014/main" id="{7DC7568B-38C8-0247-A1B4-8E7F2452FB56}"/>
              </a:ext>
            </a:extLst>
          </p:cNvPr>
          <p:cNvSpPr/>
          <p:nvPr/>
        </p:nvSpPr>
        <p:spPr>
          <a:xfrm rot="15300000">
            <a:off x="4836205" y="2050355"/>
            <a:ext cx="990389" cy="369333"/>
          </a:xfrm>
          <a:prstGeom prst="rightArrow">
            <a:avLst/>
          </a:prstGeom>
          <a:solidFill>
            <a:schemeClr val="accent4">
              <a:lumMod val="20000"/>
              <a:lumOff val="80000"/>
            </a:schemeClr>
          </a:solidFill>
          <a:ln>
            <a:prstDash val="lgDash"/>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0" name="Arrow: Right 49">
            <a:extLst>
              <a:ext uri="{FF2B5EF4-FFF2-40B4-BE49-F238E27FC236}">
                <a16:creationId xmlns:a16="http://schemas.microsoft.com/office/drawing/2014/main" id="{D65BD69F-D766-8D0D-F212-95F346B045B5}"/>
              </a:ext>
            </a:extLst>
          </p:cNvPr>
          <p:cNvSpPr/>
          <p:nvPr/>
        </p:nvSpPr>
        <p:spPr>
          <a:xfrm rot="4500000">
            <a:off x="5364017" y="1986339"/>
            <a:ext cx="990389" cy="369333"/>
          </a:xfrm>
          <a:prstGeom prst="rightArrow">
            <a:avLst/>
          </a:prstGeom>
          <a:solidFill>
            <a:schemeClr val="accent4">
              <a:lumMod val="20000"/>
              <a:lumOff val="80000"/>
            </a:schemeClr>
          </a:solidFill>
          <a:ln>
            <a:prstDash val="lgDash"/>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57" name="Group 56">
            <a:extLst>
              <a:ext uri="{FF2B5EF4-FFF2-40B4-BE49-F238E27FC236}">
                <a16:creationId xmlns:a16="http://schemas.microsoft.com/office/drawing/2014/main" id="{210AA696-0E08-FF6B-5F94-D9CC73D9D5D5}"/>
              </a:ext>
            </a:extLst>
          </p:cNvPr>
          <p:cNvGrpSpPr/>
          <p:nvPr/>
        </p:nvGrpSpPr>
        <p:grpSpPr>
          <a:xfrm>
            <a:off x="1771925" y="5443035"/>
            <a:ext cx="919080" cy="519097"/>
            <a:chOff x="5942707" y="95483"/>
            <a:chExt cx="1854856" cy="1137016"/>
          </a:xfrm>
        </p:grpSpPr>
        <p:sp>
          <p:nvSpPr>
            <p:cNvPr id="1192" name="Rectangle 1191">
              <a:extLst>
                <a:ext uri="{FF2B5EF4-FFF2-40B4-BE49-F238E27FC236}">
                  <a16:creationId xmlns:a16="http://schemas.microsoft.com/office/drawing/2014/main" id="{19FB92AE-C90D-8690-A82F-B28E9B94F0DE}"/>
                </a:ext>
              </a:extLst>
            </p:cNvPr>
            <p:cNvSpPr/>
            <p:nvPr/>
          </p:nvSpPr>
          <p:spPr>
            <a:xfrm>
              <a:off x="5942707" y="95483"/>
              <a:ext cx="1854856" cy="1137016"/>
            </a:xfrm>
            <a:prstGeom prst="rect">
              <a:avLst/>
            </a:prstGeom>
            <a:solidFill>
              <a:schemeClr val="bg1">
                <a:lumMod val="9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4406" tIns="42203" rIns="84406" bIns="42203" numCol="1" spcCol="0" rtlCol="0" fromWordArt="0" anchor="ctr" anchorCtr="0" forceAA="0" compatLnSpc="1">
              <a:prstTxWarp prst="textNoShape">
                <a:avLst/>
              </a:prstTxWarp>
              <a:noAutofit/>
            </a:bodyPr>
            <a:lstStyle/>
            <a:p>
              <a:pPr algn="ctr"/>
              <a:endParaRPr lang="en-US" sz="1108" noProof="1">
                <a:solidFill>
                  <a:srgbClr val="4D4F53"/>
                </a:solidFill>
              </a:endParaRPr>
            </a:p>
          </p:txBody>
        </p:sp>
        <p:grpSp>
          <p:nvGrpSpPr>
            <p:cNvPr id="1193" name="Group 1192">
              <a:extLst>
                <a:ext uri="{FF2B5EF4-FFF2-40B4-BE49-F238E27FC236}">
                  <a16:creationId xmlns:a16="http://schemas.microsoft.com/office/drawing/2014/main" id="{18CB6A1A-239C-0C66-C3D7-E25EC215E3A9}"/>
                </a:ext>
              </a:extLst>
            </p:cNvPr>
            <p:cNvGrpSpPr/>
            <p:nvPr/>
          </p:nvGrpSpPr>
          <p:grpSpPr>
            <a:xfrm>
              <a:off x="6152626" y="193188"/>
              <a:ext cx="1521838" cy="940846"/>
              <a:chOff x="4076701" y="1604964"/>
              <a:chExt cx="1201737" cy="742950"/>
            </a:xfrm>
          </p:grpSpPr>
          <p:sp>
            <p:nvSpPr>
              <p:cNvPr id="1194" name="Freeform 70">
                <a:extLst>
                  <a:ext uri="{FF2B5EF4-FFF2-40B4-BE49-F238E27FC236}">
                    <a16:creationId xmlns:a16="http://schemas.microsoft.com/office/drawing/2014/main" id="{C2BCFFE4-2F15-D0E8-DAFE-F5825A8FE523}"/>
                  </a:ext>
                </a:extLst>
              </p:cNvPr>
              <p:cNvSpPr>
                <a:spLocks/>
              </p:cNvSpPr>
              <p:nvPr/>
            </p:nvSpPr>
            <p:spPr bwMode="auto">
              <a:xfrm>
                <a:off x="4164013" y="2006601"/>
                <a:ext cx="74613" cy="330200"/>
              </a:xfrm>
              <a:custGeom>
                <a:avLst/>
                <a:gdLst>
                  <a:gd name="T0" fmla="*/ 0 w 94"/>
                  <a:gd name="T1" fmla="*/ 67 h 414"/>
                  <a:gd name="T2" fmla="*/ 0 w 94"/>
                  <a:gd name="T3" fmla="*/ 67 h 414"/>
                  <a:gd name="T4" fmla="*/ 0 w 94"/>
                  <a:gd name="T5" fmla="*/ 53 h 414"/>
                  <a:gd name="T6" fmla="*/ 4 w 94"/>
                  <a:gd name="T7" fmla="*/ 41 h 414"/>
                  <a:gd name="T8" fmla="*/ 7 w 94"/>
                  <a:gd name="T9" fmla="*/ 30 h 414"/>
                  <a:gd name="T10" fmla="*/ 14 w 94"/>
                  <a:gd name="T11" fmla="*/ 19 h 414"/>
                  <a:gd name="T12" fmla="*/ 20 w 94"/>
                  <a:gd name="T13" fmla="*/ 12 h 414"/>
                  <a:gd name="T14" fmla="*/ 29 w 94"/>
                  <a:gd name="T15" fmla="*/ 5 h 414"/>
                  <a:gd name="T16" fmla="*/ 38 w 94"/>
                  <a:gd name="T17" fmla="*/ 1 h 414"/>
                  <a:gd name="T18" fmla="*/ 46 w 94"/>
                  <a:gd name="T19" fmla="*/ 0 h 414"/>
                  <a:gd name="T20" fmla="*/ 46 w 94"/>
                  <a:gd name="T21" fmla="*/ 0 h 414"/>
                  <a:gd name="T22" fmla="*/ 46 w 94"/>
                  <a:gd name="T23" fmla="*/ 0 h 414"/>
                  <a:gd name="T24" fmla="*/ 57 w 94"/>
                  <a:gd name="T25" fmla="*/ 1 h 414"/>
                  <a:gd name="T26" fmla="*/ 64 w 94"/>
                  <a:gd name="T27" fmla="*/ 5 h 414"/>
                  <a:gd name="T28" fmla="*/ 73 w 94"/>
                  <a:gd name="T29" fmla="*/ 12 h 414"/>
                  <a:gd name="T30" fmla="*/ 80 w 94"/>
                  <a:gd name="T31" fmla="*/ 19 h 414"/>
                  <a:gd name="T32" fmla="*/ 86 w 94"/>
                  <a:gd name="T33" fmla="*/ 30 h 414"/>
                  <a:gd name="T34" fmla="*/ 91 w 94"/>
                  <a:gd name="T35" fmla="*/ 41 h 414"/>
                  <a:gd name="T36" fmla="*/ 93 w 94"/>
                  <a:gd name="T37" fmla="*/ 53 h 414"/>
                  <a:gd name="T38" fmla="*/ 94 w 94"/>
                  <a:gd name="T39" fmla="*/ 67 h 414"/>
                  <a:gd name="T40" fmla="*/ 94 w 94"/>
                  <a:gd name="T41" fmla="*/ 349 h 414"/>
                  <a:gd name="T42" fmla="*/ 94 w 94"/>
                  <a:gd name="T43" fmla="*/ 349 h 414"/>
                  <a:gd name="T44" fmla="*/ 93 w 94"/>
                  <a:gd name="T45" fmla="*/ 361 h 414"/>
                  <a:gd name="T46" fmla="*/ 91 w 94"/>
                  <a:gd name="T47" fmla="*/ 374 h 414"/>
                  <a:gd name="T48" fmla="*/ 86 w 94"/>
                  <a:gd name="T49" fmla="*/ 386 h 414"/>
                  <a:gd name="T50" fmla="*/ 80 w 94"/>
                  <a:gd name="T51" fmla="*/ 395 h 414"/>
                  <a:gd name="T52" fmla="*/ 73 w 94"/>
                  <a:gd name="T53" fmla="*/ 404 h 414"/>
                  <a:gd name="T54" fmla="*/ 64 w 94"/>
                  <a:gd name="T55" fmla="*/ 409 h 414"/>
                  <a:gd name="T56" fmla="*/ 57 w 94"/>
                  <a:gd name="T57" fmla="*/ 414 h 414"/>
                  <a:gd name="T58" fmla="*/ 46 w 94"/>
                  <a:gd name="T59" fmla="*/ 414 h 414"/>
                  <a:gd name="T60" fmla="*/ 46 w 94"/>
                  <a:gd name="T61" fmla="*/ 414 h 414"/>
                  <a:gd name="T62" fmla="*/ 46 w 94"/>
                  <a:gd name="T63" fmla="*/ 414 h 414"/>
                  <a:gd name="T64" fmla="*/ 38 w 94"/>
                  <a:gd name="T65" fmla="*/ 414 h 414"/>
                  <a:gd name="T66" fmla="*/ 29 w 94"/>
                  <a:gd name="T67" fmla="*/ 409 h 414"/>
                  <a:gd name="T68" fmla="*/ 20 w 94"/>
                  <a:gd name="T69" fmla="*/ 404 h 414"/>
                  <a:gd name="T70" fmla="*/ 14 w 94"/>
                  <a:gd name="T71" fmla="*/ 395 h 414"/>
                  <a:gd name="T72" fmla="*/ 7 w 94"/>
                  <a:gd name="T73" fmla="*/ 386 h 414"/>
                  <a:gd name="T74" fmla="*/ 4 w 94"/>
                  <a:gd name="T75" fmla="*/ 374 h 414"/>
                  <a:gd name="T76" fmla="*/ 0 w 94"/>
                  <a:gd name="T77" fmla="*/ 361 h 414"/>
                  <a:gd name="T78" fmla="*/ 0 w 94"/>
                  <a:gd name="T79" fmla="*/ 349 h 414"/>
                  <a:gd name="T80" fmla="*/ 0 w 94"/>
                  <a:gd name="T81" fmla="*/ 67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4" h="414">
                    <a:moveTo>
                      <a:pt x="0" y="67"/>
                    </a:moveTo>
                    <a:lnTo>
                      <a:pt x="0" y="67"/>
                    </a:lnTo>
                    <a:lnTo>
                      <a:pt x="0" y="53"/>
                    </a:lnTo>
                    <a:lnTo>
                      <a:pt x="4" y="41"/>
                    </a:lnTo>
                    <a:lnTo>
                      <a:pt x="7" y="30"/>
                    </a:lnTo>
                    <a:lnTo>
                      <a:pt x="14" y="19"/>
                    </a:lnTo>
                    <a:lnTo>
                      <a:pt x="20" y="12"/>
                    </a:lnTo>
                    <a:lnTo>
                      <a:pt x="29" y="5"/>
                    </a:lnTo>
                    <a:lnTo>
                      <a:pt x="38" y="1"/>
                    </a:lnTo>
                    <a:lnTo>
                      <a:pt x="46" y="0"/>
                    </a:lnTo>
                    <a:lnTo>
                      <a:pt x="46" y="0"/>
                    </a:lnTo>
                    <a:lnTo>
                      <a:pt x="46" y="0"/>
                    </a:lnTo>
                    <a:lnTo>
                      <a:pt x="57" y="1"/>
                    </a:lnTo>
                    <a:lnTo>
                      <a:pt x="64" y="5"/>
                    </a:lnTo>
                    <a:lnTo>
                      <a:pt x="73" y="12"/>
                    </a:lnTo>
                    <a:lnTo>
                      <a:pt x="80" y="19"/>
                    </a:lnTo>
                    <a:lnTo>
                      <a:pt x="86" y="30"/>
                    </a:lnTo>
                    <a:lnTo>
                      <a:pt x="91" y="41"/>
                    </a:lnTo>
                    <a:lnTo>
                      <a:pt x="93" y="53"/>
                    </a:lnTo>
                    <a:lnTo>
                      <a:pt x="94" y="67"/>
                    </a:lnTo>
                    <a:lnTo>
                      <a:pt x="94" y="349"/>
                    </a:lnTo>
                    <a:lnTo>
                      <a:pt x="94" y="349"/>
                    </a:lnTo>
                    <a:lnTo>
                      <a:pt x="93" y="361"/>
                    </a:lnTo>
                    <a:lnTo>
                      <a:pt x="91" y="374"/>
                    </a:lnTo>
                    <a:lnTo>
                      <a:pt x="86" y="386"/>
                    </a:lnTo>
                    <a:lnTo>
                      <a:pt x="80" y="395"/>
                    </a:lnTo>
                    <a:lnTo>
                      <a:pt x="73" y="404"/>
                    </a:lnTo>
                    <a:lnTo>
                      <a:pt x="64" y="409"/>
                    </a:lnTo>
                    <a:lnTo>
                      <a:pt x="57" y="414"/>
                    </a:lnTo>
                    <a:lnTo>
                      <a:pt x="46" y="414"/>
                    </a:lnTo>
                    <a:lnTo>
                      <a:pt x="46" y="414"/>
                    </a:lnTo>
                    <a:lnTo>
                      <a:pt x="46" y="414"/>
                    </a:lnTo>
                    <a:lnTo>
                      <a:pt x="38" y="414"/>
                    </a:lnTo>
                    <a:lnTo>
                      <a:pt x="29" y="409"/>
                    </a:lnTo>
                    <a:lnTo>
                      <a:pt x="20" y="404"/>
                    </a:lnTo>
                    <a:lnTo>
                      <a:pt x="14" y="395"/>
                    </a:lnTo>
                    <a:lnTo>
                      <a:pt x="7" y="386"/>
                    </a:lnTo>
                    <a:lnTo>
                      <a:pt x="4" y="374"/>
                    </a:lnTo>
                    <a:lnTo>
                      <a:pt x="0" y="361"/>
                    </a:lnTo>
                    <a:lnTo>
                      <a:pt x="0" y="349"/>
                    </a:lnTo>
                    <a:lnTo>
                      <a:pt x="0" y="67"/>
                    </a:lnTo>
                    <a:close/>
                  </a:path>
                </a:pathLst>
              </a:custGeom>
              <a:solidFill>
                <a:srgbClr val="4D4F5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sp>
            <p:nvSpPr>
              <p:cNvPr id="1195" name="Freeform 71">
                <a:extLst>
                  <a:ext uri="{FF2B5EF4-FFF2-40B4-BE49-F238E27FC236}">
                    <a16:creationId xmlns:a16="http://schemas.microsoft.com/office/drawing/2014/main" id="{AD87F7BD-702B-4FEA-59AA-B6D5C2959073}"/>
                  </a:ext>
                </a:extLst>
              </p:cNvPr>
              <p:cNvSpPr>
                <a:spLocks/>
              </p:cNvSpPr>
              <p:nvPr/>
            </p:nvSpPr>
            <p:spPr bwMode="auto">
              <a:xfrm>
                <a:off x="4264026" y="2006601"/>
                <a:ext cx="74613" cy="330200"/>
              </a:xfrm>
              <a:custGeom>
                <a:avLst/>
                <a:gdLst>
                  <a:gd name="T0" fmla="*/ 0 w 92"/>
                  <a:gd name="T1" fmla="*/ 67 h 414"/>
                  <a:gd name="T2" fmla="*/ 0 w 92"/>
                  <a:gd name="T3" fmla="*/ 67 h 414"/>
                  <a:gd name="T4" fmla="*/ 0 w 92"/>
                  <a:gd name="T5" fmla="*/ 53 h 414"/>
                  <a:gd name="T6" fmla="*/ 3 w 92"/>
                  <a:gd name="T7" fmla="*/ 41 h 414"/>
                  <a:gd name="T8" fmla="*/ 7 w 92"/>
                  <a:gd name="T9" fmla="*/ 30 h 414"/>
                  <a:gd name="T10" fmla="*/ 12 w 92"/>
                  <a:gd name="T11" fmla="*/ 19 h 414"/>
                  <a:gd name="T12" fmla="*/ 19 w 92"/>
                  <a:gd name="T13" fmla="*/ 12 h 414"/>
                  <a:gd name="T14" fmla="*/ 28 w 92"/>
                  <a:gd name="T15" fmla="*/ 5 h 414"/>
                  <a:gd name="T16" fmla="*/ 37 w 92"/>
                  <a:gd name="T17" fmla="*/ 1 h 414"/>
                  <a:gd name="T18" fmla="*/ 46 w 92"/>
                  <a:gd name="T19" fmla="*/ 0 h 414"/>
                  <a:gd name="T20" fmla="*/ 46 w 92"/>
                  <a:gd name="T21" fmla="*/ 0 h 414"/>
                  <a:gd name="T22" fmla="*/ 46 w 92"/>
                  <a:gd name="T23" fmla="*/ 0 h 414"/>
                  <a:gd name="T24" fmla="*/ 55 w 92"/>
                  <a:gd name="T25" fmla="*/ 1 h 414"/>
                  <a:gd name="T26" fmla="*/ 64 w 92"/>
                  <a:gd name="T27" fmla="*/ 5 h 414"/>
                  <a:gd name="T28" fmla="*/ 73 w 92"/>
                  <a:gd name="T29" fmla="*/ 12 h 414"/>
                  <a:gd name="T30" fmla="*/ 80 w 92"/>
                  <a:gd name="T31" fmla="*/ 19 h 414"/>
                  <a:gd name="T32" fmla="*/ 85 w 92"/>
                  <a:gd name="T33" fmla="*/ 30 h 414"/>
                  <a:gd name="T34" fmla="*/ 89 w 92"/>
                  <a:gd name="T35" fmla="*/ 41 h 414"/>
                  <a:gd name="T36" fmla="*/ 92 w 92"/>
                  <a:gd name="T37" fmla="*/ 53 h 414"/>
                  <a:gd name="T38" fmla="*/ 92 w 92"/>
                  <a:gd name="T39" fmla="*/ 67 h 414"/>
                  <a:gd name="T40" fmla="*/ 92 w 92"/>
                  <a:gd name="T41" fmla="*/ 349 h 414"/>
                  <a:gd name="T42" fmla="*/ 92 w 92"/>
                  <a:gd name="T43" fmla="*/ 349 h 414"/>
                  <a:gd name="T44" fmla="*/ 92 w 92"/>
                  <a:gd name="T45" fmla="*/ 361 h 414"/>
                  <a:gd name="T46" fmla="*/ 89 w 92"/>
                  <a:gd name="T47" fmla="*/ 374 h 414"/>
                  <a:gd name="T48" fmla="*/ 85 w 92"/>
                  <a:gd name="T49" fmla="*/ 386 h 414"/>
                  <a:gd name="T50" fmla="*/ 80 w 92"/>
                  <a:gd name="T51" fmla="*/ 395 h 414"/>
                  <a:gd name="T52" fmla="*/ 73 w 92"/>
                  <a:gd name="T53" fmla="*/ 404 h 414"/>
                  <a:gd name="T54" fmla="*/ 64 w 92"/>
                  <a:gd name="T55" fmla="*/ 409 h 414"/>
                  <a:gd name="T56" fmla="*/ 55 w 92"/>
                  <a:gd name="T57" fmla="*/ 414 h 414"/>
                  <a:gd name="T58" fmla="*/ 46 w 92"/>
                  <a:gd name="T59" fmla="*/ 414 h 414"/>
                  <a:gd name="T60" fmla="*/ 46 w 92"/>
                  <a:gd name="T61" fmla="*/ 414 h 414"/>
                  <a:gd name="T62" fmla="*/ 46 w 92"/>
                  <a:gd name="T63" fmla="*/ 414 h 414"/>
                  <a:gd name="T64" fmla="*/ 37 w 92"/>
                  <a:gd name="T65" fmla="*/ 414 h 414"/>
                  <a:gd name="T66" fmla="*/ 28 w 92"/>
                  <a:gd name="T67" fmla="*/ 409 h 414"/>
                  <a:gd name="T68" fmla="*/ 19 w 92"/>
                  <a:gd name="T69" fmla="*/ 404 h 414"/>
                  <a:gd name="T70" fmla="*/ 12 w 92"/>
                  <a:gd name="T71" fmla="*/ 395 h 414"/>
                  <a:gd name="T72" fmla="*/ 7 w 92"/>
                  <a:gd name="T73" fmla="*/ 386 h 414"/>
                  <a:gd name="T74" fmla="*/ 3 w 92"/>
                  <a:gd name="T75" fmla="*/ 374 h 414"/>
                  <a:gd name="T76" fmla="*/ 0 w 92"/>
                  <a:gd name="T77" fmla="*/ 361 h 414"/>
                  <a:gd name="T78" fmla="*/ 0 w 92"/>
                  <a:gd name="T79" fmla="*/ 349 h 414"/>
                  <a:gd name="T80" fmla="*/ 0 w 92"/>
                  <a:gd name="T81" fmla="*/ 67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2" h="414">
                    <a:moveTo>
                      <a:pt x="0" y="67"/>
                    </a:moveTo>
                    <a:lnTo>
                      <a:pt x="0" y="67"/>
                    </a:lnTo>
                    <a:lnTo>
                      <a:pt x="0" y="53"/>
                    </a:lnTo>
                    <a:lnTo>
                      <a:pt x="3" y="41"/>
                    </a:lnTo>
                    <a:lnTo>
                      <a:pt x="7" y="30"/>
                    </a:lnTo>
                    <a:lnTo>
                      <a:pt x="12" y="19"/>
                    </a:lnTo>
                    <a:lnTo>
                      <a:pt x="19" y="12"/>
                    </a:lnTo>
                    <a:lnTo>
                      <a:pt x="28" y="5"/>
                    </a:lnTo>
                    <a:lnTo>
                      <a:pt x="37" y="1"/>
                    </a:lnTo>
                    <a:lnTo>
                      <a:pt x="46" y="0"/>
                    </a:lnTo>
                    <a:lnTo>
                      <a:pt x="46" y="0"/>
                    </a:lnTo>
                    <a:lnTo>
                      <a:pt x="46" y="0"/>
                    </a:lnTo>
                    <a:lnTo>
                      <a:pt x="55" y="1"/>
                    </a:lnTo>
                    <a:lnTo>
                      <a:pt x="64" y="5"/>
                    </a:lnTo>
                    <a:lnTo>
                      <a:pt x="73" y="12"/>
                    </a:lnTo>
                    <a:lnTo>
                      <a:pt x="80" y="19"/>
                    </a:lnTo>
                    <a:lnTo>
                      <a:pt x="85" y="30"/>
                    </a:lnTo>
                    <a:lnTo>
                      <a:pt x="89" y="41"/>
                    </a:lnTo>
                    <a:lnTo>
                      <a:pt x="92" y="53"/>
                    </a:lnTo>
                    <a:lnTo>
                      <a:pt x="92" y="67"/>
                    </a:lnTo>
                    <a:lnTo>
                      <a:pt x="92" y="349"/>
                    </a:lnTo>
                    <a:lnTo>
                      <a:pt x="92" y="349"/>
                    </a:lnTo>
                    <a:lnTo>
                      <a:pt x="92" y="361"/>
                    </a:lnTo>
                    <a:lnTo>
                      <a:pt x="89" y="374"/>
                    </a:lnTo>
                    <a:lnTo>
                      <a:pt x="85" y="386"/>
                    </a:lnTo>
                    <a:lnTo>
                      <a:pt x="80" y="395"/>
                    </a:lnTo>
                    <a:lnTo>
                      <a:pt x="73" y="404"/>
                    </a:lnTo>
                    <a:lnTo>
                      <a:pt x="64" y="409"/>
                    </a:lnTo>
                    <a:lnTo>
                      <a:pt x="55" y="414"/>
                    </a:lnTo>
                    <a:lnTo>
                      <a:pt x="46" y="414"/>
                    </a:lnTo>
                    <a:lnTo>
                      <a:pt x="46" y="414"/>
                    </a:lnTo>
                    <a:lnTo>
                      <a:pt x="46" y="414"/>
                    </a:lnTo>
                    <a:lnTo>
                      <a:pt x="37" y="414"/>
                    </a:lnTo>
                    <a:lnTo>
                      <a:pt x="28" y="409"/>
                    </a:lnTo>
                    <a:lnTo>
                      <a:pt x="19" y="404"/>
                    </a:lnTo>
                    <a:lnTo>
                      <a:pt x="12" y="395"/>
                    </a:lnTo>
                    <a:lnTo>
                      <a:pt x="7" y="386"/>
                    </a:lnTo>
                    <a:lnTo>
                      <a:pt x="3" y="374"/>
                    </a:lnTo>
                    <a:lnTo>
                      <a:pt x="0" y="361"/>
                    </a:lnTo>
                    <a:lnTo>
                      <a:pt x="0" y="349"/>
                    </a:lnTo>
                    <a:lnTo>
                      <a:pt x="0" y="67"/>
                    </a:lnTo>
                    <a:close/>
                  </a:path>
                </a:pathLst>
              </a:custGeom>
              <a:solidFill>
                <a:srgbClr val="4D4F5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sp>
            <p:nvSpPr>
              <p:cNvPr id="1196" name="Freeform 72">
                <a:extLst>
                  <a:ext uri="{FF2B5EF4-FFF2-40B4-BE49-F238E27FC236}">
                    <a16:creationId xmlns:a16="http://schemas.microsoft.com/office/drawing/2014/main" id="{903AB0CF-658B-2624-0811-4B3A56F19728}"/>
                  </a:ext>
                </a:extLst>
              </p:cNvPr>
              <p:cNvSpPr>
                <a:spLocks/>
              </p:cNvSpPr>
              <p:nvPr/>
            </p:nvSpPr>
            <p:spPr bwMode="auto">
              <a:xfrm>
                <a:off x="4076701" y="1763714"/>
                <a:ext cx="349250" cy="288925"/>
              </a:xfrm>
              <a:custGeom>
                <a:avLst/>
                <a:gdLst>
                  <a:gd name="T0" fmla="*/ 156 w 439"/>
                  <a:gd name="T1" fmla="*/ 0 h 363"/>
                  <a:gd name="T2" fmla="*/ 142 w 439"/>
                  <a:gd name="T3" fmla="*/ 1 h 363"/>
                  <a:gd name="T4" fmla="*/ 115 w 439"/>
                  <a:gd name="T5" fmla="*/ 8 h 363"/>
                  <a:gd name="T6" fmla="*/ 101 w 439"/>
                  <a:gd name="T7" fmla="*/ 14 h 363"/>
                  <a:gd name="T8" fmla="*/ 71 w 439"/>
                  <a:gd name="T9" fmla="*/ 32 h 363"/>
                  <a:gd name="T10" fmla="*/ 46 w 439"/>
                  <a:gd name="T11" fmla="*/ 53 h 363"/>
                  <a:gd name="T12" fmla="*/ 25 w 439"/>
                  <a:gd name="T13" fmla="*/ 80 h 363"/>
                  <a:gd name="T14" fmla="*/ 10 w 439"/>
                  <a:gd name="T15" fmla="*/ 110 h 363"/>
                  <a:gd name="T16" fmla="*/ 2 w 439"/>
                  <a:gd name="T17" fmla="*/ 140 h 363"/>
                  <a:gd name="T18" fmla="*/ 0 w 439"/>
                  <a:gd name="T19" fmla="*/ 174 h 363"/>
                  <a:gd name="T20" fmla="*/ 3 w 439"/>
                  <a:gd name="T21" fmla="*/ 208 h 363"/>
                  <a:gd name="T22" fmla="*/ 14 w 439"/>
                  <a:gd name="T23" fmla="*/ 242 h 363"/>
                  <a:gd name="T24" fmla="*/ 21 w 439"/>
                  <a:gd name="T25" fmla="*/ 256 h 363"/>
                  <a:gd name="T26" fmla="*/ 41 w 439"/>
                  <a:gd name="T27" fmla="*/ 284 h 363"/>
                  <a:gd name="T28" fmla="*/ 53 w 439"/>
                  <a:gd name="T29" fmla="*/ 297 h 363"/>
                  <a:gd name="T30" fmla="*/ 69 w 439"/>
                  <a:gd name="T31" fmla="*/ 304 h 363"/>
                  <a:gd name="T32" fmla="*/ 87 w 439"/>
                  <a:gd name="T33" fmla="*/ 300 h 363"/>
                  <a:gd name="T34" fmla="*/ 92 w 439"/>
                  <a:gd name="T35" fmla="*/ 297 h 363"/>
                  <a:gd name="T36" fmla="*/ 99 w 439"/>
                  <a:gd name="T37" fmla="*/ 288 h 363"/>
                  <a:gd name="T38" fmla="*/ 103 w 439"/>
                  <a:gd name="T39" fmla="*/ 277 h 363"/>
                  <a:gd name="T40" fmla="*/ 101 w 439"/>
                  <a:gd name="T41" fmla="*/ 265 h 363"/>
                  <a:gd name="T42" fmla="*/ 99 w 439"/>
                  <a:gd name="T43" fmla="*/ 259 h 363"/>
                  <a:gd name="T44" fmla="*/ 94 w 439"/>
                  <a:gd name="T45" fmla="*/ 252 h 363"/>
                  <a:gd name="T46" fmla="*/ 80 w 439"/>
                  <a:gd name="T47" fmla="*/ 236 h 363"/>
                  <a:gd name="T48" fmla="*/ 67 w 439"/>
                  <a:gd name="T49" fmla="*/ 217 h 363"/>
                  <a:gd name="T50" fmla="*/ 62 w 439"/>
                  <a:gd name="T51" fmla="*/ 197 h 363"/>
                  <a:gd name="T52" fmla="*/ 59 w 439"/>
                  <a:gd name="T53" fmla="*/ 158 h 363"/>
                  <a:gd name="T54" fmla="*/ 71 w 439"/>
                  <a:gd name="T55" fmla="*/ 121 h 363"/>
                  <a:gd name="T56" fmla="*/ 94 w 439"/>
                  <a:gd name="T57" fmla="*/ 89 h 363"/>
                  <a:gd name="T58" fmla="*/ 110 w 439"/>
                  <a:gd name="T59" fmla="*/ 363 h 363"/>
                  <a:gd name="T60" fmla="*/ 329 w 439"/>
                  <a:gd name="T61" fmla="*/ 76 h 363"/>
                  <a:gd name="T62" fmla="*/ 345 w 439"/>
                  <a:gd name="T63" fmla="*/ 89 h 363"/>
                  <a:gd name="T64" fmla="*/ 368 w 439"/>
                  <a:gd name="T65" fmla="*/ 121 h 363"/>
                  <a:gd name="T66" fmla="*/ 381 w 439"/>
                  <a:gd name="T67" fmla="*/ 158 h 363"/>
                  <a:gd name="T68" fmla="*/ 377 w 439"/>
                  <a:gd name="T69" fmla="*/ 197 h 363"/>
                  <a:gd name="T70" fmla="*/ 372 w 439"/>
                  <a:gd name="T71" fmla="*/ 217 h 363"/>
                  <a:gd name="T72" fmla="*/ 359 w 439"/>
                  <a:gd name="T73" fmla="*/ 236 h 363"/>
                  <a:gd name="T74" fmla="*/ 345 w 439"/>
                  <a:gd name="T75" fmla="*/ 252 h 363"/>
                  <a:gd name="T76" fmla="*/ 340 w 439"/>
                  <a:gd name="T77" fmla="*/ 259 h 363"/>
                  <a:gd name="T78" fmla="*/ 338 w 439"/>
                  <a:gd name="T79" fmla="*/ 265 h 363"/>
                  <a:gd name="T80" fmla="*/ 336 w 439"/>
                  <a:gd name="T81" fmla="*/ 277 h 363"/>
                  <a:gd name="T82" fmla="*/ 340 w 439"/>
                  <a:gd name="T83" fmla="*/ 288 h 363"/>
                  <a:gd name="T84" fmla="*/ 347 w 439"/>
                  <a:gd name="T85" fmla="*/ 297 h 363"/>
                  <a:gd name="T86" fmla="*/ 352 w 439"/>
                  <a:gd name="T87" fmla="*/ 300 h 363"/>
                  <a:gd name="T88" fmla="*/ 370 w 439"/>
                  <a:gd name="T89" fmla="*/ 304 h 363"/>
                  <a:gd name="T90" fmla="*/ 386 w 439"/>
                  <a:gd name="T91" fmla="*/ 297 h 363"/>
                  <a:gd name="T92" fmla="*/ 399 w 439"/>
                  <a:gd name="T93" fmla="*/ 284 h 363"/>
                  <a:gd name="T94" fmla="*/ 418 w 439"/>
                  <a:gd name="T95" fmla="*/ 256 h 363"/>
                  <a:gd name="T96" fmla="*/ 425 w 439"/>
                  <a:gd name="T97" fmla="*/ 242 h 363"/>
                  <a:gd name="T98" fmla="*/ 436 w 439"/>
                  <a:gd name="T99" fmla="*/ 208 h 363"/>
                  <a:gd name="T100" fmla="*/ 439 w 439"/>
                  <a:gd name="T101" fmla="*/ 174 h 363"/>
                  <a:gd name="T102" fmla="*/ 438 w 439"/>
                  <a:gd name="T103" fmla="*/ 140 h 363"/>
                  <a:gd name="T104" fmla="*/ 429 w 439"/>
                  <a:gd name="T105" fmla="*/ 110 h 363"/>
                  <a:gd name="T106" fmla="*/ 415 w 439"/>
                  <a:gd name="T107" fmla="*/ 80 h 363"/>
                  <a:gd name="T108" fmla="*/ 393 w 439"/>
                  <a:gd name="T109" fmla="*/ 53 h 363"/>
                  <a:gd name="T110" fmla="*/ 368 w 439"/>
                  <a:gd name="T111" fmla="*/ 32 h 363"/>
                  <a:gd name="T112" fmla="*/ 338 w 439"/>
                  <a:gd name="T113" fmla="*/ 14 h 363"/>
                  <a:gd name="T114" fmla="*/ 324 w 439"/>
                  <a:gd name="T115" fmla="*/ 8 h 363"/>
                  <a:gd name="T116" fmla="*/ 297 w 439"/>
                  <a:gd name="T117" fmla="*/ 1 h 363"/>
                  <a:gd name="T118" fmla="*/ 283 w 439"/>
                  <a:gd name="T119" fmla="*/ 0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39" h="363">
                    <a:moveTo>
                      <a:pt x="283" y="0"/>
                    </a:moveTo>
                    <a:lnTo>
                      <a:pt x="156" y="0"/>
                    </a:lnTo>
                    <a:lnTo>
                      <a:pt x="156" y="0"/>
                    </a:lnTo>
                    <a:lnTo>
                      <a:pt x="142" y="1"/>
                    </a:lnTo>
                    <a:lnTo>
                      <a:pt x="128" y="5"/>
                    </a:lnTo>
                    <a:lnTo>
                      <a:pt x="115" y="8"/>
                    </a:lnTo>
                    <a:lnTo>
                      <a:pt x="101" y="14"/>
                    </a:lnTo>
                    <a:lnTo>
                      <a:pt x="101" y="14"/>
                    </a:lnTo>
                    <a:lnTo>
                      <a:pt x="85" y="21"/>
                    </a:lnTo>
                    <a:lnTo>
                      <a:pt x="71" y="32"/>
                    </a:lnTo>
                    <a:lnTo>
                      <a:pt x="57" y="42"/>
                    </a:lnTo>
                    <a:lnTo>
                      <a:pt x="46" y="53"/>
                    </a:lnTo>
                    <a:lnTo>
                      <a:pt x="35" y="65"/>
                    </a:lnTo>
                    <a:lnTo>
                      <a:pt x="25" y="80"/>
                    </a:lnTo>
                    <a:lnTo>
                      <a:pt x="18" y="94"/>
                    </a:lnTo>
                    <a:lnTo>
                      <a:pt x="10" y="110"/>
                    </a:lnTo>
                    <a:lnTo>
                      <a:pt x="5" y="124"/>
                    </a:lnTo>
                    <a:lnTo>
                      <a:pt x="2" y="140"/>
                    </a:lnTo>
                    <a:lnTo>
                      <a:pt x="0" y="158"/>
                    </a:lnTo>
                    <a:lnTo>
                      <a:pt x="0" y="174"/>
                    </a:lnTo>
                    <a:lnTo>
                      <a:pt x="0" y="192"/>
                    </a:lnTo>
                    <a:lnTo>
                      <a:pt x="3" y="208"/>
                    </a:lnTo>
                    <a:lnTo>
                      <a:pt x="7" y="224"/>
                    </a:lnTo>
                    <a:lnTo>
                      <a:pt x="14" y="242"/>
                    </a:lnTo>
                    <a:lnTo>
                      <a:pt x="14" y="242"/>
                    </a:lnTo>
                    <a:lnTo>
                      <a:pt x="21" y="256"/>
                    </a:lnTo>
                    <a:lnTo>
                      <a:pt x="32" y="270"/>
                    </a:lnTo>
                    <a:lnTo>
                      <a:pt x="41" y="284"/>
                    </a:lnTo>
                    <a:lnTo>
                      <a:pt x="53" y="297"/>
                    </a:lnTo>
                    <a:lnTo>
                      <a:pt x="53" y="297"/>
                    </a:lnTo>
                    <a:lnTo>
                      <a:pt x="60" y="302"/>
                    </a:lnTo>
                    <a:lnTo>
                      <a:pt x="69" y="304"/>
                    </a:lnTo>
                    <a:lnTo>
                      <a:pt x="78" y="304"/>
                    </a:lnTo>
                    <a:lnTo>
                      <a:pt x="87" y="300"/>
                    </a:lnTo>
                    <a:lnTo>
                      <a:pt x="87" y="300"/>
                    </a:lnTo>
                    <a:lnTo>
                      <a:pt x="92" y="297"/>
                    </a:lnTo>
                    <a:lnTo>
                      <a:pt x="96" y="293"/>
                    </a:lnTo>
                    <a:lnTo>
                      <a:pt x="99" y="288"/>
                    </a:lnTo>
                    <a:lnTo>
                      <a:pt x="101" y="283"/>
                    </a:lnTo>
                    <a:lnTo>
                      <a:pt x="103" y="277"/>
                    </a:lnTo>
                    <a:lnTo>
                      <a:pt x="103" y="272"/>
                    </a:lnTo>
                    <a:lnTo>
                      <a:pt x="101" y="265"/>
                    </a:lnTo>
                    <a:lnTo>
                      <a:pt x="99" y="259"/>
                    </a:lnTo>
                    <a:lnTo>
                      <a:pt x="99" y="259"/>
                    </a:lnTo>
                    <a:lnTo>
                      <a:pt x="94" y="252"/>
                    </a:lnTo>
                    <a:lnTo>
                      <a:pt x="94" y="252"/>
                    </a:lnTo>
                    <a:lnTo>
                      <a:pt x="87" y="245"/>
                    </a:lnTo>
                    <a:lnTo>
                      <a:pt x="80" y="236"/>
                    </a:lnTo>
                    <a:lnTo>
                      <a:pt x="73" y="227"/>
                    </a:lnTo>
                    <a:lnTo>
                      <a:pt x="67" y="217"/>
                    </a:lnTo>
                    <a:lnTo>
                      <a:pt x="67" y="217"/>
                    </a:lnTo>
                    <a:lnTo>
                      <a:pt x="62" y="197"/>
                    </a:lnTo>
                    <a:lnTo>
                      <a:pt x="59" y="178"/>
                    </a:lnTo>
                    <a:lnTo>
                      <a:pt x="59" y="158"/>
                    </a:lnTo>
                    <a:lnTo>
                      <a:pt x="64" y="138"/>
                    </a:lnTo>
                    <a:lnTo>
                      <a:pt x="71" y="121"/>
                    </a:lnTo>
                    <a:lnTo>
                      <a:pt x="80" y="103"/>
                    </a:lnTo>
                    <a:lnTo>
                      <a:pt x="94" y="89"/>
                    </a:lnTo>
                    <a:lnTo>
                      <a:pt x="110" y="76"/>
                    </a:lnTo>
                    <a:lnTo>
                      <a:pt x="110" y="363"/>
                    </a:lnTo>
                    <a:lnTo>
                      <a:pt x="331" y="363"/>
                    </a:lnTo>
                    <a:lnTo>
                      <a:pt x="329" y="76"/>
                    </a:lnTo>
                    <a:lnTo>
                      <a:pt x="329" y="76"/>
                    </a:lnTo>
                    <a:lnTo>
                      <a:pt x="345" y="89"/>
                    </a:lnTo>
                    <a:lnTo>
                      <a:pt x="359" y="105"/>
                    </a:lnTo>
                    <a:lnTo>
                      <a:pt x="368" y="121"/>
                    </a:lnTo>
                    <a:lnTo>
                      <a:pt x="375" y="138"/>
                    </a:lnTo>
                    <a:lnTo>
                      <a:pt x="381" y="158"/>
                    </a:lnTo>
                    <a:lnTo>
                      <a:pt x="381" y="178"/>
                    </a:lnTo>
                    <a:lnTo>
                      <a:pt x="377" y="197"/>
                    </a:lnTo>
                    <a:lnTo>
                      <a:pt x="372" y="217"/>
                    </a:lnTo>
                    <a:lnTo>
                      <a:pt x="372" y="217"/>
                    </a:lnTo>
                    <a:lnTo>
                      <a:pt x="366" y="227"/>
                    </a:lnTo>
                    <a:lnTo>
                      <a:pt x="359" y="236"/>
                    </a:lnTo>
                    <a:lnTo>
                      <a:pt x="352" y="245"/>
                    </a:lnTo>
                    <a:lnTo>
                      <a:pt x="345" y="252"/>
                    </a:lnTo>
                    <a:lnTo>
                      <a:pt x="345" y="252"/>
                    </a:lnTo>
                    <a:lnTo>
                      <a:pt x="340" y="259"/>
                    </a:lnTo>
                    <a:lnTo>
                      <a:pt x="340" y="259"/>
                    </a:lnTo>
                    <a:lnTo>
                      <a:pt x="338" y="265"/>
                    </a:lnTo>
                    <a:lnTo>
                      <a:pt x="336" y="272"/>
                    </a:lnTo>
                    <a:lnTo>
                      <a:pt x="336" y="277"/>
                    </a:lnTo>
                    <a:lnTo>
                      <a:pt x="338" y="283"/>
                    </a:lnTo>
                    <a:lnTo>
                      <a:pt x="340" y="288"/>
                    </a:lnTo>
                    <a:lnTo>
                      <a:pt x="343" y="293"/>
                    </a:lnTo>
                    <a:lnTo>
                      <a:pt x="347" y="297"/>
                    </a:lnTo>
                    <a:lnTo>
                      <a:pt x="352" y="300"/>
                    </a:lnTo>
                    <a:lnTo>
                      <a:pt x="352" y="300"/>
                    </a:lnTo>
                    <a:lnTo>
                      <a:pt x="361" y="304"/>
                    </a:lnTo>
                    <a:lnTo>
                      <a:pt x="370" y="304"/>
                    </a:lnTo>
                    <a:lnTo>
                      <a:pt x="379" y="302"/>
                    </a:lnTo>
                    <a:lnTo>
                      <a:pt x="386" y="297"/>
                    </a:lnTo>
                    <a:lnTo>
                      <a:pt x="386" y="297"/>
                    </a:lnTo>
                    <a:lnTo>
                      <a:pt x="399" y="284"/>
                    </a:lnTo>
                    <a:lnTo>
                      <a:pt x="407" y="270"/>
                    </a:lnTo>
                    <a:lnTo>
                      <a:pt x="418" y="256"/>
                    </a:lnTo>
                    <a:lnTo>
                      <a:pt x="425" y="242"/>
                    </a:lnTo>
                    <a:lnTo>
                      <a:pt x="425" y="242"/>
                    </a:lnTo>
                    <a:lnTo>
                      <a:pt x="432" y="224"/>
                    </a:lnTo>
                    <a:lnTo>
                      <a:pt x="436" y="208"/>
                    </a:lnTo>
                    <a:lnTo>
                      <a:pt x="439" y="192"/>
                    </a:lnTo>
                    <a:lnTo>
                      <a:pt x="439" y="174"/>
                    </a:lnTo>
                    <a:lnTo>
                      <a:pt x="439" y="158"/>
                    </a:lnTo>
                    <a:lnTo>
                      <a:pt x="438" y="140"/>
                    </a:lnTo>
                    <a:lnTo>
                      <a:pt x="434" y="124"/>
                    </a:lnTo>
                    <a:lnTo>
                      <a:pt x="429" y="110"/>
                    </a:lnTo>
                    <a:lnTo>
                      <a:pt x="422" y="94"/>
                    </a:lnTo>
                    <a:lnTo>
                      <a:pt x="415" y="80"/>
                    </a:lnTo>
                    <a:lnTo>
                      <a:pt x="404" y="65"/>
                    </a:lnTo>
                    <a:lnTo>
                      <a:pt x="393" y="53"/>
                    </a:lnTo>
                    <a:lnTo>
                      <a:pt x="382" y="42"/>
                    </a:lnTo>
                    <a:lnTo>
                      <a:pt x="368" y="32"/>
                    </a:lnTo>
                    <a:lnTo>
                      <a:pt x="354" y="21"/>
                    </a:lnTo>
                    <a:lnTo>
                      <a:pt x="338" y="14"/>
                    </a:lnTo>
                    <a:lnTo>
                      <a:pt x="338" y="14"/>
                    </a:lnTo>
                    <a:lnTo>
                      <a:pt x="324" y="8"/>
                    </a:lnTo>
                    <a:lnTo>
                      <a:pt x="311" y="5"/>
                    </a:lnTo>
                    <a:lnTo>
                      <a:pt x="297" y="1"/>
                    </a:lnTo>
                    <a:lnTo>
                      <a:pt x="283" y="0"/>
                    </a:lnTo>
                    <a:lnTo>
                      <a:pt x="283" y="0"/>
                    </a:lnTo>
                    <a:close/>
                  </a:path>
                </a:pathLst>
              </a:custGeom>
              <a:solidFill>
                <a:srgbClr val="4D4F5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sp>
            <p:nvSpPr>
              <p:cNvPr id="1197" name="Freeform 73">
                <a:extLst>
                  <a:ext uri="{FF2B5EF4-FFF2-40B4-BE49-F238E27FC236}">
                    <a16:creationId xmlns:a16="http://schemas.microsoft.com/office/drawing/2014/main" id="{99282BA9-A62B-F63D-1FDA-80341EEA69BE}"/>
                  </a:ext>
                </a:extLst>
              </p:cNvPr>
              <p:cNvSpPr>
                <a:spLocks/>
              </p:cNvSpPr>
              <p:nvPr/>
            </p:nvSpPr>
            <p:spPr bwMode="auto">
              <a:xfrm>
                <a:off x="4187826" y="1617664"/>
                <a:ext cx="125413" cy="123825"/>
              </a:xfrm>
              <a:custGeom>
                <a:avLst/>
                <a:gdLst>
                  <a:gd name="T0" fmla="*/ 0 w 159"/>
                  <a:gd name="T1" fmla="*/ 79 h 157"/>
                  <a:gd name="T2" fmla="*/ 0 w 159"/>
                  <a:gd name="T3" fmla="*/ 79 h 157"/>
                  <a:gd name="T4" fmla="*/ 2 w 159"/>
                  <a:gd name="T5" fmla="*/ 63 h 157"/>
                  <a:gd name="T6" fmla="*/ 8 w 159"/>
                  <a:gd name="T7" fmla="*/ 48 h 157"/>
                  <a:gd name="T8" fmla="*/ 15 w 159"/>
                  <a:gd name="T9" fmla="*/ 36 h 157"/>
                  <a:gd name="T10" fmla="*/ 24 w 159"/>
                  <a:gd name="T11" fmla="*/ 24 h 157"/>
                  <a:gd name="T12" fmla="*/ 36 w 159"/>
                  <a:gd name="T13" fmla="*/ 15 h 157"/>
                  <a:gd name="T14" fmla="*/ 48 w 159"/>
                  <a:gd name="T15" fmla="*/ 6 h 157"/>
                  <a:gd name="T16" fmla="*/ 64 w 159"/>
                  <a:gd name="T17" fmla="*/ 2 h 157"/>
                  <a:gd name="T18" fmla="*/ 79 w 159"/>
                  <a:gd name="T19" fmla="*/ 0 h 157"/>
                  <a:gd name="T20" fmla="*/ 79 w 159"/>
                  <a:gd name="T21" fmla="*/ 0 h 157"/>
                  <a:gd name="T22" fmla="*/ 95 w 159"/>
                  <a:gd name="T23" fmla="*/ 2 h 157"/>
                  <a:gd name="T24" fmla="*/ 111 w 159"/>
                  <a:gd name="T25" fmla="*/ 6 h 157"/>
                  <a:gd name="T26" fmla="*/ 123 w 159"/>
                  <a:gd name="T27" fmla="*/ 15 h 157"/>
                  <a:gd name="T28" fmla="*/ 136 w 159"/>
                  <a:gd name="T29" fmla="*/ 24 h 157"/>
                  <a:gd name="T30" fmla="*/ 145 w 159"/>
                  <a:gd name="T31" fmla="*/ 36 h 157"/>
                  <a:gd name="T32" fmla="*/ 152 w 159"/>
                  <a:gd name="T33" fmla="*/ 48 h 157"/>
                  <a:gd name="T34" fmla="*/ 157 w 159"/>
                  <a:gd name="T35" fmla="*/ 63 h 157"/>
                  <a:gd name="T36" fmla="*/ 159 w 159"/>
                  <a:gd name="T37" fmla="*/ 79 h 157"/>
                  <a:gd name="T38" fmla="*/ 159 w 159"/>
                  <a:gd name="T39" fmla="*/ 79 h 157"/>
                  <a:gd name="T40" fmla="*/ 157 w 159"/>
                  <a:gd name="T41" fmla="*/ 95 h 157"/>
                  <a:gd name="T42" fmla="*/ 152 w 159"/>
                  <a:gd name="T43" fmla="*/ 109 h 157"/>
                  <a:gd name="T44" fmla="*/ 145 w 159"/>
                  <a:gd name="T45" fmla="*/ 123 h 157"/>
                  <a:gd name="T46" fmla="*/ 136 w 159"/>
                  <a:gd name="T47" fmla="*/ 134 h 157"/>
                  <a:gd name="T48" fmla="*/ 123 w 159"/>
                  <a:gd name="T49" fmla="*/ 145 h 157"/>
                  <a:gd name="T50" fmla="*/ 111 w 159"/>
                  <a:gd name="T51" fmla="*/ 152 h 157"/>
                  <a:gd name="T52" fmla="*/ 95 w 159"/>
                  <a:gd name="T53" fmla="*/ 157 h 157"/>
                  <a:gd name="T54" fmla="*/ 79 w 159"/>
                  <a:gd name="T55" fmla="*/ 157 h 157"/>
                  <a:gd name="T56" fmla="*/ 79 w 159"/>
                  <a:gd name="T57" fmla="*/ 157 h 157"/>
                  <a:gd name="T58" fmla="*/ 64 w 159"/>
                  <a:gd name="T59" fmla="*/ 157 h 157"/>
                  <a:gd name="T60" fmla="*/ 48 w 159"/>
                  <a:gd name="T61" fmla="*/ 152 h 157"/>
                  <a:gd name="T62" fmla="*/ 36 w 159"/>
                  <a:gd name="T63" fmla="*/ 145 h 157"/>
                  <a:gd name="T64" fmla="*/ 24 w 159"/>
                  <a:gd name="T65" fmla="*/ 134 h 157"/>
                  <a:gd name="T66" fmla="*/ 15 w 159"/>
                  <a:gd name="T67" fmla="*/ 123 h 157"/>
                  <a:gd name="T68" fmla="*/ 8 w 159"/>
                  <a:gd name="T69" fmla="*/ 109 h 157"/>
                  <a:gd name="T70" fmla="*/ 2 w 159"/>
                  <a:gd name="T71" fmla="*/ 95 h 157"/>
                  <a:gd name="T72" fmla="*/ 0 w 159"/>
                  <a:gd name="T73" fmla="*/ 79 h 157"/>
                  <a:gd name="T74" fmla="*/ 0 w 159"/>
                  <a:gd name="T75" fmla="*/ 7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9" h="157">
                    <a:moveTo>
                      <a:pt x="0" y="79"/>
                    </a:moveTo>
                    <a:lnTo>
                      <a:pt x="0" y="79"/>
                    </a:lnTo>
                    <a:lnTo>
                      <a:pt x="2" y="63"/>
                    </a:lnTo>
                    <a:lnTo>
                      <a:pt x="8" y="48"/>
                    </a:lnTo>
                    <a:lnTo>
                      <a:pt x="15" y="36"/>
                    </a:lnTo>
                    <a:lnTo>
                      <a:pt x="24" y="24"/>
                    </a:lnTo>
                    <a:lnTo>
                      <a:pt x="36" y="15"/>
                    </a:lnTo>
                    <a:lnTo>
                      <a:pt x="48" y="6"/>
                    </a:lnTo>
                    <a:lnTo>
                      <a:pt x="64" y="2"/>
                    </a:lnTo>
                    <a:lnTo>
                      <a:pt x="79" y="0"/>
                    </a:lnTo>
                    <a:lnTo>
                      <a:pt x="79" y="0"/>
                    </a:lnTo>
                    <a:lnTo>
                      <a:pt x="95" y="2"/>
                    </a:lnTo>
                    <a:lnTo>
                      <a:pt x="111" y="6"/>
                    </a:lnTo>
                    <a:lnTo>
                      <a:pt x="123" y="15"/>
                    </a:lnTo>
                    <a:lnTo>
                      <a:pt x="136" y="24"/>
                    </a:lnTo>
                    <a:lnTo>
                      <a:pt x="145" y="36"/>
                    </a:lnTo>
                    <a:lnTo>
                      <a:pt x="152" y="48"/>
                    </a:lnTo>
                    <a:lnTo>
                      <a:pt x="157" y="63"/>
                    </a:lnTo>
                    <a:lnTo>
                      <a:pt x="159" y="79"/>
                    </a:lnTo>
                    <a:lnTo>
                      <a:pt x="159" y="79"/>
                    </a:lnTo>
                    <a:lnTo>
                      <a:pt x="157" y="95"/>
                    </a:lnTo>
                    <a:lnTo>
                      <a:pt x="152" y="109"/>
                    </a:lnTo>
                    <a:lnTo>
                      <a:pt x="145" y="123"/>
                    </a:lnTo>
                    <a:lnTo>
                      <a:pt x="136" y="134"/>
                    </a:lnTo>
                    <a:lnTo>
                      <a:pt x="123" y="145"/>
                    </a:lnTo>
                    <a:lnTo>
                      <a:pt x="111" y="152"/>
                    </a:lnTo>
                    <a:lnTo>
                      <a:pt x="95" y="157"/>
                    </a:lnTo>
                    <a:lnTo>
                      <a:pt x="79" y="157"/>
                    </a:lnTo>
                    <a:lnTo>
                      <a:pt x="79" y="157"/>
                    </a:lnTo>
                    <a:lnTo>
                      <a:pt x="64" y="157"/>
                    </a:lnTo>
                    <a:lnTo>
                      <a:pt x="48" y="152"/>
                    </a:lnTo>
                    <a:lnTo>
                      <a:pt x="36" y="145"/>
                    </a:lnTo>
                    <a:lnTo>
                      <a:pt x="24" y="134"/>
                    </a:lnTo>
                    <a:lnTo>
                      <a:pt x="15" y="123"/>
                    </a:lnTo>
                    <a:lnTo>
                      <a:pt x="8" y="109"/>
                    </a:lnTo>
                    <a:lnTo>
                      <a:pt x="2" y="95"/>
                    </a:lnTo>
                    <a:lnTo>
                      <a:pt x="0" y="79"/>
                    </a:lnTo>
                    <a:lnTo>
                      <a:pt x="0" y="79"/>
                    </a:lnTo>
                    <a:close/>
                  </a:path>
                </a:pathLst>
              </a:custGeom>
              <a:solidFill>
                <a:srgbClr val="4D4F5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sp>
            <p:nvSpPr>
              <p:cNvPr id="1198" name="Freeform 74">
                <a:extLst>
                  <a:ext uri="{FF2B5EF4-FFF2-40B4-BE49-F238E27FC236}">
                    <a16:creationId xmlns:a16="http://schemas.microsoft.com/office/drawing/2014/main" id="{032A968E-74CF-C6B7-3C21-1C80D561097E}"/>
                  </a:ext>
                </a:extLst>
              </p:cNvPr>
              <p:cNvSpPr>
                <a:spLocks/>
              </p:cNvSpPr>
              <p:nvPr/>
            </p:nvSpPr>
            <p:spPr bwMode="auto">
              <a:xfrm>
                <a:off x="4206876" y="1763714"/>
                <a:ext cx="88900" cy="201613"/>
              </a:xfrm>
              <a:custGeom>
                <a:avLst/>
                <a:gdLst>
                  <a:gd name="T0" fmla="*/ 0 w 112"/>
                  <a:gd name="T1" fmla="*/ 0 h 252"/>
                  <a:gd name="T2" fmla="*/ 112 w 112"/>
                  <a:gd name="T3" fmla="*/ 0 h 252"/>
                  <a:gd name="T4" fmla="*/ 83 w 112"/>
                  <a:gd name="T5" fmla="*/ 252 h 252"/>
                  <a:gd name="T6" fmla="*/ 28 w 112"/>
                  <a:gd name="T7" fmla="*/ 252 h 252"/>
                  <a:gd name="T8" fmla="*/ 0 w 112"/>
                  <a:gd name="T9" fmla="*/ 0 h 252"/>
                </a:gdLst>
                <a:ahLst/>
                <a:cxnLst>
                  <a:cxn ang="0">
                    <a:pos x="T0" y="T1"/>
                  </a:cxn>
                  <a:cxn ang="0">
                    <a:pos x="T2" y="T3"/>
                  </a:cxn>
                  <a:cxn ang="0">
                    <a:pos x="T4" y="T5"/>
                  </a:cxn>
                  <a:cxn ang="0">
                    <a:pos x="T6" y="T7"/>
                  </a:cxn>
                  <a:cxn ang="0">
                    <a:pos x="T8" y="T9"/>
                  </a:cxn>
                </a:cxnLst>
                <a:rect l="0" t="0" r="r" b="b"/>
                <a:pathLst>
                  <a:path w="112" h="252">
                    <a:moveTo>
                      <a:pt x="0" y="0"/>
                    </a:moveTo>
                    <a:lnTo>
                      <a:pt x="112" y="0"/>
                    </a:lnTo>
                    <a:lnTo>
                      <a:pt x="83" y="252"/>
                    </a:lnTo>
                    <a:lnTo>
                      <a:pt x="28" y="252"/>
                    </a:lnTo>
                    <a:lnTo>
                      <a:pt x="0"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sp>
            <p:nvSpPr>
              <p:cNvPr id="1199" name="Freeform 75">
                <a:extLst>
                  <a:ext uri="{FF2B5EF4-FFF2-40B4-BE49-F238E27FC236}">
                    <a16:creationId xmlns:a16="http://schemas.microsoft.com/office/drawing/2014/main" id="{D98E315E-658D-9A89-BEB2-D7AFF58EB4E9}"/>
                  </a:ext>
                </a:extLst>
              </p:cNvPr>
              <p:cNvSpPr>
                <a:spLocks/>
              </p:cNvSpPr>
              <p:nvPr/>
            </p:nvSpPr>
            <p:spPr bwMode="auto">
              <a:xfrm>
                <a:off x="4238626" y="1773239"/>
                <a:ext cx="23813" cy="25400"/>
              </a:xfrm>
              <a:custGeom>
                <a:avLst/>
                <a:gdLst>
                  <a:gd name="T0" fmla="*/ 0 w 31"/>
                  <a:gd name="T1" fmla="*/ 0 h 32"/>
                  <a:gd name="T2" fmla="*/ 31 w 31"/>
                  <a:gd name="T3" fmla="*/ 0 h 32"/>
                  <a:gd name="T4" fmla="*/ 25 w 31"/>
                  <a:gd name="T5" fmla="*/ 32 h 32"/>
                  <a:gd name="T6" fmla="*/ 6 w 31"/>
                  <a:gd name="T7" fmla="*/ 32 h 32"/>
                  <a:gd name="T8" fmla="*/ 0 w 31"/>
                  <a:gd name="T9" fmla="*/ 0 h 32"/>
                </a:gdLst>
                <a:ahLst/>
                <a:cxnLst>
                  <a:cxn ang="0">
                    <a:pos x="T0" y="T1"/>
                  </a:cxn>
                  <a:cxn ang="0">
                    <a:pos x="T2" y="T3"/>
                  </a:cxn>
                  <a:cxn ang="0">
                    <a:pos x="T4" y="T5"/>
                  </a:cxn>
                  <a:cxn ang="0">
                    <a:pos x="T6" y="T7"/>
                  </a:cxn>
                  <a:cxn ang="0">
                    <a:pos x="T8" y="T9"/>
                  </a:cxn>
                </a:cxnLst>
                <a:rect l="0" t="0" r="r" b="b"/>
                <a:pathLst>
                  <a:path w="31" h="32">
                    <a:moveTo>
                      <a:pt x="0" y="0"/>
                    </a:moveTo>
                    <a:lnTo>
                      <a:pt x="31" y="0"/>
                    </a:lnTo>
                    <a:lnTo>
                      <a:pt x="25" y="32"/>
                    </a:lnTo>
                    <a:lnTo>
                      <a:pt x="6" y="32"/>
                    </a:lnTo>
                    <a:lnTo>
                      <a:pt x="0" y="0"/>
                    </a:lnTo>
                    <a:close/>
                  </a:path>
                </a:pathLst>
              </a:custGeom>
              <a:solidFill>
                <a:srgbClr val="4D4F53"/>
              </a:solidFill>
              <a:ln w="6350">
                <a:solidFill>
                  <a:srgbClr val="4F4F4F"/>
                </a:solidFill>
                <a:prstDash val="solid"/>
                <a:round/>
                <a:headEnd/>
                <a:tailEnd/>
              </a:ln>
            </p:spPr>
            <p:txBody>
              <a:bodyPr vert="horz" wrap="square" lIns="84406" tIns="42203" rIns="84406" bIns="42203" numCol="1" anchor="t" anchorCtr="0" compatLnSpc="1">
                <a:prstTxWarp prst="textNoShape">
                  <a:avLst/>
                </a:prstTxWarp>
              </a:bodyPr>
              <a:lstStyle/>
              <a:p>
                <a:endParaRPr lang="en-US" sz="1662" noProof="1"/>
              </a:p>
            </p:txBody>
          </p:sp>
          <p:sp>
            <p:nvSpPr>
              <p:cNvPr id="1200" name="Freeform 76">
                <a:extLst>
                  <a:ext uri="{FF2B5EF4-FFF2-40B4-BE49-F238E27FC236}">
                    <a16:creationId xmlns:a16="http://schemas.microsoft.com/office/drawing/2014/main" id="{10294E8E-D7F3-AAF1-D03A-85B896A4E6DB}"/>
                  </a:ext>
                </a:extLst>
              </p:cNvPr>
              <p:cNvSpPr>
                <a:spLocks/>
              </p:cNvSpPr>
              <p:nvPr/>
            </p:nvSpPr>
            <p:spPr bwMode="auto">
              <a:xfrm>
                <a:off x="4238626" y="1773239"/>
                <a:ext cx="23813" cy="25400"/>
              </a:xfrm>
              <a:custGeom>
                <a:avLst/>
                <a:gdLst>
                  <a:gd name="T0" fmla="*/ 0 w 31"/>
                  <a:gd name="T1" fmla="*/ 0 h 32"/>
                  <a:gd name="T2" fmla="*/ 31 w 31"/>
                  <a:gd name="T3" fmla="*/ 0 h 32"/>
                  <a:gd name="T4" fmla="*/ 25 w 31"/>
                  <a:gd name="T5" fmla="*/ 32 h 32"/>
                  <a:gd name="T6" fmla="*/ 6 w 31"/>
                  <a:gd name="T7" fmla="*/ 32 h 32"/>
                  <a:gd name="T8" fmla="*/ 0 w 31"/>
                  <a:gd name="T9" fmla="*/ 0 h 32"/>
                </a:gdLst>
                <a:ahLst/>
                <a:cxnLst>
                  <a:cxn ang="0">
                    <a:pos x="T0" y="T1"/>
                  </a:cxn>
                  <a:cxn ang="0">
                    <a:pos x="T2" y="T3"/>
                  </a:cxn>
                  <a:cxn ang="0">
                    <a:pos x="T4" y="T5"/>
                  </a:cxn>
                  <a:cxn ang="0">
                    <a:pos x="T6" y="T7"/>
                  </a:cxn>
                  <a:cxn ang="0">
                    <a:pos x="T8" y="T9"/>
                  </a:cxn>
                </a:cxnLst>
                <a:rect l="0" t="0" r="r" b="b"/>
                <a:pathLst>
                  <a:path w="31" h="32">
                    <a:moveTo>
                      <a:pt x="0" y="0"/>
                    </a:moveTo>
                    <a:lnTo>
                      <a:pt x="31" y="0"/>
                    </a:lnTo>
                    <a:lnTo>
                      <a:pt x="25" y="32"/>
                    </a:lnTo>
                    <a:lnTo>
                      <a:pt x="6" y="32"/>
                    </a:lnTo>
                    <a:lnTo>
                      <a:pt x="0" y="0"/>
                    </a:lnTo>
                    <a:close/>
                  </a:path>
                </a:pathLst>
              </a:custGeom>
              <a:noFill/>
              <a:ln w="4763">
                <a:solidFill>
                  <a:srgbClr val="4F4F4F"/>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84406" tIns="42203" rIns="84406" bIns="42203" numCol="1" anchor="t" anchorCtr="0" compatLnSpc="1">
                <a:prstTxWarp prst="textNoShape">
                  <a:avLst/>
                </a:prstTxWarp>
              </a:bodyPr>
              <a:lstStyle/>
              <a:p>
                <a:endParaRPr lang="en-US" sz="1662" noProof="1"/>
              </a:p>
            </p:txBody>
          </p:sp>
          <p:sp>
            <p:nvSpPr>
              <p:cNvPr id="1201" name="Freeform 77">
                <a:extLst>
                  <a:ext uri="{FF2B5EF4-FFF2-40B4-BE49-F238E27FC236}">
                    <a16:creationId xmlns:a16="http://schemas.microsoft.com/office/drawing/2014/main" id="{751A4DD7-8B2A-2CEC-8759-3584D33A447E}"/>
                  </a:ext>
                </a:extLst>
              </p:cNvPr>
              <p:cNvSpPr>
                <a:spLocks/>
              </p:cNvSpPr>
              <p:nvPr/>
            </p:nvSpPr>
            <p:spPr bwMode="auto">
              <a:xfrm>
                <a:off x="4238626" y="1812926"/>
                <a:ext cx="23813" cy="144463"/>
              </a:xfrm>
              <a:custGeom>
                <a:avLst/>
                <a:gdLst>
                  <a:gd name="T0" fmla="*/ 15 w 31"/>
                  <a:gd name="T1" fmla="*/ 183 h 183"/>
                  <a:gd name="T2" fmla="*/ 0 w 31"/>
                  <a:gd name="T3" fmla="*/ 169 h 183"/>
                  <a:gd name="T4" fmla="*/ 9 w 31"/>
                  <a:gd name="T5" fmla="*/ 0 h 183"/>
                  <a:gd name="T6" fmla="*/ 22 w 31"/>
                  <a:gd name="T7" fmla="*/ 0 h 183"/>
                  <a:gd name="T8" fmla="*/ 31 w 31"/>
                  <a:gd name="T9" fmla="*/ 169 h 183"/>
                  <a:gd name="T10" fmla="*/ 15 w 31"/>
                  <a:gd name="T11" fmla="*/ 183 h 183"/>
                  <a:gd name="T12" fmla="*/ 15 w 31"/>
                  <a:gd name="T13" fmla="*/ 183 h 183"/>
                </a:gdLst>
                <a:ahLst/>
                <a:cxnLst>
                  <a:cxn ang="0">
                    <a:pos x="T0" y="T1"/>
                  </a:cxn>
                  <a:cxn ang="0">
                    <a:pos x="T2" y="T3"/>
                  </a:cxn>
                  <a:cxn ang="0">
                    <a:pos x="T4" y="T5"/>
                  </a:cxn>
                  <a:cxn ang="0">
                    <a:pos x="T6" y="T7"/>
                  </a:cxn>
                  <a:cxn ang="0">
                    <a:pos x="T8" y="T9"/>
                  </a:cxn>
                  <a:cxn ang="0">
                    <a:pos x="T10" y="T11"/>
                  </a:cxn>
                  <a:cxn ang="0">
                    <a:pos x="T12" y="T13"/>
                  </a:cxn>
                </a:cxnLst>
                <a:rect l="0" t="0" r="r" b="b"/>
                <a:pathLst>
                  <a:path w="31" h="183">
                    <a:moveTo>
                      <a:pt x="15" y="183"/>
                    </a:moveTo>
                    <a:lnTo>
                      <a:pt x="0" y="169"/>
                    </a:lnTo>
                    <a:lnTo>
                      <a:pt x="9" y="0"/>
                    </a:lnTo>
                    <a:lnTo>
                      <a:pt x="22" y="0"/>
                    </a:lnTo>
                    <a:lnTo>
                      <a:pt x="31" y="169"/>
                    </a:lnTo>
                    <a:lnTo>
                      <a:pt x="15" y="183"/>
                    </a:lnTo>
                    <a:lnTo>
                      <a:pt x="15" y="183"/>
                    </a:lnTo>
                    <a:close/>
                  </a:path>
                </a:pathLst>
              </a:custGeom>
              <a:solidFill>
                <a:srgbClr val="4D4F5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sp>
            <p:nvSpPr>
              <p:cNvPr id="1202" name="Freeform 78">
                <a:extLst>
                  <a:ext uri="{FF2B5EF4-FFF2-40B4-BE49-F238E27FC236}">
                    <a16:creationId xmlns:a16="http://schemas.microsoft.com/office/drawing/2014/main" id="{3D769736-1844-CE81-D24E-00256EA7BFAA}"/>
                  </a:ext>
                </a:extLst>
              </p:cNvPr>
              <p:cNvSpPr>
                <a:spLocks/>
              </p:cNvSpPr>
              <p:nvPr/>
            </p:nvSpPr>
            <p:spPr bwMode="auto">
              <a:xfrm>
                <a:off x="4238626" y="1812926"/>
                <a:ext cx="23813" cy="144463"/>
              </a:xfrm>
              <a:custGeom>
                <a:avLst/>
                <a:gdLst>
                  <a:gd name="T0" fmla="*/ 15 w 31"/>
                  <a:gd name="T1" fmla="*/ 183 h 183"/>
                  <a:gd name="T2" fmla="*/ 0 w 31"/>
                  <a:gd name="T3" fmla="*/ 169 h 183"/>
                  <a:gd name="T4" fmla="*/ 9 w 31"/>
                  <a:gd name="T5" fmla="*/ 0 h 183"/>
                  <a:gd name="T6" fmla="*/ 22 w 31"/>
                  <a:gd name="T7" fmla="*/ 0 h 183"/>
                  <a:gd name="T8" fmla="*/ 31 w 31"/>
                  <a:gd name="T9" fmla="*/ 169 h 183"/>
                  <a:gd name="T10" fmla="*/ 15 w 31"/>
                  <a:gd name="T11" fmla="*/ 183 h 183"/>
                  <a:gd name="T12" fmla="*/ 15 w 31"/>
                  <a:gd name="T13" fmla="*/ 183 h 183"/>
                </a:gdLst>
                <a:ahLst/>
                <a:cxnLst>
                  <a:cxn ang="0">
                    <a:pos x="T0" y="T1"/>
                  </a:cxn>
                  <a:cxn ang="0">
                    <a:pos x="T2" y="T3"/>
                  </a:cxn>
                  <a:cxn ang="0">
                    <a:pos x="T4" y="T5"/>
                  </a:cxn>
                  <a:cxn ang="0">
                    <a:pos x="T6" y="T7"/>
                  </a:cxn>
                  <a:cxn ang="0">
                    <a:pos x="T8" y="T9"/>
                  </a:cxn>
                  <a:cxn ang="0">
                    <a:pos x="T10" y="T11"/>
                  </a:cxn>
                  <a:cxn ang="0">
                    <a:pos x="T12" y="T13"/>
                  </a:cxn>
                </a:cxnLst>
                <a:rect l="0" t="0" r="r" b="b"/>
                <a:pathLst>
                  <a:path w="31" h="183">
                    <a:moveTo>
                      <a:pt x="15" y="183"/>
                    </a:moveTo>
                    <a:lnTo>
                      <a:pt x="0" y="169"/>
                    </a:lnTo>
                    <a:lnTo>
                      <a:pt x="9" y="0"/>
                    </a:lnTo>
                    <a:lnTo>
                      <a:pt x="22" y="0"/>
                    </a:lnTo>
                    <a:lnTo>
                      <a:pt x="31" y="169"/>
                    </a:lnTo>
                    <a:lnTo>
                      <a:pt x="15" y="183"/>
                    </a:lnTo>
                    <a:lnTo>
                      <a:pt x="15" y="183"/>
                    </a:lnTo>
                    <a:close/>
                  </a:path>
                </a:pathLst>
              </a:custGeom>
              <a:noFill/>
              <a:ln w="6350">
                <a:solidFill>
                  <a:srgbClr val="4D4F53"/>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84406" tIns="42203" rIns="84406" bIns="42203" numCol="1" anchor="t" anchorCtr="0" compatLnSpc="1">
                <a:prstTxWarp prst="textNoShape">
                  <a:avLst/>
                </a:prstTxWarp>
              </a:bodyPr>
              <a:lstStyle/>
              <a:p>
                <a:endParaRPr lang="en-US" sz="1662" noProof="1"/>
              </a:p>
            </p:txBody>
          </p:sp>
          <p:sp>
            <p:nvSpPr>
              <p:cNvPr id="1203" name="Freeform 107">
                <a:extLst>
                  <a:ext uri="{FF2B5EF4-FFF2-40B4-BE49-F238E27FC236}">
                    <a16:creationId xmlns:a16="http://schemas.microsoft.com/office/drawing/2014/main" id="{30701BDB-A327-9E48-9B4C-2F5663B088F3}"/>
                  </a:ext>
                </a:extLst>
              </p:cNvPr>
              <p:cNvSpPr>
                <a:spLocks/>
              </p:cNvSpPr>
              <p:nvPr/>
            </p:nvSpPr>
            <p:spPr bwMode="auto">
              <a:xfrm>
                <a:off x="5135563" y="2033589"/>
                <a:ext cx="42863" cy="314325"/>
              </a:xfrm>
              <a:custGeom>
                <a:avLst/>
                <a:gdLst>
                  <a:gd name="T0" fmla="*/ 55 w 55"/>
                  <a:gd name="T1" fmla="*/ 0 h 395"/>
                  <a:gd name="T2" fmla="*/ 55 w 55"/>
                  <a:gd name="T3" fmla="*/ 368 h 395"/>
                  <a:gd name="T4" fmla="*/ 55 w 55"/>
                  <a:gd name="T5" fmla="*/ 368 h 395"/>
                  <a:gd name="T6" fmla="*/ 53 w 55"/>
                  <a:gd name="T7" fmla="*/ 373 h 395"/>
                  <a:gd name="T8" fmla="*/ 53 w 55"/>
                  <a:gd name="T9" fmla="*/ 379 h 395"/>
                  <a:gd name="T10" fmla="*/ 46 w 55"/>
                  <a:gd name="T11" fmla="*/ 388 h 395"/>
                  <a:gd name="T12" fmla="*/ 37 w 55"/>
                  <a:gd name="T13" fmla="*/ 393 h 395"/>
                  <a:gd name="T14" fmla="*/ 34 w 55"/>
                  <a:gd name="T15" fmla="*/ 395 h 395"/>
                  <a:gd name="T16" fmla="*/ 29 w 55"/>
                  <a:gd name="T17" fmla="*/ 395 h 395"/>
                  <a:gd name="T18" fmla="*/ 29 w 55"/>
                  <a:gd name="T19" fmla="*/ 395 h 395"/>
                  <a:gd name="T20" fmla="*/ 21 w 55"/>
                  <a:gd name="T21" fmla="*/ 395 h 395"/>
                  <a:gd name="T22" fmla="*/ 18 w 55"/>
                  <a:gd name="T23" fmla="*/ 393 h 395"/>
                  <a:gd name="T24" fmla="*/ 9 w 55"/>
                  <a:gd name="T25" fmla="*/ 388 h 395"/>
                  <a:gd name="T26" fmla="*/ 4 w 55"/>
                  <a:gd name="T27" fmla="*/ 379 h 395"/>
                  <a:gd name="T28" fmla="*/ 2 w 55"/>
                  <a:gd name="T29" fmla="*/ 373 h 395"/>
                  <a:gd name="T30" fmla="*/ 0 w 55"/>
                  <a:gd name="T31" fmla="*/ 368 h 395"/>
                  <a:gd name="T32" fmla="*/ 2 w 55"/>
                  <a:gd name="T33" fmla="*/ 0 h 395"/>
                  <a:gd name="T34" fmla="*/ 55 w 55"/>
                  <a:gd name="T35" fmla="*/ 0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5" h="395">
                    <a:moveTo>
                      <a:pt x="55" y="0"/>
                    </a:moveTo>
                    <a:lnTo>
                      <a:pt x="55" y="368"/>
                    </a:lnTo>
                    <a:lnTo>
                      <a:pt x="55" y="368"/>
                    </a:lnTo>
                    <a:lnTo>
                      <a:pt x="53" y="373"/>
                    </a:lnTo>
                    <a:lnTo>
                      <a:pt x="53" y="379"/>
                    </a:lnTo>
                    <a:lnTo>
                      <a:pt x="46" y="388"/>
                    </a:lnTo>
                    <a:lnTo>
                      <a:pt x="37" y="393"/>
                    </a:lnTo>
                    <a:lnTo>
                      <a:pt x="34" y="395"/>
                    </a:lnTo>
                    <a:lnTo>
                      <a:pt x="29" y="395"/>
                    </a:lnTo>
                    <a:lnTo>
                      <a:pt x="29" y="395"/>
                    </a:lnTo>
                    <a:lnTo>
                      <a:pt x="21" y="395"/>
                    </a:lnTo>
                    <a:lnTo>
                      <a:pt x="18" y="393"/>
                    </a:lnTo>
                    <a:lnTo>
                      <a:pt x="9" y="388"/>
                    </a:lnTo>
                    <a:lnTo>
                      <a:pt x="4" y="379"/>
                    </a:lnTo>
                    <a:lnTo>
                      <a:pt x="2" y="373"/>
                    </a:lnTo>
                    <a:lnTo>
                      <a:pt x="0" y="368"/>
                    </a:lnTo>
                    <a:lnTo>
                      <a:pt x="2" y="0"/>
                    </a:lnTo>
                    <a:lnTo>
                      <a:pt x="55" y="0"/>
                    </a:lnTo>
                    <a:close/>
                  </a:path>
                </a:pathLst>
              </a:custGeom>
              <a:solidFill>
                <a:srgbClr val="4D4F5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sp>
            <p:nvSpPr>
              <p:cNvPr id="1204" name="Freeform 108">
                <a:extLst>
                  <a:ext uri="{FF2B5EF4-FFF2-40B4-BE49-F238E27FC236}">
                    <a16:creationId xmlns:a16="http://schemas.microsoft.com/office/drawing/2014/main" id="{DBA4F240-AFB8-F65B-FD20-76D687E5063D}"/>
                  </a:ext>
                </a:extLst>
              </p:cNvPr>
              <p:cNvSpPr>
                <a:spLocks/>
              </p:cNvSpPr>
              <p:nvPr/>
            </p:nvSpPr>
            <p:spPr bwMode="auto">
              <a:xfrm>
                <a:off x="4595813" y="2020889"/>
                <a:ext cx="682625" cy="42863"/>
              </a:xfrm>
              <a:custGeom>
                <a:avLst/>
                <a:gdLst>
                  <a:gd name="T0" fmla="*/ 0 w 862"/>
                  <a:gd name="T1" fmla="*/ 26 h 53"/>
                  <a:gd name="T2" fmla="*/ 0 w 862"/>
                  <a:gd name="T3" fmla="*/ 26 h 53"/>
                  <a:gd name="T4" fmla="*/ 0 w 862"/>
                  <a:gd name="T5" fmla="*/ 21 h 53"/>
                  <a:gd name="T6" fmla="*/ 2 w 862"/>
                  <a:gd name="T7" fmla="*/ 16 h 53"/>
                  <a:gd name="T8" fmla="*/ 5 w 862"/>
                  <a:gd name="T9" fmla="*/ 10 h 53"/>
                  <a:gd name="T10" fmla="*/ 9 w 862"/>
                  <a:gd name="T11" fmla="*/ 7 h 53"/>
                  <a:gd name="T12" fmla="*/ 14 w 862"/>
                  <a:gd name="T13" fmla="*/ 3 h 53"/>
                  <a:gd name="T14" fmla="*/ 21 w 862"/>
                  <a:gd name="T15" fmla="*/ 1 h 53"/>
                  <a:gd name="T16" fmla="*/ 30 w 862"/>
                  <a:gd name="T17" fmla="*/ 0 h 53"/>
                  <a:gd name="T18" fmla="*/ 41 w 862"/>
                  <a:gd name="T19" fmla="*/ 0 h 53"/>
                  <a:gd name="T20" fmla="*/ 821 w 862"/>
                  <a:gd name="T21" fmla="*/ 0 h 53"/>
                  <a:gd name="T22" fmla="*/ 821 w 862"/>
                  <a:gd name="T23" fmla="*/ 0 h 53"/>
                  <a:gd name="T24" fmla="*/ 831 w 862"/>
                  <a:gd name="T25" fmla="*/ 0 h 53"/>
                  <a:gd name="T26" fmla="*/ 840 w 862"/>
                  <a:gd name="T27" fmla="*/ 1 h 53"/>
                  <a:gd name="T28" fmla="*/ 847 w 862"/>
                  <a:gd name="T29" fmla="*/ 3 h 53"/>
                  <a:gd name="T30" fmla="*/ 853 w 862"/>
                  <a:gd name="T31" fmla="*/ 7 h 53"/>
                  <a:gd name="T32" fmla="*/ 856 w 862"/>
                  <a:gd name="T33" fmla="*/ 10 h 53"/>
                  <a:gd name="T34" fmla="*/ 860 w 862"/>
                  <a:gd name="T35" fmla="*/ 16 h 53"/>
                  <a:gd name="T36" fmla="*/ 862 w 862"/>
                  <a:gd name="T37" fmla="*/ 21 h 53"/>
                  <a:gd name="T38" fmla="*/ 862 w 862"/>
                  <a:gd name="T39" fmla="*/ 26 h 53"/>
                  <a:gd name="T40" fmla="*/ 862 w 862"/>
                  <a:gd name="T41" fmla="*/ 26 h 53"/>
                  <a:gd name="T42" fmla="*/ 862 w 862"/>
                  <a:gd name="T43" fmla="*/ 26 h 53"/>
                  <a:gd name="T44" fmla="*/ 862 w 862"/>
                  <a:gd name="T45" fmla="*/ 32 h 53"/>
                  <a:gd name="T46" fmla="*/ 860 w 862"/>
                  <a:gd name="T47" fmla="*/ 37 h 53"/>
                  <a:gd name="T48" fmla="*/ 856 w 862"/>
                  <a:gd name="T49" fmla="*/ 40 h 53"/>
                  <a:gd name="T50" fmla="*/ 853 w 862"/>
                  <a:gd name="T51" fmla="*/ 46 h 53"/>
                  <a:gd name="T52" fmla="*/ 847 w 862"/>
                  <a:gd name="T53" fmla="*/ 48 h 53"/>
                  <a:gd name="T54" fmla="*/ 840 w 862"/>
                  <a:gd name="T55" fmla="*/ 51 h 53"/>
                  <a:gd name="T56" fmla="*/ 831 w 862"/>
                  <a:gd name="T57" fmla="*/ 53 h 53"/>
                  <a:gd name="T58" fmla="*/ 821 w 862"/>
                  <a:gd name="T59" fmla="*/ 53 h 53"/>
                  <a:gd name="T60" fmla="*/ 41 w 862"/>
                  <a:gd name="T61" fmla="*/ 53 h 53"/>
                  <a:gd name="T62" fmla="*/ 41 w 862"/>
                  <a:gd name="T63" fmla="*/ 53 h 53"/>
                  <a:gd name="T64" fmla="*/ 30 w 862"/>
                  <a:gd name="T65" fmla="*/ 53 h 53"/>
                  <a:gd name="T66" fmla="*/ 21 w 862"/>
                  <a:gd name="T67" fmla="*/ 51 h 53"/>
                  <a:gd name="T68" fmla="*/ 14 w 862"/>
                  <a:gd name="T69" fmla="*/ 48 h 53"/>
                  <a:gd name="T70" fmla="*/ 9 w 862"/>
                  <a:gd name="T71" fmla="*/ 46 h 53"/>
                  <a:gd name="T72" fmla="*/ 5 w 862"/>
                  <a:gd name="T73" fmla="*/ 40 h 53"/>
                  <a:gd name="T74" fmla="*/ 2 w 862"/>
                  <a:gd name="T75" fmla="*/ 37 h 53"/>
                  <a:gd name="T76" fmla="*/ 0 w 862"/>
                  <a:gd name="T77" fmla="*/ 32 h 53"/>
                  <a:gd name="T78" fmla="*/ 0 w 862"/>
                  <a:gd name="T79" fmla="*/ 26 h 53"/>
                  <a:gd name="T80" fmla="*/ 0 w 862"/>
                  <a:gd name="T8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62" h="53">
                    <a:moveTo>
                      <a:pt x="0" y="26"/>
                    </a:moveTo>
                    <a:lnTo>
                      <a:pt x="0" y="26"/>
                    </a:lnTo>
                    <a:lnTo>
                      <a:pt x="0" y="21"/>
                    </a:lnTo>
                    <a:lnTo>
                      <a:pt x="2" y="16"/>
                    </a:lnTo>
                    <a:lnTo>
                      <a:pt x="5" y="10"/>
                    </a:lnTo>
                    <a:lnTo>
                      <a:pt x="9" y="7"/>
                    </a:lnTo>
                    <a:lnTo>
                      <a:pt x="14" y="3"/>
                    </a:lnTo>
                    <a:lnTo>
                      <a:pt x="21" y="1"/>
                    </a:lnTo>
                    <a:lnTo>
                      <a:pt x="30" y="0"/>
                    </a:lnTo>
                    <a:lnTo>
                      <a:pt x="41" y="0"/>
                    </a:lnTo>
                    <a:lnTo>
                      <a:pt x="821" y="0"/>
                    </a:lnTo>
                    <a:lnTo>
                      <a:pt x="821" y="0"/>
                    </a:lnTo>
                    <a:lnTo>
                      <a:pt x="831" y="0"/>
                    </a:lnTo>
                    <a:lnTo>
                      <a:pt x="840" y="1"/>
                    </a:lnTo>
                    <a:lnTo>
                      <a:pt x="847" y="3"/>
                    </a:lnTo>
                    <a:lnTo>
                      <a:pt x="853" y="7"/>
                    </a:lnTo>
                    <a:lnTo>
                      <a:pt x="856" y="10"/>
                    </a:lnTo>
                    <a:lnTo>
                      <a:pt x="860" y="16"/>
                    </a:lnTo>
                    <a:lnTo>
                      <a:pt x="862" y="21"/>
                    </a:lnTo>
                    <a:lnTo>
                      <a:pt x="862" y="26"/>
                    </a:lnTo>
                    <a:lnTo>
                      <a:pt x="862" y="26"/>
                    </a:lnTo>
                    <a:lnTo>
                      <a:pt x="862" y="26"/>
                    </a:lnTo>
                    <a:lnTo>
                      <a:pt x="862" y="32"/>
                    </a:lnTo>
                    <a:lnTo>
                      <a:pt x="860" y="37"/>
                    </a:lnTo>
                    <a:lnTo>
                      <a:pt x="856" y="40"/>
                    </a:lnTo>
                    <a:lnTo>
                      <a:pt x="853" y="46"/>
                    </a:lnTo>
                    <a:lnTo>
                      <a:pt x="847" y="48"/>
                    </a:lnTo>
                    <a:lnTo>
                      <a:pt x="840" y="51"/>
                    </a:lnTo>
                    <a:lnTo>
                      <a:pt x="831" y="53"/>
                    </a:lnTo>
                    <a:lnTo>
                      <a:pt x="821" y="53"/>
                    </a:lnTo>
                    <a:lnTo>
                      <a:pt x="41" y="53"/>
                    </a:lnTo>
                    <a:lnTo>
                      <a:pt x="41" y="53"/>
                    </a:lnTo>
                    <a:lnTo>
                      <a:pt x="30" y="53"/>
                    </a:lnTo>
                    <a:lnTo>
                      <a:pt x="21" y="51"/>
                    </a:lnTo>
                    <a:lnTo>
                      <a:pt x="14" y="48"/>
                    </a:lnTo>
                    <a:lnTo>
                      <a:pt x="9" y="46"/>
                    </a:lnTo>
                    <a:lnTo>
                      <a:pt x="5" y="40"/>
                    </a:lnTo>
                    <a:lnTo>
                      <a:pt x="2" y="37"/>
                    </a:lnTo>
                    <a:lnTo>
                      <a:pt x="0" y="32"/>
                    </a:lnTo>
                    <a:lnTo>
                      <a:pt x="0" y="26"/>
                    </a:lnTo>
                    <a:lnTo>
                      <a:pt x="0" y="26"/>
                    </a:lnTo>
                    <a:close/>
                  </a:path>
                </a:pathLst>
              </a:custGeom>
              <a:solidFill>
                <a:srgbClr val="4D4F5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sp>
            <p:nvSpPr>
              <p:cNvPr id="1205" name="Freeform 109">
                <a:extLst>
                  <a:ext uri="{FF2B5EF4-FFF2-40B4-BE49-F238E27FC236}">
                    <a16:creationId xmlns:a16="http://schemas.microsoft.com/office/drawing/2014/main" id="{75A50B47-5A7B-970B-C2DF-FCA89D15E735}"/>
                  </a:ext>
                </a:extLst>
              </p:cNvPr>
              <p:cNvSpPr>
                <a:spLocks/>
              </p:cNvSpPr>
              <p:nvPr/>
            </p:nvSpPr>
            <p:spPr bwMode="auto">
              <a:xfrm>
                <a:off x="4675188" y="2006601"/>
                <a:ext cx="52388" cy="330200"/>
              </a:xfrm>
              <a:custGeom>
                <a:avLst/>
                <a:gdLst>
                  <a:gd name="T0" fmla="*/ 0 w 65"/>
                  <a:gd name="T1" fmla="*/ 67 h 414"/>
                  <a:gd name="T2" fmla="*/ 0 w 65"/>
                  <a:gd name="T3" fmla="*/ 67 h 414"/>
                  <a:gd name="T4" fmla="*/ 1 w 65"/>
                  <a:gd name="T5" fmla="*/ 41 h 414"/>
                  <a:gd name="T6" fmla="*/ 3 w 65"/>
                  <a:gd name="T7" fmla="*/ 30 h 414"/>
                  <a:gd name="T8" fmla="*/ 7 w 65"/>
                  <a:gd name="T9" fmla="*/ 19 h 414"/>
                  <a:gd name="T10" fmla="*/ 12 w 65"/>
                  <a:gd name="T11" fmla="*/ 12 h 414"/>
                  <a:gd name="T12" fmla="*/ 17 w 65"/>
                  <a:gd name="T13" fmla="*/ 5 h 414"/>
                  <a:gd name="T14" fmla="*/ 24 w 65"/>
                  <a:gd name="T15" fmla="*/ 1 h 414"/>
                  <a:gd name="T16" fmla="*/ 33 w 65"/>
                  <a:gd name="T17" fmla="*/ 0 h 414"/>
                  <a:gd name="T18" fmla="*/ 33 w 65"/>
                  <a:gd name="T19" fmla="*/ 0 h 414"/>
                  <a:gd name="T20" fmla="*/ 42 w 65"/>
                  <a:gd name="T21" fmla="*/ 1 h 414"/>
                  <a:gd name="T22" fmla="*/ 49 w 65"/>
                  <a:gd name="T23" fmla="*/ 5 h 414"/>
                  <a:gd name="T24" fmla="*/ 55 w 65"/>
                  <a:gd name="T25" fmla="*/ 12 h 414"/>
                  <a:gd name="T26" fmla="*/ 58 w 65"/>
                  <a:gd name="T27" fmla="*/ 19 h 414"/>
                  <a:gd name="T28" fmla="*/ 62 w 65"/>
                  <a:gd name="T29" fmla="*/ 30 h 414"/>
                  <a:gd name="T30" fmla="*/ 64 w 65"/>
                  <a:gd name="T31" fmla="*/ 41 h 414"/>
                  <a:gd name="T32" fmla="*/ 65 w 65"/>
                  <a:gd name="T33" fmla="*/ 67 h 414"/>
                  <a:gd name="T34" fmla="*/ 65 w 65"/>
                  <a:gd name="T35" fmla="*/ 349 h 414"/>
                  <a:gd name="T36" fmla="*/ 65 w 65"/>
                  <a:gd name="T37" fmla="*/ 349 h 414"/>
                  <a:gd name="T38" fmla="*/ 64 w 65"/>
                  <a:gd name="T39" fmla="*/ 374 h 414"/>
                  <a:gd name="T40" fmla="*/ 62 w 65"/>
                  <a:gd name="T41" fmla="*/ 386 h 414"/>
                  <a:gd name="T42" fmla="*/ 58 w 65"/>
                  <a:gd name="T43" fmla="*/ 395 h 414"/>
                  <a:gd name="T44" fmla="*/ 55 w 65"/>
                  <a:gd name="T45" fmla="*/ 404 h 414"/>
                  <a:gd name="T46" fmla="*/ 49 w 65"/>
                  <a:gd name="T47" fmla="*/ 409 h 414"/>
                  <a:gd name="T48" fmla="*/ 42 w 65"/>
                  <a:gd name="T49" fmla="*/ 414 h 414"/>
                  <a:gd name="T50" fmla="*/ 33 w 65"/>
                  <a:gd name="T51" fmla="*/ 414 h 414"/>
                  <a:gd name="T52" fmla="*/ 33 w 65"/>
                  <a:gd name="T53" fmla="*/ 414 h 414"/>
                  <a:gd name="T54" fmla="*/ 24 w 65"/>
                  <a:gd name="T55" fmla="*/ 414 h 414"/>
                  <a:gd name="T56" fmla="*/ 17 w 65"/>
                  <a:gd name="T57" fmla="*/ 409 h 414"/>
                  <a:gd name="T58" fmla="*/ 12 w 65"/>
                  <a:gd name="T59" fmla="*/ 404 h 414"/>
                  <a:gd name="T60" fmla="*/ 7 w 65"/>
                  <a:gd name="T61" fmla="*/ 395 h 414"/>
                  <a:gd name="T62" fmla="*/ 3 w 65"/>
                  <a:gd name="T63" fmla="*/ 386 h 414"/>
                  <a:gd name="T64" fmla="*/ 1 w 65"/>
                  <a:gd name="T65" fmla="*/ 374 h 414"/>
                  <a:gd name="T66" fmla="*/ 0 w 65"/>
                  <a:gd name="T67" fmla="*/ 349 h 414"/>
                  <a:gd name="T68" fmla="*/ 0 w 65"/>
                  <a:gd name="T69" fmla="*/ 67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5" h="414">
                    <a:moveTo>
                      <a:pt x="0" y="67"/>
                    </a:moveTo>
                    <a:lnTo>
                      <a:pt x="0" y="67"/>
                    </a:lnTo>
                    <a:lnTo>
                      <a:pt x="1" y="41"/>
                    </a:lnTo>
                    <a:lnTo>
                      <a:pt x="3" y="30"/>
                    </a:lnTo>
                    <a:lnTo>
                      <a:pt x="7" y="19"/>
                    </a:lnTo>
                    <a:lnTo>
                      <a:pt x="12" y="12"/>
                    </a:lnTo>
                    <a:lnTo>
                      <a:pt x="17" y="5"/>
                    </a:lnTo>
                    <a:lnTo>
                      <a:pt x="24" y="1"/>
                    </a:lnTo>
                    <a:lnTo>
                      <a:pt x="33" y="0"/>
                    </a:lnTo>
                    <a:lnTo>
                      <a:pt x="33" y="0"/>
                    </a:lnTo>
                    <a:lnTo>
                      <a:pt x="42" y="1"/>
                    </a:lnTo>
                    <a:lnTo>
                      <a:pt x="49" y="5"/>
                    </a:lnTo>
                    <a:lnTo>
                      <a:pt x="55" y="12"/>
                    </a:lnTo>
                    <a:lnTo>
                      <a:pt x="58" y="19"/>
                    </a:lnTo>
                    <a:lnTo>
                      <a:pt x="62" y="30"/>
                    </a:lnTo>
                    <a:lnTo>
                      <a:pt x="64" y="41"/>
                    </a:lnTo>
                    <a:lnTo>
                      <a:pt x="65" y="67"/>
                    </a:lnTo>
                    <a:lnTo>
                      <a:pt x="65" y="349"/>
                    </a:lnTo>
                    <a:lnTo>
                      <a:pt x="65" y="349"/>
                    </a:lnTo>
                    <a:lnTo>
                      <a:pt x="64" y="374"/>
                    </a:lnTo>
                    <a:lnTo>
                      <a:pt x="62" y="386"/>
                    </a:lnTo>
                    <a:lnTo>
                      <a:pt x="58" y="395"/>
                    </a:lnTo>
                    <a:lnTo>
                      <a:pt x="55" y="404"/>
                    </a:lnTo>
                    <a:lnTo>
                      <a:pt x="49" y="409"/>
                    </a:lnTo>
                    <a:lnTo>
                      <a:pt x="42" y="414"/>
                    </a:lnTo>
                    <a:lnTo>
                      <a:pt x="33" y="414"/>
                    </a:lnTo>
                    <a:lnTo>
                      <a:pt x="33" y="414"/>
                    </a:lnTo>
                    <a:lnTo>
                      <a:pt x="24" y="414"/>
                    </a:lnTo>
                    <a:lnTo>
                      <a:pt x="17" y="409"/>
                    </a:lnTo>
                    <a:lnTo>
                      <a:pt x="12" y="404"/>
                    </a:lnTo>
                    <a:lnTo>
                      <a:pt x="7" y="395"/>
                    </a:lnTo>
                    <a:lnTo>
                      <a:pt x="3" y="386"/>
                    </a:lnTo>
                    <a:lnTo>
                      <a:pt x="1" y="374"/>
                    </a:lnTo>
                    <a:lnTo>
                      <a:pt x="0" y="349"/>
                    </a:lnTo>
                    <a:lnTo>
                      <a:pt x="0" y="67"/>
                    </a:lnTo>
                    <a:close/>
                  </a:path>
                </a:pathLst>
              </a:custGeom>
              <a:solidFill>
                <a:srgbClr val="4D4F5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sp>
            <p:nvSpPr>
              <p:cNvPr id="1206" name="Freeform 110">
                <a:extLst>
                  <a:ext uri="{FF2B5EF4-FFF2-40B4-BE49-F238E27FC236}">
                    <a16:creationId xmlns:a16="http://schemas.microsoft.com/office/drawing/2014/main" id="{112044B7-BDB5-82A6-FCC4-77D24CD0D75A}"/>
                  </a:ext>
                </a:extLst>
              </p:cNvPr>
              <p:cNvSpPr>
                <a:spLocks/>
              </p:cNvSpPr>
              <p:nvPr/>
            </p:nvSpPr>
            <p:spPr bwMode="auto">
              <a:xfrm>
                <a:off x="4600576" y="2006601"/>
                <a:ext cx="52388" cy="330200"/>
              </a:xfrm>
              <a:custGeom>
                <a:avLst/>
                <a:gdLst>
                  <a:gd name="T0" fmla="*/ 0 w 66"/>
                  <a:gd name="T1" fmla="*/ 67 h 414"/>
                  <a:gd name="T2" fmla="*/ 0 w 66"/>
                  <a:gd name="T3" fmla="*/ 67 h 414"/>
                  <a:gd name="T4" fmla="*/ 2 w 66"/>
                  <a:gd name="T5" fmla="*/ 41 h 414"/>
                  <a:gd name="T6" fmla="*/ 4 w 66"/>
                  <a:gd name="T7" fmla="*/ 30 h 414"/>
                  <a:gd name="T8" fmla="*/ 7 w 66"/>
                  <a:gd name="T9" fmla="*/ 19 h 414"/>
                  <a:gd name="T10" fmla="*/ 11 w 66"/>
                  <a:gd name="T11" fmla="*/ 12 h 414"/>
                  <a:gd name="T12" fmla="*/ 18 w 66"/>
                  <a:gd name="T13" fmla="*/ 5 h 414"/>
                  <a:gd name="T14" fmla="*/ 25 w 66"/>
                  <a:gd name="T15" fmla="*/ 1 h 414"/>
                  <a:gd name="T16" fmla="*/ 34 w 66"/>
                  <a:gd name="T17" fmla="*/ 0 h 414"/>
                  <a:gd name="T18" fmla="*/ 34 w 66"/>
                  <a:gd name="T19" fmla="*/ 0 h 414"/>
                  <a:gd name="T20" fmla="*/ 43 w 66"/>
                  <a:gd name="T21" fmla="*/ 1 h 414"/>
                  <a:gd name="T22" fmla="*/ 50 w 66"/>
                  <a:gd name="T23" fmla="*/ 5 h 414"/>
                  <a:gd name="T24" fmla="*/ 55 w 66"/>
                  <a:gd name="T25" fmla="*/ 12 h 414"/>
                  <a:gd name="T26" fmla="*/ 59 w 66"/>
                  <a:gd name="T27" fmla="*/ 19 h 414"/>
                  <a:gd name="T28" fmla="*/ 62 w 66"/>
                  <a:gd name="T29" fmla="*/ 30 h 414"/>
                  <a:gd name="T30" fmla="*/ 64 w 66"/>
                  <a:gd name="T31" fmla="*/ 41 h 414"/>
                  <a:gd name="T32" fmla="*/ 66 w 66"/>
                  <a:gd name="T33" fmla="*/ 67 h 414"/>
                  <a:gd name="T34" fmla="*/ 66 w 66"/>
                  <a:gd name="T35" fmla="*/ 349 h 414"/>
                  <a:gd name="T36" fmla="*/ 66 w 66"/>
                  <a:gd name="T37" fmla="*/ 349 h 414"/>
                  <a:gd name="T38" fmla="*/ 64 w 66"/>
                  <a:gd name="T39" fmla="*/ 374 h 414"/>
                  <a:gd name="T40" fmla="*/ 62 w 66"/>
                  <a:gd name="T41" fmla="*/ 386 h 414"/>
                  <a:gd name="T42" fmla="*/ 59 w 66"/>
                  <a:gd name="T43" fmla="*/ 395 h 414"/>
                  <a:gd name="T44" fmla="*/ 55 w 66"/>
                  <a:gd name="T45" fmla="*/ 404 h 414"/>
                  <a:gd name="T46" fmla="*/ 50 w 66"/>
                  <a:gd name="T47" fmla="*/ 409 h 414"/>
                  <a:gd name="T48" fmla="*/ 43 w 66"/>
                  <a:gd name="T49" fmla="*/ 414 h 414"/>
                  <a:gd name="T50" fmla="*/ 34 w 66"/>
                  <a:gd name="T51" fmla="*/ 414 h 414"/>
                  <a:gd name="T52" fmla="*/ 34 w 66"/>
                  <a:gd name="T53" fmla="*/ 414 h 414"/>
                  <a:gd name="T54" fmla="*/ 25 w 66"/>
                  <a:gd name="T55" fmla="*/ 414 h 414"/>
                  <a:gd name="T56" fmla="*/ 18 w 66"/>
                  <a:gd name="T57" fmla="*/ 409 h 414"/>
                  <a:gd name="T58" fmla="*/ 11 w 66"/>
                  <a:gd name="T59" fmla="*/ 404 h 414"/>
                  <a:gd name="T60" fmla="*/ 7 w 66"/>
                  <a:gd name="T61" fmla="*/ 395 h 414"/>
                  <a:gd name="T62" fmla="*/ 4 w 66"/>
                  <a:gd name="T63" fmla="*/ 386 h 414"/>
                  <a:gd name="T64" fmla="*/ 2 w 66"/>
                  <a:gd name="T65" fmla="*/ 374 h 414"/>
                  <a:gd name="T66" fmla="*/ 0 w 66"/>
                  <a:gd name="T67" fmla="*/ 349 h 414"/>
                  <a:gd name="T68" fmla="*/ 0 w 66"/>
                  <a:gd name="T69" fmla="*/ 67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6" h="414">
                    <a:moveTo>
                      <a:pt x="0" y="67"/>
                    </a:moveTo>
                    <a:lnTo>
                      <a:pt x="0" y="67"/>
                    </a:lnTo>
                    <a:lnTo>
                      <a:pt x="2" y="41"/>
                    </a:lnTo>
                    <a:lnTo>
                      <a:pt x="4" y="30"/>
                    </a:lnTo>
                    <a:lnTo>
                      <a:pt x="7" y="19"/>
                    </a:lnTo>
                    <a:lnTo>
                      <a:pt x="11" y="12"/>
                    </a:lnTo>
                    <a:lnTo>
                      <a:pt x="18" y="5"/>
                    </a:lnTo>
                    <a:lnTo>
                      <a:pt x="25" y="1"/>
                    </a:lnTo>
                    <a:lnTo>
                      <a:pt x="34" y="0"/>
                    </a:lnTo>
                    <a:lnTo>
                      <a:pt x="34" y="0"/>
                    </a:lnTo>
                    <a:lnTo>
                      <a:pt x="43" y="1"/>
                    </a:lnTo>
                    <a:lnTo>
                      <a:pt x="50" y="5"/>
                    </a:lnTo>
                    <a:lnTo>
                      <a:pt x="55" y="12"/>
                    </a:lnTo>
                    <a:lnTo>
                      <a:pt x="59" y="19"/>
                    </a:lnTo>
                    <a:lnTo>
                      <a:pt x="62" y="30"/>
                    </a:lnTo>
                    <a:lnTo>
                      <a:pt x="64" y="41"/>
                    </a:lnTo>
                    <a:lnTo>
                      <a:pt x="66" y="67"/>
                    </a:lnTo>
                    <a:lnTo>
                      <a:pt x="66" y="349"/>
                    </a:lnTo>
                    <a:lnTo>
                      <a:pt x="66" y="349"/>
                    </a:lnTo>
                    <a:lnTo>
                      <a:pt x="64" y="374"/>
                    </a:lnTo>
                    <a:lnTo>
                      <a:pt x="62" y="386"/>
                    </a:lnTo>
                    <a:lnTo>
                      <a:pt x="59" y="395"/>
                    </a:lnTo>
                    <a:lnTo>
                      <a:pt x="55" y="404"/>
                    </a:lnTo>
                    <a:lnTo>
                      <a:pt x="50" y="409"/>
                    </a:lnTo>
                    <a:lnTo>
                      <a:pt x="43" y="414"/>
                    </a:lnTo>
                    <a:lnTo>
                      <a:pt x="34" y="414"/>
                    </a:lnTo>
                    <a:lnTo>
                      <a:pt x="34" y="414"/>
                    </a:lnTo>
                    <a:lnTo>
                      <a:pt x="25" y="414"/>
                    </a:lnTo>
                    <a:lnTo>
                      <a:pt x="18" y="409"/>
                    </a:lnTo>
                    <a:lnTo>
                      <a:pt x="11" y="404"/>
                    </a:lnTo>
                    <a:lnTo>
                      <a:pt x="7" y="395"/>
                    </a:lnTo>
                    <a:lnTo>
                      <a:pt x="4" y="386"/>
                    </a:lnTo>
                    <a:lnTo>
                      <a:pt x="2" y="374"/>
                    </a:lnTo>
                    <a:lnTo>
                      <a:pt x="0" y="349"/>
                    </a:lnTo>
                    <a:lnTo>
                      <a:pt x="0" y="67"/>
                    </a:lnTo>
                    <a:close/>
                  </a:path>
                </a:pathLst>
              </a:custGeom>
              <a:solidFill>
                <a:srgbClr val="4D4F5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sp>
            <p:nvSpPr>
              <p:cNvPr id="1207" name="Freeform 111">
                <a:extLst>
                  <a:ext uri="{FF2B5EF4-FFF2-40B4-BE49-F238E27FC236}">
                    <a16:creationId xmlns:a16="http://schemas.microsoft.com/office/drawing/2014/main" id="{782A9A47-60FD-D2FC-BA36-6C0E5EFDE3FD}"/>
                  </a:ext>
                </a:extLst>
              </p:cNvPr>
              <p:cNvSpPr>
                <a:spLocks/>
              </p:cNvSpPr>
              <p:nvPr/>
            </p:nvSpPr>
            <p:spPr bwMode="auto">
              <a:xfrm>
                <a:off x="4489451" y="1763714"/>
                <a:ext cx="350838" cy="333375"/>
              </a:xfrm>
              <a:custGeom>
                <a:avLst/>
                <a:gdLst>
                  <a:gd name="T0" fmla="*/ 158 w 441"/>
                  <a:gd name="T1" fmla="*/ 0 h 420"/>
                  <a:gd name="T2" fmla="*/ 144 w 441"/>
                  <a:gd name="T3" fmla="*/ 1 h 420"/>
                  <a:gd name="T4" fmla="*/ 115 w 441"/>
                  <a:gd name="T5" fmla="*/ 8 h 420"/>
                  <a:gd name="T6" fmla="*/ 103 w 441"/>
                  <a:gd name="T7" fmla="*/ 14 h 420"/>
                  <a:gd name="T8" fmla="*/ 73 w 441"/>
                  <a:gd name="T9" fmla="*/ 32 h 420"/>
                  <a:gd name="T10" fmla="*/ 46 w 441"/>
                  <a:gd name="T11" fmla="*/ 53 h 420"/>
                  <a:gd name="T12" fmla="*/ 26 w 441"/>
                  <a:gd name="T13" fmla="*/ 80 h 420"/>
                  <a:gd name="T14" fmla="*/ 12 w 441"/>
                  <a:gd name="T15" fmla="*/ 110 h 420"/>
                  <a:gd name="T16" fmla="*/ 3 w 441"/>
                  <a:gd name="T17" fmla="*/ 140 h 420"/>
                  <a:gd name="T18" fmla="*/ 0 w 441"/>
                  <a:gd name="T19" fmla="*/ 174 h 420"/>
                  <a:gd name="T20" fmla="*/ 5 w 441"/>
                  <a:gd name="T21" fmla="*/ 208 h 420"/>
                  <a:gd name="T22" fmla="*/ 16 w 441"/>
                  <a:gd name="T23" fmla="*/ 242 h 420"/>
                  <a:gd name="T24" fmla="*/ 23 w 441"/>
                  <a:gd name="T25" fmla="*/ 256 h 420"/>
                  <a:gd name="T26" fmla="*/ 42 w 441"/>
                  <a:gd name="T27" fmla="*/ 284 h 420"/>
                  <a:gd name="T28" fmla="*/ 55 w 441"/>
                  <a:gd name="T29" fmla="*/ 297 h 420"/>
                  <a:gd name="T30" fmla="*/ 71 w 441"/>
                  <a:gd name="T31" fmla="*/ 304 h 420"/>
                  <a:gd name="T32" fmla="*/ 89 w 441"/>
                  <a:gd name="T33" fmla="*/ 300 h 420"/>
                  <a:gd name="T34" fmla="*/ 94 w 441"/>
                  <a:gd name="T35" fmla="*/ 297 h 420"/>
                  <a:gd name="T36" fmla="*/ 101 w 441"/>
                  <a:gd name="T37" fmla="*/ 288 h 420"/>
                  <a:gd name="T38" fmla="*/ 105 w 441"/>
                  <a:gd name="T39" fmla="*/ 277 h 420"/>
                  <a:gd name="T40" fmla="*/ 103 w 441"/>
                  <a:gd name="T41" fmla="*/ 265 h 420"/>
                  <a:gd name="T42" fmla="*/ 101 w 441"/>
                  <a:gd name="T43" fmla="*/ 259 h 420"/>
                  <a:gd name="T44" fmla="*/ 96 w 441"/>
                  <a:gd name="T45" fmla="*/ 252 h 420"/>
                  <a:gd name="T46" fmla="*/ 80 w 441"/>
                  <a:gd name="T47" fmla="*/ 236 h 420"/>
                  <a:gd name="T48" fmla="*/ 69 w 441"/>
                  <a:gd name="T49" fmla="*/ 217 h 420"/>
                  <a:gd name="T50" fmla="*/ 65 w 441"/>
                  <a:gd name="T51" fmla="*/ 208 h 420"/>
                  <a:gd name="T52" fmla="*/ 62 w 441"/>
                  <a:gd name="T53" fmla="*/ 186 h 420"/>
                  <a:gd name="T54" fmla="*/ 65 w 441"/>
                  <a:gd name="T55" fmla="*/ 156 h 420"/>
                  <a:gd name="T56" fmla="*/ 81 w 441"/>
                  <a:gd name="T57" fmla="*/ 115 h 420"/>
                  <a:gd name="T58" fmla="*/ 108 w 441"/>
                  <a:gd name="T59" fmla="*/ 81 h 420"/>
                  <a:gd name="T60" fmla="*/ 97 w 441"/>
                  <a:gd name="T61" fmla="*/ 420 h 420"/>
                  <a:gd name="T62" fmla="*/ 316 w 441"/>
                  <a:gd name="T63" fmla="*/ 69 h 420"/>
                  <a:gd name="T64" fmla="*/ 332 w 441"/>
                  <a:gd name="T65" fmla="*/ 81 h 420"/>
                  <a:gd name="T66" fmla="*/ 361 w 441"/>
                  <a:gd name="T67" fmla="*/ 115 h 420"/>
                  <a:gd name="T68" fmla="*/ 377 w 441"/>
                  <a:gd name="T69" fmla="*/ 156 h 420"/>
                  <a:gd name="T70" fmla="*/ 379 w 441"/>
                  <a:gd name="T71" fmla="*/ 186 h 420"/>
                  <a:gd name="T72" fmla="*/ 375 w 441"/>
                  <a:gd name="T73" fmla="*/ 208 h 420"/>
                  <a:gd name="T74" fmla="*/ 372 w 441"/>
                  <a:gd name="T75" fmla="*/ 217 h 420"/>
                  <a:gd name="T76" fmla="*/ 361 w 441"/>
                  <a:gd name="T77" fmla="*/ 236 h 420"/>
                  <a:gd name="T78" fmla="*/ 347 w 441"/>
                  <a:gd name="T79" fmla="*/ 252 h 420"/>
                  <a:gd name="T80" fmla="*/ 341 w 441"/>
                  <a:gd name="T81" fmla="*/ 259 h 420"/>
                  <a:gd name="T82" fmla="*/ 338 w 441"/>
                  <a:gd name="T83" fmla="*/ 265 h 420"/>
                  <a:gd name="T84" fmla="*/ 338 w 441"/>
                  <a:gd name="T85" fmla="*/ 277 h 420"/>
                  <a:gd name="T86" fmla="*/ 341 w 441"/>
                  <a:gd name="T87" fmla="*/ 288 h 420"/>
                  <a:gd name="T88" fmla="*/ 348 w 441"/>
                  <a:gd name="T89" fmla="*/ 297 h 420"/>
                  <a:gd name="T90" fmla="*/ 352 w 441"/>
                  <a:gd name="T91" fmla="*/ 300 h 420"/>
                  <a:gd name="T92" fmla="*/ 372 w 441"/>
                  <a:gd name="T93" fmla="*/ 304 h 420"/>
                  <a:gd name="T94" fmla="*/ 388 w 441"/>
                  <a:gd name="T95" fmla="*/ 297 h 420"/>
                  <a:gd name="T96" fmla="*/ 398 w 441"/>
                  <a:gd name="T97" fmla="*/ 284 h 420"/>
                  <a:gd name="T98" fmla="*/ 418 w 441"/>
                  <a:gd name="T99" fmla="*/ 256 h 420"/>
                  <a:gd name="T100" fmla="*/ 427 w 441"/>
                  <a:gd name="T101" fmla="*/ 242 h 420"/>
                  <a:gd name="T102" fmla="*/ 437 w 441"/>
                  <a:gd name="T103" fmla="*/ 208 h 420"/>
                  <a:gd name="T104" fmla="*/ 441 w 441"/>
                  <a:gd name="T105" fmla="*/ 174 h 420"/>
                  <a:gd name="T106" fmla="*/ 439 w 441"/>
                  <a:gd name="T107" fmla="*/ 140 h 420"/>
                  <a:gd name="T108" fmla="*/ 430 w 441"/>
                  <a:gd name="T109" fmla="*/ 110 h 420"/>
                  <a:gd name="T110" fmla="*/ 414 w 441"/>
                  <a:gd name="T111" fmla="*/ 80 h 420"/>
                  <a:gd name="T112" fmla="*/ 395 w 441"/>
                  <a:gd name="T113" fmla="*/ 53 h 420"/>
                  <a:gd name="T114" fmla="*/ 370 w 441"/>
                  <a:gd name="T115" fmla="*/ 32 h 420"/>
                  <a:gd name="T116" fmla="*/ 340 w 441"/>
                  <a:gd name="T117" fmla="*/ 14 h 420"/>
                  <a:gd name="T118" fmla="*/ 325 w 441"/>
                  <a:gd name="T119" fmla="*/ 8 h 420"/>
                  <a:gd name="T120" fmla="*/ 297 w 441"/>
                  <a:gd name="T121" fmla="*/ 1 h 420"/>
                  <a:gd name="T122" fmla="*/ 284 w 441"/>
                  <a:gd name="T123" fmla="*/ 0 h 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41" h="420">
                    <a:moveTo>
                      <a:pt x="284" y="0"/>
                    </a:moveTo>
                    <a:lnTo>
                      <a:pt x="158" y="0"/>
                    </a:lnTo>
                    <a:lnTo>
                      <a:pt x="158" y="0"/>
                    </a:lnTo>
                    <a:lnTo>
                      <a:pt x="144" y="1"/>
                    </a:lnTo>
                    <a:lnTo>
                      <a:pt x="130" y="5"/>
                    </a:lnTo>
                    <a:lnTo>
                      <a:pt x="115" y="8"/>
                    </a:lnTo>
                    <a:lnTo>
                      <a:pt x="103" y="14"/>
                    </a:lnTo>
                    <a:lnTo>
                      <a:pt x="103" y="14"/>
                    </a:lnTo>
                    <a:lnTo>
                      <a:pt x="87" y="21"/>
                    </a:lnTo>
                    <a:lnTo>
                      <a:pt x="73" y="32"/>
                    </a:lnTo>
                    <a:lnTo>
                      <a:pt x="58" y="42"/>
                    </a:lnTo>
                    <a:lnTo>
                      <a:pt x="46" y="53"/>
                    </a:lnTo>
                    <a:lnTo>
                      <a:pt x="35" y="65"/>
                    </a:lnTo>
                    <a:lnTo>
                      <a:pt x="26" y="80"/>
                    </a:lnTo>
                    <a:lnTo>
                      <a:pt x="19" y="94"/>
                    </a:lnTo>
                    <a:lnTo>
                      <a:pt x="12" y="110"/>
                    </a:lnTo>
                    <a:lnTo>
                      <a:pt x="7" y="124"/>
                    </a:lnTo>
                    <a:lnTo>
                      <a:pt x="3" y="140"/>
                    </a:lnTo>
                    <a:lnTo>
                      <a:pt x="1" y="158"/>
                    </a:lnTo>
                    <a:lnTo>
                      <a:pt x="0" y="174"/>
                    </a:lnTo>
                    <a:lnTo>
                      <a:pt x="1" y="192"/>
                    </a:lnTo>
                    <a:lnTo>
                      <a:pt x="5" y="208"/>
                    </a:lnTo>
                    <a:lnTo>
                      <a:pt x="8" y="224"/>
                    </a:lnTo>
                    <a:lnTo>
                      <a:pt x="16" y="242"/>
                    </a:lnTo>
                    <a:lnTo>
                      <a:pt x="16" y="242"/>
                    </a:lnTo>
                    <a:lnTo>
                      <a:pt x="23" y="256"/>
                    </a:lnTo>
                    <a:lnTo>
                      <a:pt x="32" y="270"/>
                    </a:lnTo>
                    <a:lnTo>
                      <a:pt x="42" y="284"/>
                    </a:lnTo>
                    <a:lnTo>
                      <a:pt x="55" y="297"/>
                    </a:lnTo>
                    <a:lnTo>
                      <a:pt x="55" y="297"/>
                    </a:lnTo>
                    <a:lnTo>
                      <a:pt x="62" y="302"/>
                    </a:lnTo>
                    <a:lnTo>
                      <a:pt x="71" y="304"/>
                    </a:lnTo>
                    <a:lnTo>
                      <a:pt x="80" y="304"/>
                    </a:lnTo>
                    <a:lnTo>
                      <a:pt x="89" y="300"/>
                    </a:lnTo>
                    <a:lnTo>
                      <a:pt x="89" y="300"/>
                    </a:lnTo>
                    <a:lnTo>
                      <a:pt x="94" y="297"/>
                    </a:lnTo>
                    <a:lnTo>
                      <a:pt x="97" y="293"/>
                    </a:lnTo>
                    <a:lnTo>
                      <a:pt x="101" y="288"/>
                    </a:lnTo>
                    <a:lnTo>
                      <a:pt x="103" y="283"/>
                    </a:lnTo>
                    <a:lnTo>
                      <a:pt x="105" y="277"/>
                    </a:lnTo>
                    <a:lnTo>
                      <a:pt x="105" y="272"/>
                    </a:lnTo>
                    <a:lnTo>
                      <a:pt x="103" y="265"/>
                    </a:lnTo>
                    <a:lnTo>
                      <a:pt x="101" y="259"/>
                    </a:lnTo>
                    <a:lnTo>
                      <a:pt x="101" y="259"/>
                    </a:lnTo>
                    <a:lnTo>
                      <a:pt x="96" y="252"/>
                    </a:lnTo>
                    <a:lnTo>
                      <a:pt x="96" y="252"/>
                    </a:lnTo>
                    <a:lnTo>
                      <a:pt x="87" y="245"/>
                    </a:lnTo>
                    <a:lnTo>
                      <a:pt x="80" y="236"/>
                    </a:lnTo>
                    <a:lnTo>
                      <a:pt x="74" y="227"/>
                    </a:lnTo>
                    <a:lnTo>
                      <a:pt x="69" y="217"/>
                    </a:lnTo>
                    <a:lnTo>
                      <a:pt x="69" y="217"/>
                    </a:lnTo>
                    <a:lnTo>
                      <a:pt x="65" y="208"/>
                    </a:lnTo>
                    <a:lnTo>
                      <a:pt x="64" y="197"/>
                    </a:lnTo>
                    <a:lnTo>
                      <a:pt x="62" y="186"/>
                    </a:lnTo>
                    <a:lnTo>
                      <a:pt x="62" y="176"/>
                    </a:lnTo>
                    <a:lnTo>
                      <a:pt x="65" y="156"/>
                    </a:lnTo>
                    <a:lnTo>
                      <a:pt x="71" y="135"/>
                    </a:lnTo>
                    <a:lnTo>
                      <a:pt x="81" y="115"/>
                    </a:lnTo>
                    <a:lnTo>
                      <a:pt x="94" y="97"/>
                    </a:lnTo>
                    <a:lnTo>
                      <a:pt x="108" y="81"/>
                    </a:lnTo>
                    <a:lnTo>
                      <a:pt x="126" y="69"/>
                    </a:lnTo>
                    <a:lnTo>
                      <a:pt x="97" y="420"/>
                    </a:lnTo>
                    <a:lnTo>
                      <a:pt x="345" y="420"/>
                    </a:lnTo>
                    <a:lnTo>
                      <a:pt x="316" y="69"/>
                    </a:lnTo>
                    <a:lnTo>
                      <a:pt x="316" y="69"/>
                    </a:lnTo>
                    <a:lnTo>
                      <a:pt x="332" y="81"/>
                    </a:lnTo>
                    <a:lnTo>
                      <a:pt x="348" y="97"/>
                    </a:lnTo>
                    <a:lnTo>
                      <a:pt x="361" y="115"/>
                    </a:lnTo>
                    <a:lnTo>
                      <a:pt x="370" y="135"/>
                    </a:lnTo>
                    <a:lnTo>
                      <a:pt x="377" y="156"/>
                    </a:lnTo>
                    <a:lnTo>
                      <a:pt x="381" y="176"/>
                    </a:lnTo>
                    <a:lnTo>
                      <a:pt x="379" y="186"/>
                    </a:lnTo>
                    <a:lnTo>
                      <a:pt x="379" y="197"/>
                    </a:lnTo>
                    <a:lnTo>
                      <a:pt x="375" y="208"/>
                    </a:lnTo>
                    <a:lnTo>
                      <a:pt x="372" y="217"/>
                    </a:lnTo>
                    <a:lnTo>
                      <a:pt x="372" y="217"/>
                    </a:lnTo>
                    <a:lnTo>
                      <a:pt x="366" y="227"/>
                    </a:lnTo>
                    <a:lnTo>
                      <a:pt x="361" y="236"/>
                    </a:lnTo>
                    <a:lnTo>
                      <a:pt x="354" y="245"/>
                    </a:lnTo>
                    <a:lnTo>
                      <a:pt x="347" y="252"/>
                    </a:lnTo>
                    <a:lnTo>
                      <a:pt x="347" y="252"/>
                    </a:lnTo>
                    <a:lnTo>
                      <a:pt x="341" y="259"/>
                    </a:lnTo>
                    <a:lnTo>
                      <a:pt x="341" y="259"/>
                    </a:lnTo>
                    <a:lnTo>
                      <a:pt x="338" y="265"/>
                    </a:lnTo>
                    <a:lnTo>
                      <a:pt x="338" y="272"/>
                    </a:lnTo>
                    <a:lnTo>
                      <a:pt x="338" y="277"/>
                    </a:lnTo>
                    <a:lnTo>
                      <a:pt x="338" y="283"/>
                    </a:lnTo>
                    <a:lnTo>
                      <a:pt x="341" y="288"/>
                    </a:lnTo>
                    <a:lnTo>
                      <a:pt x="343" y="293"/>
                    </a:lnTo>
                    <a:lnTo>
                      <a:pt x="348" y="297"/>
                    </a:lnTo>
                    <a:lnTo>
                      <a:pt x="352" y="300"/>
                    </a:lnTo>
                    <a:lnTo>
                      <a:pt x="352" y="300"/>
                    </a:lnTo>
                    <a:lnTo>
                      <a:pt x="361" y="304"/>
                    </a:lnTo>
                    <a:lnTo>
                      <a:pt x="372" y="304"/>
                    </a:lnTo>
                    <a:lnTo>
                      <a:pt x="381" y="302"/>
                    </a:lnTo>
                    <a:lnTo>
                      <a:pt x="388" y="297"/>
                    </a:lnTo>
                    <a:lnTo>
                      <a:pt x="388" y="297"/>
                    </a:lnTo>
                    <a:lnTo>
                      <a:pt x="398" y="284"/>
                    </a:lnTo>
                    <a:lnTo>
                      <a:pt x="409" y="270"/>
                    </a:lnTo>
                    <a:lnTo>
                      <a:pt x="418" y="256"/>
                    </a:lnTo>
                    <a:lnTo>
                      <a:pt x="427" y="242"/>
                    </a:lnTo>
                    <a:lnTo>
                      <a:pt x="427" y="242"/>
                    </a:lnTo>
                    <a:lnTo>
                      <a:pt x="432" y="224"/>
                    </a:lnTo>
                    <a:lnTo>
                      <a:pt x="437" y="208"/>
                    </a:lnTo>
                    <a:lnTo>
                      <a:pt x="439" y="192"/>
                    </a:lnTo>
                    <a:lnTo>
                      <a:pt x="441" y="174"/>
                    </a:lnTo>
                    <a:lnTo>
                      <a:pt x="441" y="158"/>
                    </a:lnTo>
                    <a:lnTo>
                      <a:pt x="439" y="140"/>
                    </a:lnTo>
                    <a:lnTo>
                      <a:pt x="436" y="124"/>
                    </a:lnTo>
                    <a:lnTo>
                      <a:pt x="430" y="110"/>
                    </a:lnTo>
                    <a:lnTo>
                      <a:pt x="423" y="94"/>
                    </a:lnTo>
                    <a:lnTo>
                      <a:pt x="414" y="80"/>
                    </a:lnTo>
                    <a:lnTo>
                      <a:pt x="405" y="65"/>
                    </a:lnTo>
                    <a:lnTo>
                      <a:pt x="395" y="53"/>
                    </a:lnTo>
                    <a:lnTo>
                      <a:pt x="382" y="42"/>
                    </a:lnTo>
                    <a:lnTo>
                      <a:pt x="370" y="32"/>
                    </a:lnTo>
                    <a:lnTo>
                      <a:pt x="356" y="21"/>
                    </a:lnTo>
                    <a:lnTo>
                      <a:pt x="340" y="14"/>
                    </a:lnTo>
                    <a:lnTo>
                      <a:pt x="340" y="14"/>
                    </a:lnTo>
                    <a:lnTo>
                      <a:pt x="325" y="8"/>
                    </a:lnTo>
                    <a:lnTo>
                      <a:pt x="311" y="5"/>
                    </a:lnTo>
                    <a:lnTo>
                      <a:pt x="297" y="1"/>
                    </a:lnTo>
                    <a:lnTo>
                      <a:pt x="284" y="0"/>
                    </a:lnTo>
                    <a:lnTo>
                      <a:pt x="284" y="0"/>
                    </a:lnTo>
                    <a:close/>
                  </a:path>
                </a:pathLst>
              </a:custGeom>
              <a:solidFill>
                <a:srgbClr val="4D4F5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sp>
            <p:nvSpPr>
              <p:cNvPr id="1208" name="Freeform 112">
                <a:extLst>
                  <a:ext uri="{FF2B5EF4-FFF2-40B4-BE49-F238E27FC236}">
                    <a16:creationId xmlns:a16="http://schemas.microsoft.com/office/drawing/2014/main" id="{A4B3C189-D2A9-0FC2-CE11-65FA4AF458DD}"/>
                  </a:ext>
                </a:extLst>
              </p:cNvPr>
              <p:cNvSpPr>
                <a:spLocks/>
              </p:cNvSpPr>
              <p:nvPr/>
            </p:nvSpPr>
            <p:spPr bwMode="auto">
              <a:xfrm>
                <a:off x="4606926" y="1747839"/>
                <a:ext cx="57150" cy="122238"/>
              </a:xfrm>
              <a:custGeom>
                <a:avLst/>
                <a:gdLst>
                  <a:gd name="T0" fmla="*/ 43 w 73"/>
                  <a:gd name="T1" fmla="*/ 0 h 153"/>
                  <a:gd name="T2" fmla="*/ 0 w 73"/>
                  <a:gd name="T3" fmla="*/ 41 h 153"/>
                  <a:gd name="T4" fmla="*/ 73 w 73"/>
                  <a:gd name="T5" fmla="*/ 153 h 153"/>
                  <a:gd name="T6" fmla="*/ 43 w 73"/>
                  <a:gd name="T7" fmla="*/ 0 h 153"/>
                </a:gdLst>
                <a:ahLst/>
                <a:cxnLst>
                  <a:cxn ang="0">
                    <a:pos x="T0" y="T1"/>
                  </a:cxn>
                  <a:cxn ang="0">
                    <a:pos x="T2" y="T3"/>
                  </a:cxn>
                  <a:cxn ang="0">
                    <a:pos x="T4" y="T5"/>
                  </a:cxn>
                  <a:cxn ang="0">
                    <a:pos x="T6" y="T7"/>
                  </a:cxn>
                </a:cxnLst>
                <a:rect l="0" t="0" r="r" b="b"/>
                <a:pathLst>
                  <a:path w="73" h="153">
                    <a:moveTo>
                      <a:pt x="43" y="0"/>
                    </a:moveTo>
                    <a:lnTo>
                      <a:pt x="0" y="41"/>
                    </a:lnTo>
                    <a:lnTo>
                      <a:pt x="73" y="153"/>
                    </a:lnTo>
                    <a:lnTo>
                      <a:pt x="43"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sp>
            <p:nvSpPr>
              <p:cNvPr id="1209" name="Freeform 113">
                <a:extLst>
                  <a:ext uri="{FF2B5EF4-FFF2-40B4-BE49-F238E27FC236}">
                    <a16:creationId xmlns:a16="http://schemas.microsoft.com/office/drawing/2014/main" id="{09D7081F-F5A9-49BF-0337-751DFAECB02D}"/>
                  </a:ext>
                </a:extLst>
              </p:cNvPr>
              <p:cNvSpPr>
                <a:spLocks/>
              </p:cNvSpPr>
              <p:nvPr/>
            </p:nvSpPr>
            <p:spPr bwMode="auto">
              <a:xfrm>
                <a:off x="4664076" y="1747839"/>
                <a:ext cx="60325" cy="122238"/>
              </a:xfrm>
              <a:custGeom>
                <a:avLst/>
                <a:gdLst>
                  <a:gd name="T0" fmla="*/ 32 w 75"/>
                  <a:gd name="T1" fmla="*/ 0 h 153"/>
                  <a:gd name="T2" fmla="*/ 75 w 75"/>
                  <a:gd name="T3" fmla="*/ 41 h 153"/>
                  <a:gd name="T4" fmla="*/ 0 w 75"/>
                  <a:gd name="T5" fmla="*/ 153 h 153"/>
                  <a:gd name="T6" fmla="*/ 32 w 75"/>
                  <a:gd name="T7" fmla="*/ 0 h 153"/>
                </a:gdLst>
                <a:ahLst/>
                <a:cxnLst>
                  <a:cxn ang="0">
                    <a:pos x="T0" y="T1"/>
                  </a:cxn>
                  <a:cxn ang="0">
                    <a:pos x="T2" y="T3"/>
                  </a:cxn>
                  <a:cxn ang="0">
                    <a:pos x="T4" y="T5"/>
                  </a:cxn>
                  <a:cxn ang="0">
                    <a:pos x="T6" y="T7"/>
                  </a:cxn>
                </a:cxnLst>
                <a:rect l="0" t="0" r="r" b="b"/>
                <a:pathLst>
                  <a:path w="75" h="153">
                    <a:moveTo>
                      <a:pt x="32" y="0"/>
                    </a:moveTo>
                    <a:lnTo>
                      <a:pt x="75" y="41"/>
                    </a:lnTo>
                    <a:lnTo>
                      <a:pt x="0" y="153"/>
                    </a:lnTo>
                    <a:lnTo>
                      <a:pt x="32"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sp>
            <p:nvSpPr>
              <p:cNvPr id="1210" name="Freeform 114">
                <a:extLst>
                  <a:ext uri="{FF2B5EF4-FFF2-40B4-BE49-F238E27FC236}">
                    <a16:creationId xmlns:a16="http://schemas.microsoft.com/office/drawing/2014/main" id="{DFF0781A-2381-80BE-B865-B3C4B882B7BB}"/>
                  </a:ext>
                </a:extLst>
              </p:cNvPr>
              <p:cNvSpPr>
                <a:spLocks/>
              </p:cNvSpPr>
              <p:nvPr/>
            </p:nvSpPr>
            <p:spPr bwMode="auto">
              <a:xfrm>
                <a:off x="4806951" y="1747839"/>
                <a:ext cx="277813" cy="198438"/>
              </a:xfrm>
              <a:custGeom>
                <a:avLst/>
                <a:gdLst>
                  <a:gd name="T0" fmla="*/ 0 w 351"/>
                  <a:gd name="T1" fmla="*/ 11 h 251"/>
                  <a:gd name="T2" fmla="*/ 0 w 351"/>
                  <a:gd name="T3" fmla="*/ 11 h 251"/>
                  <a:gd name="T4" fmla="*/ 0 w 351"/>
                  <a:gd name="T5" fmla="*/ 5 h 251"/>
                  <a:gd name="T6" fmla="*/ 2 w 351"/>
                  <a:gd name="T7" fmla="*/ 4 h 251"/>
                  <a:gd name="T8" fmla="*/ 5 w 351"/>
                  <a:gd name="T9" fmla="*/ 0 h 251"/>
                  <a:gd name="T10" fmla="*/ 9 w 351"/>
                  <a:gd name="T11" fmla="*/ 0 h 251"/>
                  <a:gd name="T12" fmla="*/ 340 w 351"/>
                  <a:gd name="T13" fmla="*/ 0 h 251"/>
                  <a:gd name="T14" fmla="*/ 340 w 351"/>
                  <a:gd name="T15" fmla="*/ 0 h 251"/>
                  <a:gd name="T16" fmla="*/ 344 w 351"/>
                  <a:gd name="T17" fmla="*/ 0 h 251"/>
                  <a:gd name="T18" fmla="*/ 347 w 351"/>
                  <a:gd name="T19" fmla="*/ 4 h 251"/>
                  <a:gd name="T20" fmla="*/ 349 w 351"/>
                  <a:gd name="T21" fmla="*/ 5 h 251"/>
                  <a:gd name="T22" fmla="*/ 351 w 351"/>
                  <a:gd name="T23" fmla="*/ 11 h 251"/>
                  <a:gd name="T24" fmla="*/ 351 w 351"/>
                  <a:gd name="T25" fmla="*/ 242 h 251"/>
                  <a:gd name="T26" fmla="*/ 351 w 351"/>
                  <a:gd name="T27" fmla="*/ 242 h 251"/>
                  <a:gd name="T28" fmla="*/ 349 w 351"/>
                  <a:gd name="T29" fmla="*/ 246 h 251"/>
                  <a:gd name="T30" fmla="*/ 347 w 351"/>
                  <a:gd name="T31" fmla="*/ 249 h 251"/>
                  <a:gd name="T32" fmla="*/ 344 w 351"/>
                  <a:gd name="T33" fmla="*/ 251 h 251"/>
                  <a:gd name="T34" fmla="*/ 340 w 351"/>
                  <a:gd name="T35" fmla="*/ 251 h 251"/>
                  <a:gd name="T36" fmla="*/ 9 w 351"/>
                  <a:gd name="T37" fmla="*/ 251 h 251"/>
                  <a:gd name="T38" fmla="*/ 9 w 351"/>
                  <a:gd name="T39" fmla="*/ 251 h 251"/>
                  <a:gd name="T40" fmla="*/ 5 w 351"/>
                  <a:gd name="T41" fmla="*/ 251 h 251"/>
                  <a:gd name="T42" fmla="*/ 2 w 351"/>
                  <a:gd name="T43" fmla="*/ 249 h 251"/>
                  <a:gd name="T44" fmla="*/ 0 w 351"/>
                  <a:gd name="T45" fmla="*/ 246 h 251"/>
                  <a:gd name="T46" fmla="*/ 0 w 351"/>
                  <a:gd name="T47" fmla="*/ 242 h 251"/>
                  <a:gd name="T48" fmla="*/ 0 w 351"/>
                  <a:gd name="T49" fmla="*/ 11 h 251"/>
                  <a:gd name="T50" fmla="*/ 0 w 351"/>
                  <a:gd name="T51" fmla="*/ 11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1" h="251">
                    <a:moveTo>
                      <a:pt x="0" y="11"/>
                    </a:moveTo>
                    <a:lnTo>
                      <a:pt x="0" y="11"/>
                    </a:lnTo>
                    <a:lnTo>
                      <a:pt x="0" y="5"/>
                    </a:lnTo>
                    <a:lnTo>
                      <a:pt x="2" y="4"/>
                    </a:lnTo>
                    <a:lnTo>
                      <a:pt x="5" y="0"/>
                    </a:lnTo>
                    <a:lnTo>
                      <a:pt x="9" y="0"/>
                    </a:lnTo>
                    <a:lnTo>
                      <a:pt x="340" y="0"/>
                    </a:lnTo>
                    <a:lnTo>
                      <a:pt x="340" y="0"/>
                    </a:lnTo>
                    <a:lnTo>
                      <a:pt x="344" y="0"/>
                    </a:lnTo>
                    <a:lnTo>
                      <a:pt x="347" y="4"/>
                    </a:lnTo>
                    <a:lnTo>
                      <a:pt x="349" y="5"/>
                    </a:lnTo>
                    <a:lnTo>
                      <a:pt x="351" y="11"/>
                    </a:lnTo>
                    <a:lnTo>
                      <a:pt x="351" y="242"/>
                    </a:lnTo>
                    <a:lnTo>
                      <a:pt x="351" y="242"/>
                    </a:lnTo>
                    <a:lnTo>
                      <a:pt x="349" y="246"/>
                    </a:lnTo>
                    <a:lnTo>
                      <a:pt x="347" y="249"/>
                    </a:lnTo>
                    <a:lnTo>
                      <a:pt x="344" y="251"/>
                    </a:lnTo>
                    <a:lnTo>
                      <a:pt x="340" y="251"/>
                    </a:lnTo>
                    <a:lnTo>
                      <a:pt x="9" y="251"/>
                    </a:lnTo>
                    <a:lnTo>
                      <a:pt x="9" y="251"/>
                    </a:lnTo>
                    <a:lnTo>
                      <a:pt x="5" y="251"/>
                    </a:lnTo>
                    <a:lnTo>
                      <a:pt x="2" y="249"/>
                    </a:lnTo>
                    <a:lnTo>
                      <a:pt x="0" y="246"/>
                    </a:lnTo>
                    <a:lnTo>
                      <a:pt x="0" y="242"/>
                    </a:lnTo>
                    <a:lnTo>
                      <a:pt x="0" y="11"/>
                    </a:lnTo>
                    <a:lnTo>
                      <a:pt x="0" y="11"/>
                    </a:lnTo>
                    <a:close/>
                  </a:path>
                </a:pathLst>
              </a:custGeom>
              <a:noFill/>
              <a:ln w="22225">
                <a:solidFill>
                  <a:srgbClr val="4D4F53"/>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84406" tIns="42203" rIns="84406" bIns="42203" numCol="1" anchor="t" anchorCtr="0" compatLnSpc="1">
                <a:prstTxWarp prst="textNoShape">
                  <a:avLst/>
                </a:prstTxWarp>
              </a:bodyPr>
              <a:lstStyle/>
              <a:p>
                <a:endParaRPr lang="en-US" sz="1662" noProof="1"/>
              </a:p>
            </p:txBody>
          </p:sp>
          <p:sp>
            <p:nvSpPr>
              <p:cNvPr id="1211" name="Freeform 115">
                <a:extLst>
                  <a:ext uri="{FF2B5EF4-FFF2-40B4-BE49-F238E27FC236}">
                    <a16:creationId xmlns:a16="http://schemas.microsoft.com/office/drawing/2014/main" id="{75BC8E84-8DE6-40E9-F1A1-0E6CE4BFFB93}"/>
                  </a:ext>
                </a:extLst>
              </p:cNvPr>
              <p:cNvSpPr>
                <a:spLocks/>
              </p:cNvSpPr>
              <p:nvPr/>
            </p:nvSpPr>
            <p:spPr bwMode="auto">
              <a:xfrm>
                <a:off x="4876801" y="1982789"/>
                <a:ext cx="138113" cy="30163"/>
              </a:xfrm>
              <a:custGeom>
                <a:avLst/>
                <a:gdLst>
                  <a:gd name="T0" fmla="*/ 0 w 175"/>
                  <a:gd name="T1" fmla="*/ 9 h 38"/>
                  <a:gd name="T2" fmla="*/ 0 w 175"/>
                  <a:gd name="T3" fmla="*/ 9 h 38"/>
                  <a:gd name="T4" fmla="*/ 2 w 175"/>
                  <a:gd name="T5" fmla="*/ 6 h 38"/>
                  <a:gd name="T6" fmla="*/ 4 w 175"/>
                  <a:gd name="T7" fmla="*/ 2 h 38"/>
                  <a:gd name="T8" fmla="*/ 7 w 175"/>
                  <a:gd name="T9" fmla="*/ 0 h 38"/>
                  <a:gd name="T10" fmla="*/ 11 w 175"/>
                  <a:gd name="T11" fmla="*/ 0 h 38"/>
                  <a:gd name="T12" fmla="*/ 164 w 175"/>
                  <a:gd name="T13" fmla="*/ 0 h 38"/>
                  <a:gd name="T14" fmla="*/ 164 w 175"/>
                  <a:gd name="T15" fmla="*/ 0 h 38"/>
                  <a:gd name="T16" fmla="*/ 168 w 175"/>
                  <a:gd name="T17" fmla="*/ 0 h 38"/>
                  <a:gd name="T18" fmla="*/ 171 w 175"/>
                  <a:gd name="T19" fmla="*/ 2 h 38"/>
                  <a:gd name="T20" fmla="*/ 173 w 175"/>
                  <a:gd name="T21" fmla="*/ 6 h 38"/>
                  <a:gd name="T22" fmla="*/ 175 w 175"/>
                  <a:gd name="T23" fmla="*/ 9 h 38"/>
                  <a:gd name="T24" fmla="*/ 175 w 175"/>
                  <a:gd name="T25" fmla="*/ 29 h 38"/>
                  <a:gd name="T26" fmla="*/ 175 w 175"/>
                  <a:gd name="T27" fmla="*/ 29 h 38"/>
                  <a:gd name="T28" fmla="*/ 173 w 175"/>
                  <a:gd name="T29" fmla="*/ 32 h 38"/>
                  <a:gd name="T30" fmla="*/ 171 w 175"/>
                  <a:gd name="T31" fmla="*/ 36 h 38"/>
                  <a:gd name="T32" fmla="*/ 168 w 175"/>
                  <a:gd name="T33" fmla="*/ 38 h 38"/>
                  <a:gd name="T34" fmla="*/ 164 w 175"/>
                  <a:gd name="T35" fmla="*/ 38 h 38"/>
                  <a:gd name="T36" fmla="*/ 11 w 175"/>
                  <a:gd name="T37" fmla="*/ 38 h 38"/>
                  <a:gd name="T38" fmla="*/ 11 w 175"/>
                  <a:gd name="T39" fmla="*/ 38 h 38"/>
                  <a:gd name="T40" fmla="*/ 7 w 175"/>
                  <a:gd name="T41" fmla="*/ 38 h 38"/>
                  <a:gd name="T42" fmla="*/ 4 w 175"/>
                  <a:gd name="T43" fmla="*/ 36 h 38"/>
                  <a:gd name="T44" fmla="*/ 2 w 175"/>
                  <a:gd name="T45" fmla="*/ 32 h 38"/>
                  <a:gd name="T46" fmla="*/ 0 w 175"/>
                  <a:gd name="T47" fmla="*/ 29 h 38"/>
                  <a:gd name="T48" fmla="*/ 0 w 175"/>
                  <a:gd name="T49" fmla="*/ 9 h 38"/>
                  <a:gd name="T50" fmla="*/ 0 w 175"/>
                  <a:gd name="T51"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75" h="38">
                    <a:moveTo>
                      <a:pt x="0" y="9"/>
                    </a:moveTo>
                    <a:lnTo>
                      <a:pt x="0" y="9"/>
                    </a:lnTo>
                    <a:lnTo>
                      <a:pt x="2" y="6"/>
                    </a:lnTo>
                    <a:lnTo>
                      <a:pt x="4" y="2"/>
                    </a:lnTo>
                    <a:lnTo>
                      <a:pt x="7" y="0"/>
                    </a:lnTo>
                    <a:lnTo>
                      <a:pt x="11" y="0"/>
                    </a:lnTo>
                    <a:lnTo>
                      <a:pt x="164" y="0"/>
                    </a:lnTo>
                    <a:lnTo>
                      <a:pt x="164" y="0"/>
                    </a:lnTo>
                    <a:lnTo>
                      <a:pt x="168" y="0"/>
                    </a:lnTo>
                    <a:lnTo>
                      <a:pt x="171" y="2"/>
                    </a:lnTo>
                    <a:lnTo>
                      <a:pt x="173" y="6"/>
                    </a:lnTo>
                    <a:lnTo>
                      <a:pt x="175" y="9"/>
                    </a:lnTo>
                    <a:lnTo>
                      <a:pt x="175" y="29"/>
                    </a:lnTo>
                    <a:lnTo>
                      <a:pt x="175" y="29"/>
                    </a:lnTo>
                    <a:lnTo>
                      <a:pt x="173" y="32"/>
                    </a:lnTo>
                    <a:lnTo>
                      <a:pt x="171" y="36"/>
                    </a:lnTo>
                    <a:lnTo>
                      <a:pt x="168" y="38"/>
                    </a:lnTo>
                    <a:lnTo>
                      <a:pt x="164" y="38"/>
                    </a:lnTo>
                    <a:lnTo>
                      <a:pt x="11" y="38"/>
                    </a:lnTo>
                    <a:lnTo>
                      <a:pt x="11" y="38"/>
                    </a:lnTo>
                    <a:lnTo>
                      <a:pt x="7" y="38"/>
                    </a:lnTo>
                    <a:lnTo>
                      <a:pt x="4" y="36"/>
                    </a:lnTo>
                    <a:lnTo>
                      <a:pt x="2" y="32"/>
                    </a:lnTo>
                    <a:lnTo>
                      <a:pt x="0" y="29"/>
                    </a:lnTo>
                    <a:lnTo>
                      <a:pt x="0" y="9"/>
                    </a:lnTo>
                    <a:lnTo>
                      <a:pt x="0" y="9"/>
                    </a:lnTo>
                    <a:close/>
                  </a:path>
                </a:pathLst>
              </a:custGeom>
              <a:solidFill>
                <a:srgbClr val="4D4F5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sp>
            <p:nvSpPr>
              <p:cNvPr id="1212" name="Freeform 116">
                <a:extLst>
                  <a:ext uri="{FF2B5EF4-FFF2-40B4-BE49-F238E27FC236}">
                    <a16:creationId xmlns:a16="http://schemas.microsoft.com/office/drawing/2014/main" id="{4F08E4DD-0BD9-2881-1CB9-40800DF0ECCB}"/>
                  </a:ext>
                </a:extLst>
              </p:cNvPr>
              <p:cNvSpPr>
                <a:spLocks/>
              </p:cNvSpPr>
              <p:nvPr/>
            </p:nvSpPr>
            <p:spPr bwMode="auto">
              <a:xfrm>
                <a:off x="4924426" y="1944689"/>
                <a:ext cx="42863" cy="44450"/>
              </a:xfrm>
              <a:custGeom>
                <a:avLst/>
                <a:gdLst>
                  <a:gd name="T0" fmla="*/ 0 w 53"/>
                  <a:gd name="T1" fmla="*/ 11 h 56"/>
                  <a:gd name="T2" fmla="*/ 0 w 53"/>
                  <a:gd name="T3" fmla="*/ 11 h 56"/>
                  <a:gd name="T4" fmla="*/ 0 w 53"/>
                  <a:gd name="T5" fmla="*/ 7 h 56"/>
                  <a:gd name="T6" fmla="*/ 2 w 53"/>
                  <a:gd name="T7" fmla="*/ 4 h 56"/>
                  <a:gd name="T8" fmla="*/ 5 w 53"/>
                  <a:gd name="T9" fmla="*/ 2 h 56"/>
                  <a:gd name="T10" fmla="*/ 9 w 53"/>
                  <a:gd name="T11" fmla="*/ 0 h 56"/>
                  <a:gd name="T12" fmla="*/ 44 w 53"/>
                  <a:gd name="T13" fmla="*/ 0 h 56"/>
                  <a:gd name="T14" fmla="*/ 44 w 53"/>
                  <a:gd name="T15" fmla="*/ 0 h 56"/>
                  <a:gd name="T16" fmla="*/ 48 w 53"/>
                  <a:gd name="T17" fmla="*/ 2 h 56"/>
                  <a:gd name="T18" fmla="*/ 51 w 53"/>
                  <a:gd name="T19" fmla="*/ 4 h 56"/>
                  <a:gd name="T20" fmla="*/ 53 w 53"/>
                  <a:gd name="T21" fmla="*/ 7 h 56"/>
                  <a:gd name="T22" fmla="*/ 53 w 53"/>
                  <a:gd name="T23" fmla="*/ 11 h 56"/>
                  <a:gd name="T24" fmla="*/ 53 w 53"/>
                  <a:gd name="T25" fmla="*/ 45 h 56"/>
                  <a:gd name="T26" fmla="*/ 53 w 53"/>
                  <a:gd name="T27" fmla="*/ 45 h 56"/>
                  <a:gd name="T28" fmla="*/ 53 w 53"/>
                  <a:gd name="T29" fmla="*/ 48 h 56"/>
                  <a:gd name="T30" fmla="*/ 51 w 53"/>
                  <a:gd name="T31" fmla="*/ 52 h 56"/>
                  <a:gd name="T32" fmla="*/ 48 w 53"/>
                  <a:gd name="T33" fmla="*/ 54 h 56"/>
                  <a:gd name="T34" fmla="*/ 44 w 53"/>
                  <a:gd name="T35" fmla="*/ 56 h 56"/>
                  <a:gd name="T36" fmla="*/ 9 w 53"/>
                  <a:gd name="T37" fmla="*/ 56 h 56"/>
                  <a:gd name="T38" fmla="*/ 9 w 53"/>
                  <a:gd name="T39" fmla="*/ 56 h 56"/>
                  <a:gd name="T40" fmla="*/ 5 w 53"/>
                  <a:gd name="T41" fmla="*/ 54 h 56"/>
                  <a:gd name="T42" fmla="*/ 2 w 53"/>
                  <a:gd name="T43" fmla="*/ 52 h 56"/>
                  <a:gd name="T44" fmla="*/ 0 w 53"/>
                  <a:gd name="T45" fmla="*/ 48 h 56"/>
                  <a:gd name="T46" fmla="*/ 0 w 53"/>
                  <a:gd name="T47" fmla="*/ 45 h 56"/>
                  <a:gd name="T48" fmla="*/ 0 w 53"/>
                  <a:gd name="T49" fmla="*/ 11 h 56"/>
                  <a:gd name="T50" fmla="*/ 0 w 53"/>
                  <a:gd name="T51" fmla="*/ 11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3" h="56">
                    <a:moveTo>
                      <a:pt x="0" y="11"/>
                    </a:moveTo>
                    <a:lnTo>
                      <a:pt x="0" y="11"/>
                    </a:lnTo>
                    <a:lnTo>
                      <a:pt x="0" y="7"/>
                    </a:lnTo>
                    <a:lnTo>
                      <a:pt x="2" y="4"/>
                    </a:lnTo>
                    <a:lnTo>
                      <a:pt x="5" y="2"/>
                    </a:lnTo>
                    <a:lnTo>
                      <a:pt x="9" y="0"/>
                    </a:lnTo>
                    <a:lnTo>
                      <a:pt x="44" y="0"/>
                    </a:lnTo>
                    <a:lnTo>
                      <a:pt x="44" y="0"/>
                    </a:lnTo>
                    <a:lnTo>
                      <a:pt x="48" y="2"/>
                    </a:lnTo>
                    <a:lnTo>
                      <a:pt x="51" y="4"/>
                    </a:lnTo>
                    <a:lnTo>
                      <a:pt x="53" y="7"/>
                    </a:lnTo>
                    <a:lnTo>
                      <a:pt x="53" y="11"/>
                    </a:lnTo>
                    <a:lnTo>
                      <a:pt x="53" y="45"/>
                    </a:lnTo>
                    <a:lnTo>
                      <a:pt x="53" y="45"/>
                    </a:lnTo>
                    <a:lnTo>
                      <a:pt x="53" y="48"/>
                    </a:lnTo>
                    <a:lnTo>
                      <a:pt x="51" y="52"/>
                    </a:lnTo>
                    <a:lnTo>
                      <a:pt x="48" y="54"/>
                    </a:lnTo>
                    <a:lnTo>
                      <a:pt x="44" y="56"/>
                    </a:lnTo>
                    <a:lnTo>
                      <a:pt x="9" y="56"/>
                    </a:lnTo>
                    <a:lnTo>
                      <a:pt x="9" y="56"/>
                    </a:lnTo>
                    <a:lnTo>
                      <a:pt x="5" y="54"/>
                    </a:lnTo>
                    <a:lnTo>
                      <a:pt x="2" y="52"/>
                    </a:lnTo>
                    <a:lnTo>
                      <a:pt x="0" y="48"/>
                    </a:lnTo>
                    <a:lnTo>
                      <a:pt x="0" y="45"/>
                    </a:lnTo>
                    <a:lnTo>
                      <a:pt x="0" y="11"/>
                    </a:lnTo>
                    <a:lnTo>
                      <a:pt x="0" y="11"/>
                    </a:lnTo>
                    <a:close/>
                  </a:path>
                </a:pathLst>
              </a:custGeom>
              <a:solidFill>
                <a:srgbClr val="4D4F5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sp>
            <p:nvSpPr>
              <p:cNvPr id="1213" name="Freeform 117">
                <a:extLst>
                  <a:ext uri="{FF2B5EF4-FFF2-40B4-BE49-F238E27FC236}">
                    <a16:creationId xmlns:a16="http://schemas.microsoft.com/office/drawing/2014/main" id="{A6B72017-F46E-CA9B-4177-9C3B5EDAB3F1}"/>
                  </a:ext>
                </a:extLst>
              </p:cNvPr>
              <p:cNvSpPr>
                <a:spLocks/>
              </p:cNvSpPr>
              <p:nvPr/>
            </p:nvSpPr>
            <p:spPr bwMode="auto">
              <a:xfrm>
                <a:off x="4600576" y="1617664"/>
                <a:ext cx="125413" cy="123825"/>
              </a:xfrm>
              <a:custGeom>
                <a:avLst/>
                <a:gdLst>
                  <a:gd name="T0" fmla="*/ 0 w 159"/>
                  <a:gd name="T1" fmla="*/ 79 h 157"/>
                  <a:gd name="T2" fmla="*/ 0 w 159"/>
                  <a:gd name="T3" fmla="*/ 79 h 157"/>
                  <a:gd name="T4" fmla="*/ 2 w 159"/>
                  <a:gd name="T5" fmla="*/ 63 h 157"/>
                  <a:gd name="T6" fmla="*/ 7 w 159"/>
                  <a:gd name="T7" fmla="*/ 48 h 157"/>
                  <a:gd name="T8" fmla="*/ 14 w 159"/>
                  <a:gd name="T9" fmla="*/ 36 h 157"/>
                  <a:gd name="T10" fmla="*/ 23 w 159"/>
                  <a:gd name="T11" fmla="*/ 24 h 157"/>
                  <a:gd name="T12" fmla="*/ 36 w 159"/>
                  <a:gd name="T13" fmla="*/ 15 h 157"/>
                  <a:gd name="T14" fmla="*/ 48 w 159"/>
                  <a:gd name="T15" fmla="*/ 6 h 157"/>
                  <a:gd name="T16" fmla="*/ 64 w 159"/>
                  <a:gd name="T17" fmla="*/ 2 h 157"/>
                  <a:gd name="T18" fmla="*/ 80 w 159"/>
                  <a:gd name="T19" fmla="*/ 0 h 157"/>
                  <a:gd name="T20" fmla="*/ 80 w 159"/>
                  <a:gd name="T21" fmla="*/ 0 h 157"/>
                  <a:gd name="T22" fmla="*/ 96 w 159"/>
                  <a:gd name="T23" fmla="*/ 2 h 157"/>
                  <a:gd name="T24" fmla="*/ 111 w 159"/>
                  <a:gd name="T25" fmla="*/ 6 h 157"/>
                  <a:gd name="T26" fmla="*/ 123 w 159"/>
                  <a:gd name="T27" fmla="*/ 15 h 157"/>
                  <a:gd name="T28" fmla="*/ 135 w 159"/>
                  <a:gd name="T29" fmla="*/ 24 h 157"/>
                  <a:gd name="T30" fmla="*/ 144 w 159"/>
                  <a:gd name="T31" fmla="*/ 36 h 157"/>
                  <a:gd name="T32" fmla="*/ 151 w 159"/>
                  <a:gd name="T33" fmla="*/ 48 h 157"/>
                  <a:gd name="T34" fmla="*/ 157 w 159"/>
                  <a:gd name="T35" fmla="*/ 63 h 157"/>
                  <a:gd name="T36" fmla="*/ 159 w 159"/>
                  <a:gd name="T37" fmla="*/ 79 h 157"/>
                  <a:gd name="T38" fmla="*/ 159 w 159"/>
                  <a:gd name="T39" fmla="*/ 79 h 157"/>
                  <a:gd name="T40" fmla="*/ 157 w 159"/>
                  <a:gd name="T41" fmla="*/ 95 h 157"/>
                  <a:gd name="T42" fmla="*/ 151 w 159"/>
                  <a:gd name="T43" fmla="*/ 109 h 157"/>
                  <a:gd name="T44" fmla="*/ 144 w 159"/>
                  <a:gd name="T45" fmla="*/ 123 h 157"/>
                  <a:gd name="T46" fmla="*/ 135 w 159"/>
                  <a:gd name="T47" fmla="*/ 134 h 157"/>
                  <a:gd name="T48" fmla="*/ 123 w 159"/>
                  <a:gd name="T49" fmla="*/ 145 h 157"/>
                  <a:gd name="T50" fmla="*/ 111 w 159"/>
                  <a:gd name="T51" fmla="*/ 152 h 157"/>
                  <a:gd name="T52" fmla="*/ 96 w 159"/>
                  <a:gd name="T53" fmla="*/ 157 h 157"/>
                  <a:gd name="T54" fmla="*/ 80 w 159"/>
                  <a:gd name="T55" fmla="*/ 157 h 157"/>
                  <a:gd name="T56" fmla="*/ 80 w 159"/>
                  <a:gd name="T57" fmla="*/ 157 h 157"/>
                  <a:gd name="T58" fmla="*/ 64 w 159"/>
                  <a:gd name="T59" fmla="*/ 157 h 157"/>
                  <a:gd name="T60" fmla="*/ 48 w 159"/>
                  <a:gd name="T61" fmla="*/ 152 h 157"/>
                  <a:gd name="T62" fmla="*/ 36 w 159"/>
                  <a:gd name="T63" fmla="*/ 145 h 157"/>
                  <a:gd name="T64" fmla="*/ 23 w 159"/>
                  <a:gd name="T65" fmla="*/ 134 h 157"/>
                  <a:gd name="T66" fmla="*/ 14 w 159"/>
                  <a:gd name="T67" fmla="*/ 123 h 157"/>
                  <a:gd name="T68" fmla="*/ 7 w 159"/>
                  <a:gd name="T69" fmla="*/ 109 h 157"/>
                  <a:gd name="T70" fmla="*/ 2 w 159"/>
                  <a:gd name="T71" fmla="*/ 95 h 157"/>
                  <a:gd name="T72" fmla="*/ 0 w 159"/>
                  <a:gd name="T73" fmla="*/ 79 h 157"/>
                  <a:gd name="T74" fmla="*/ 0 w 159"/>
                  <a:gd name="T75" fmla="*/ 7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9" h="157">
                    <a:moveTo>
                      <a:pt x="0" y="79"/>
                    </a:moveTo>
                    <a:lnTo>
                      <a:pt x="0" y="79"/>
                    </a:lnTo>
                    <a:lnTo>
                      <a:pt x="2" y="63"/>
                    </a:lnTo>
                    <a:lnTo>
                      <a:pt x="7" y="48"/>
                    </a:lnTo>
                    <a:lnTo>
                      <a:pt x="14" y="36"/>
                    </a:lnTo>
                    <a:lnTo>
                      <a:pt x="23" y="24"/>
                    </a:lnTo>
                    <a:lnTo>
                      <a:pt x="36" y="15"/>
                    </a:lnTo>
                    <a:lnTo>
                      <a:pt x="48" y="6"/>
                    </a:lnTo>
                    <a:lnTo>
                      <a:pt x="64" y="2"/>
                    </a:lnTo>
                    <a:lnTo>
                      <a:pt x="80" y="0"/>
                    </a:lnTo>
                    <a:lnTo>
                      <a:pt x="80" y="0"/>
                    </a:lnTo>
                    <a:lnTo>
                      <a:pt x="96" y="2"/>
                    </a:lnTo>
                    <a:lnTo>
                      <a:pt x="111" y="6"/>
                    </a:lnTo>
                    <a:lnTo>
                      <a:pt x="123" y="15"/>
                    </a:lnTo>
                    <a:lnTo>
                      <a:pt x="135" y="24"/>
                    </a:lnTo>
                    <a:lnTo>
                      <a:pt x="144" y="36"/>
                    </a:lnTo>
                    <a:lnTo>
                      <a:pt x="151" y="48"/>
                    </a:lnTo>
                    <a:lnTo>
                      <a:pt x="157" y="63"/>
                    </a:lnTo>
                    <a:lnTo>
                      <a:pt x="159" y="79"/>
                    </a:lnTo>
                    <a:lnTo>
                      <a:pt x="159" y="79"/>
                    </a:lnTo>
                    <a:lnTo>
                      <a:pt x="157" y="95"/>
                    </a:lnTo>
                    <a:lnTo>
                      <a:pt x="151" y="109"/>
                    </a:lnTo>
                    <a:lnTo>
                      <a:pt x="144" y="123"/>
                    </a:lnTo>
                    <a:lnTo>
                      <a:pt x="135" y="134"/>
                    </a:lnTo>
                    <a:lnTo>
                      <a:pt x="123" y="145"/>
                    </a:lnTo>
                    <a:lnTo>
                      <a:pt x="111" y="152"/>
                    </a:lnTo>
                    <a:lnTo>
                      <a:pt x="96" y="157"/>
                    </a:lnTo>
                    <a:lnTo>
                      <a:pt x="80" y="157"/>
                    </a:lnTo>
                    <a:lnTo>
                      <a:pt x="80" y="157"/>
                    </a:lnTo>
                    <a:lnTo>
                      <a:pt x="64" y="157"/>
                    </a:lnTo>
                    <a:lnTo>
                      <a:pt x="48" y="152"/>
                    </a:lnTo>
                    <a:lnTo>
                      <a:pt x="36" y="145"/>
                    </a:lnTo>
                    <a:lnTo>
                      <a:pt x="23" y="134"/>
                    </a:lnTo>
                    <a:lnTo>
                      <a:pt x="14" y="123"/>
                    </a:lnTo>
                    <a:lnTo>
                      <a:pt x="7" y="109"/>
                    </a:lnTo>
                    <a:lnTo>
                      <a:pt x="2" y="95"/>
                    </a:lnTo>
                    <a:lnTo>
                      <a:pt x="0" y="79"/>
                    </a:lnTo>
                    <a:lnTo>
                      <a:pt x="0" y="79"/>
                    </a:lnTo>
                    <a:close/>
                  </a:path>
                </a:pathLst>
              </a:custGeom>
              <a:solidFill>
                <a:srgbClr val="4D4F5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sp>
            <p:nvSpPr>
              <p:cNvPr id="1214" name="Freeform 118">
                <a:extLst>
                  <a:ext uri="{FF2B5EF4-FFF2-40B4-BE49-F238E27FC236}">
                    <a16:creationId xmlns:a16="http://schemas.microsoft.com/office/drawing/2014/main" id="{4388D272-2390-AC3E-FEA2-B1877DCDA1D5}"/>
                  </a:ext>
                </a:extLst>
              </p:cNvPr>
              <p:cNvSpPr>
                <a:spLocks/>
              </p:cNvSpPr>
              <p:nvPr/>
            </p:nvSpPr>
            <p:spPr bwMode="auto">
              <a:xfrm>
                <a:off x="4579938" y="1658939"/>
                <a:ext cx="28575" cy="44450"/>
              </a:xfrm>
              <a:custGeom>
                <a:avLst/>
                <a:gdLst>
                  <a:gd name="T0" fmla="*/ 0 w 36"/>
                  <a:gd name="T1" fmla="*/ 23 h 57"/>
                  <a:gd name="T2" fmla="*/ 0 w 36"/>
                  <a:gd name="T3" fmla="*/ 23 h 57"/>
                  <a:gd name="T4" fmla="*/ 2 w 36"/>
                  <a:gd name="T5" fmla="*/ 14 h 57"/>
                  <a:gd name="T6" fmla="*/ 6 w 36"/>
                  <a:gd name="T7" fmla="*/ 7 h 57"/>
                  <a:gd name="T8" fmla="*/ 11 w 36"/>
                  <a:gd name="T9" fmla="*/ 2 h 57"/>
                  <a:gd name="T10" fmla="*/ 18 w 36"/>
                  <a:gd name="T11" fmla="*/ 0 h 57"/>
                  <a:gd name="T12" fmla="*/ 18 w 36"/>
                  <a:gd name="T13" fmla="*/ 0 h 57"/>
                  <a:gd name="T14" fmla="*/ 18 w 36"/>
                  <a:gd name="T15" fmla="*/ 0 h 57"/>
                  <a:gd name="T16" fmla="*/ 25 w 36"/>
                  <a:gd name="T17" fmla="*/ 2 h 57"/>
                  <a:gd name="T18" fmla="*/ 31 w 36"/>
                  <a:gd name="T19" fmla="*/ 7 h 57"/>
                  <a:gd name="T20" fmla="*/ 36 w 36"/>
                  <a:gd name="T21" fmla="*/ 14 h 57"/>
                  <a:gd name="T22" fmla="*/ 36 w 36"/>
                  <a:gd name="T23" fmla="*/ 23 h 57"/>
                  <a:gd name="T24" fmla="*/ 36 w 36"/>
                  <a:gd name="T25" fmla="*/ 36 h 57"/>
                  <a:gd name="T26" fmla="*/ 36 w 36"/>
                  <a:gd name="T27" fmla="*/ 36 h 57"/>
                  <a:gd name="T28" fmla="*/ 36 w 36"/>
                  <a:gd name="T29" fmla="*/ 45 h 57"/>
                  <a:gd name="T30" fmla="*/ 31 w 36"/>
                  <a:gd name="T31" fmla="*/ 52 h 57"/>
                  <a:gd name="T32" fmla="*/ 25 w 36"/>
                  <a:gd name="T33" fmla="*/ 55 h 57"/>
                  <a:gd name="T34" fmla="*/ 18 w 36"/>
                  <a:gd name="T35" fmla="*/ 57 h 57"/>
                  <a:gd name="T36" fmla="*/ 18 w 36"/>
                  <a:gd name="T37" fmla="*/ 57 h 57"/>
                  <a:gd name="T38" fmla="*/ 18 w 36"/>
                  <a:gd name="T39" fmla="*/ 57 h 57"/>
                  <a:gd name="T40" fmla="*/ 11 w 36"/>
                  <a:gd name="T41" fmla="*/ 55 h 57"/>
                  <a:gd name="T42" fmla="*/ 6 w 36"/>
                  <a:gd name="T43" fmla="*/ 52 h 57"/>
                  <a:gd name="T44" fmla="*/ 2 w 36"/>
                  <a:gd name="T45" fmla="*/ 45 h 57"/>
                  <a:gd name="T46" fmla="*/ 0 w 36"/>
                  <a:gd name="T47" fmla="*/ 36 h 57"/>
                  <a:gd name="T48" fmla="*/ 0 w 36"/>
                  <a:gd name="T49" fmla="*/ 23 h 57"/>
                  <a:gd name="T50" fmla="*/ 0 w 36"/>
                  <a:gd name="T51" fmla="*/ 23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57">
                    <a:moveTo>
                      <a:pt x="0" y="23"/>
                    </a:moveTo>
                    <a:lnTo>
                      <a:pt x="0" y="23"/>
                    </a:lnTo>
                    <a:lnTo>
                      <a:pt x="2" y="14"/>
                    </a:lnTo>
                    <a:lnTo>
                      <a:pt x="6" y="7"/>
                    </a:lnTo>
                    <a:lnTo>
                      <a:pt x="11" y="2"/>
                    </a:lnTo>
                    <a:lnTo>
                      <a:pt x="18" y="0"/>
                    </a:lnTo>
                    <a:lnTo>
                      <a:pt x="18" y="0"/>
                    </a:lnTo>
                    <a:lnTo>
                      <a:pt x="18" y="0"/>
                    </a:lnTo>
                    <a:lnTo>
                      <a:pt x="25" y="2"/>
                    </a:lnTo>
                    <a:lnTo>
                      <a:pt x="31" y="7"/>
                    </a:lnTo>
                    <a:lnTo>
                      <a:pt x="36" y="14"/>
                    </a:lnTo>
                    <a:lnTo>
                      <a:pt x="36" y="23"/>
                    </a:lnTo>
                    <a:lnTo>
                      <a:pt x="36" y="36"/>
                    </a:lnTo>
                    <a:lnTo>
                      <a:pt x="36" y="36"/>
                    </a:lnTo>
                    <a:lnTo>
                      <a:pt x="36" y="45"/>
                    </a:lnTo>
                    <a:lnTo>
                      <a:pt x="31" y="52"/>
                    </a:lnTo>
                    <a:lnTo>
                      <a:pt x="25" y="55"/>
                    </a:lnTo>
                    <a:lnTo>
                      <a:pt x="18" y="57"/>
                    </a:lnTo>
                    <a:lnTo>
                      <a:pt x="18" y="57"/>
                    </a:lnTo>
                    <a:lnTo>
                      <a:pt x="18" y="57"/>
                    </a:lnTo>
                    <a:lnTo>
                      <a:pt x="11" y="55"/>
                    </a:lnTo>
                    <a:lnTo>
                      <a:pt x="6" y="52"/>
                    </a:lnTo>
                    <a:lnTo>
                      <a:pt x="2" y="45"/>
                    </a:lnTo>
                    <a:lnTo>
                      <a:pt x="0" y="36"/>
                    </a:lnTo>
                    <a:lnTo>
                      <a:pt x="0" y="23"/>
                    </a:lnTo>
                    <a:lnTo>
                      <a:pt x="0" y="23"/>
                    </a:lnTo>
                    <a:close/>
                  </a:path>
                </a:pathLst>
              </a:custGeom>
              <a:solidFill>
                <a:srgbClr val="4D4F5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sp>
            <p:nvSpPr>
              <p:cNvPr id="1215" name="Freeform 119">
                <a:extLst>
                  <a:ext uri="{FF2B5EF4-FFF2-40B4-BE49-F238E27FC236}">
                    <a16:creationId xmlns:a16="http://schemas.microsoft.com/office/drawing/2014/main" id="{EB29660A-CAEF-B0D6-EC7B-240FCB9DD2F3}"/>
                  </a:ext>
                </a:extLst>
              </p:cNvPr>
              <p:cNvSpPr>
                <a:spLocks/>
              </p:cNvSpPr>
              <p:nvPr/>
            </p:nvSpPr>
            <p:spPr bwMode="auto">
              <a:xfrm>
                <a:off x="4579938" y="1658939"/>
                <a:ext cx="28575" cy="44450"/>
              </a:xfrm>
              <a:custGeom>
                <a:avLst/>
                <a:gdLst>
                  <a:gd name="T0" fmla="*/ 0 w 36"/>
                  <a:gd name="T1" fmla="*/ 23 h 57"/>
                  <a:gd name="T2" fmla="*/ 0 w 36"/>
                  <a:gd name="T3" fmla="*/ 23 h 57"/>
                  <a:gd name="T4" fmla="*/ 2 w 36"/>
                  <a:gd name="T5" fmla="*/ 14 h 57"/>
                  <a:gd name="T6" fmla="*/ 6 w 36"/>
                  <a:gd name="T7" fmla="*/ 7 h 57"/>
                  <a:gd name="T8" fmla="*/ 11 w 36"/>
                  <a:gd name="T9" fmla="*/ 2 h 57"/>
                  <a:gd name="T10" fmla="*/ 18 w 36"/>
                  <a:gd name="T11" fmla="*/ 0 h 57"/>
                  <a:gd name="T12" fmla="*/ 18 w 36"/>
                  <a:gd name="T13" fmla="*/ 0 h 57"/>
                  <a:gd name="T14" fmla="*/ 18 w 36"/>
                  <a:gd name="T15" fmla="*/ 0 h 57"/>
                  <a:gd name="T16" fmla="*/ 25 w 36"/>
                  <a:gd name="T17" fmla="*/ 2 h 57"/>
                  <a:gd name="T18" fmla="*/ 31 w 36"/>
                  <a:gd name="T19" fmla="*/ 7 h 57"/>
                  <a:gd name="T20" fmla="*/ 36 w 36"/>
                  <a:gd name="T21" fmla="*/ 14 h 57"/>
                  <a:gd name="T22" fmla="*/ 36 w 36"/>
                  <a:gd name="T23" fmla="*/ 23 h 57"/>
                  <a:gd name="T24" fmla="*/ 36 w 36"/>
                  <a:gd name="T25" fmla="*/ 36 h 57"/>
                  <a:gd name="T26" fmla="*/ 36 w 36"/>
                  <a:gd name="T27" fmla="*/ 36 h 57"/>
                  <a:gd name="T28" fmla="*/ 36 w 36"/>
                  <a:gd name="T29" fmla="*/ 45 h 57"/>
                  <a:gd name="T30" fmla="*/ 31 w 36"/>
                  <a:gd name="T31" fmla="*/ 52 h 57"/>
                  <a:gd name="T32" fmla="*/ 25 w 36"/>
                  <a:gd name="T33" fmla="*/ 55 h 57"/>
                  <a:gd name="T34" fmla="*/ 18 w 36"/>
                  <a:gd name="T35" fmla="*/ 57 h 57"/>
                  <a:gd name="T36" fmla="*/ 18 w 36"/>
                  <a:gd name="T37" fmla="*/ 57 h 57"/>
                  <a:gd name="T38" fmla="*/ 18 w 36"/>
                  <a:gd name="T39" fmla="*/ 57 h 57"/>
                  <a:gd name="T40" fmla="*/ 11 w 36"/>
                  <a:gd name="T41" fmla="*/ 55 h 57"/>
                  <a:gd name="T42" fmla="*/ 6 w 36"/>
                  <a:gd name="T43" fmla="*/ 52 h 57"/>
                  <a:gd name="T44" fmla="*/ 2 w 36"/>
                  <a:gd name="T45" fmla="*/ 45 h 57"/>
                  <a:gd name="T46" fmla="*/ 0 w 36"/>
                  <a:gd name="T47" fmla="*/ 36 h 57"/>
                  <a:gd name="T48" fmla="*/ 0 w 36"/>
                  <a:gd name="T49" fmla="*/ 23 h 57"/>
                  <a:gd name="T50" fmla="*/ 0 w 36"/>
                  <a:gd name="T51" fmla="*/ 23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57">
                    <a:moveTo>
                      <a:pt x="0" y="23"/>
                    </a:moveTo>
                    <a:lnTo>
                      <a:pt x="0" y="23"/>
                    </a:lnTo>
                    <a:lnTo>
                      <a:pt x="2" y="14"/>
                    </a:lnTo>
                    <a:lnTo>
                      <a:pt x="6" y="7"/>
                    </a:lnTo>
                    <a:lnTo>
                      <a:pt x="11" y="2"/>
                    </a:lnTo>
                    <a:lnTo>
                      <a:pt x="18" y="0"/>
                    </a:lnTo>
                    <a:lnTo>
                      <a:pt x="18" y="0"/>
                    </a:lnTo>
                    <a:lnTo>
                      <a:pt x="18" y="0"/>
                    </a:lnTo>
                    <a:lnTo>
                      <a:pt x="25" y="2"/>
                    </a:lnTo>
                    <a:lnTo>
                      <a:pt x="31" y="7"/>
                    </a:lnTo>
                    <a:lnTo>
                      <a:pt x="36" y="14"/>
                    </a:lnTo>
                    <a:lnTo>
                      <a:pt x="36" y="23"/>
                    </a:lnTo>
                    <a:lnTo>
                      <a:pt x="36" y="36"/>
                    </a:lnTo>
                    <a:lnTo>
                      <a:pt x="36" y="36"/>
                    </a:lnTo>
                    <a:lnTo>
                      <a:pt x="36" y="45"/>
                    </a:lnTo>
                    <a:lnTo>
                      <a:pt x="31" y="52"/>
                    </a:lnTo>
                    <a:lnTo>
                      <a:pt x="25" y="55"/>
                    </a:lnTo>
                    <a:lnTo>
                      <a:pt x="18" y="57"/>
                    </a:lnTo>
                    <a:lnTo>
                      <a:pt x="18" y="57"/>
                    </a:lnTo>
                    <a:lnTo>
                      <a:pt x="18" y="57"/>
                    </a:lnTo>
                    <a:lnTo>
                      <a:pt x="11" y="55"/>
                    </a:lnTo>
                    <a:lnTo>
                      <a:pt x="6" y="52"/>
                    </a:lnTo>
                    <a:lnTo>
                      <a:pt x="2" y="45"/>
                    </a:lnTo>
                    <a:lnTo>
                      <a:pt x="0" y="36"/>
                    </a:lnTo>
                    <a:lnTo>
                      <a:pt x="0" y="23"/>
                    </a:lnTo>
                    <a:lnTo>
                      <a:pt x="0" y="23"/>
                    </a:lnTo>
                    <a:close/>
                  </a:path>
                </a:pathLst>
              </a:custGeom>
              <a:noFill/>
              <a:ln w="6350">
                <a:solidFill>
                  <a:srgbClr val="4D4F53"/>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84406" tIns="42203" rIns="84406" bIns="42203" numCol="1" anchor="t" anchorCtr="0" compatLnSpc="1">
                <a:prstTxWarp prst="textNoShape">
                  <a:avLst/>
                </a:prstTxWarp>
              </a:bodyPr>
              <a:lstStyle/>
              <a:p>
                <a:endParaRPr lang="en-US" sz="1662" noProof="1"/>
              </a:p>
            </p:txBody>
          </p:sp>
          <p:sp>
            <p:nvSpPr>
              <p:cNvPr id="1216" name="Freeform 120">
                <a:extLst>
                  <a:ext uri="{FF2B5EF4-FFF2-40B4-BE49-F238E27FC236}">
                    <a16:creationId xmlns:a16="http://schemas.microsoft.com/office/drawing/2014/main" id="{946B9464-64DF-0C0C-096A-F196B82CFE52}"/>
                  </a:ext>
                </a:extLst>
              </p:cNvPr>
              <p:cNvSpPr>
                <a:spLocks/>
              </p:cNvSpPr>
              <p:nvPr/>
            </p:nvSpPr>
            <p:spPr bwMode="auto">
              <a:xfrm>
                <a:off x="4719638" y="1658939"/>
                <a:ext cx="28575" cy="44450"/>
              </a:xfrm>
              <a:custGeom>
                <a:avLst/>
                <a:gdLst>
                  <a:gd name="T0" fmla="*/ 0 w 35"/>
                  <a:gd name="T1" fmla="*/ 23 h 57"/>
                  <a:gd name="T2" fmla="*/ 0 w 35"/>
                  <a:gd name="T3" fmla="*/ 23 h 57"/>
                  <a:gd name="T4" fmla="*/ 1 w 35"/>
                  <a:gd name="T5" fmla="*/ 14 h 57"/>
                  <a:gd name="T6" fmla="*/ 5 w 35"/>
                  <a:gd name="T7" fmla="*/ 7 h 57"/>
                  <a:gd name="T8" fmla="*/ 10 w 35"/>
                  <a:gd name="T9" fmla="*/ 2 h 57"/>
                  <a:gd name="T10" fmla="*/ 18 w 35"/>
                  <a:gd name="T11" fmla="*/ 0 h 57"/>
                  <a:gd name="T12" fmla="*/ 18 w 35"/>
                  <a:gd name="T13" fmla="*/ 0 h 57"/>
                  <a:gd name="T14" fmla="*/ 18 w 35"/>
                  <a:gd name="T15" fmla="*/ 0 h 57"/>
                  <a:gd name="T16" fmla="*/ 25 w 35"/>
                  <a:gd name="T17" fmla="*/ 2 h 57"/>
                  <a:gd name="T18" fmla="*/ 30 w 35"/>
                  <a:gd name="T19" fmla="*/ 7 h 57"/>
                  <a:gd name="T20" fmla="*/ 34 w 35"/>
                  <a:gd name="T21" fmla="*/ 14 h 57"/>
                  <a:gd name="T22" fmla="*/ 35 w 35"/>
                  <a:gd name="T23" fmla="*/ 23 h 57"/>
                  <a:gd name="T24" fmla="*/ 35 w 35"/>
                  <a:gd name="T25" fmla="*/ 36 h 57"/>
                  <a:gd name="T26" fmla="*/ 35 w 35"/>
                  <a:gd name="T27" fmla="*/ 36 h 57"/>
                  <a:gd name="T28" fmla="*/ 34 w 35"/>
                  <a:gd name="T29" fmla="*/ 45 h 57"/>
                  <a:gd name="T30" fmla="*/ 30 w 35"/>
                  <a:gd name="T31" fmla="*/ 52 h 57"/>
                  <a:gd name="T32" fmla="*/ 25 w 35"/>
                  <a:gd name="T33" fmla="*/ 55 h 57"/>
                  <a:gd name="T34" fmla="*/ 18 w 35"/>
                  <a:gd name="T35" fmla="*/ 57 h 57"/>
                  <a:gd name="T36" fmla="*/ 18 w 35"/>
                  <a:gd name="T37" fmla="*/ 57 h 57"/>
                  <a:gd name="T38" fmla="*/ 18 w 35"/>
                  <a:gd name="T39" fmla="*/ 57 h 57"/>
                  <a:gd name="T40" fmla="*/ 10 w 35"/>
                  <a:gd name="T41" fmla="*/ 55 h 57"/>
                  <a:gd name="T42" fmla="*/ 5 w 35"/>
                  <a:gd name="T43" fmla="*/ 52 h 57"/>
                  <a:gd name="T44" fmla="*/ 1 w 35"/>
                  <a:gd name="T45" fmla="*/ 45 h 57"/>
                  <a:gd name="T46" fmla="*/ 0 w 35"/>
                  <a:gd name="T47" fmla="*/ 36 h 57"/>
                  <a:gd name="T48" fmla="*/ 0 w 35"/>
                  <a:gd name="T49" fmla="*/ 23 h 57"/>
                  <a:gd name="T50" fmla="*/ 0 w 35"/>
                  <a:gd name="T51" fmla="*/ 23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57">
                    <a:moveTo>
                      <a:pt x="0" y="23"/>
                    </a:moveTo>
                    <a:lnTo>
                      <a:pt x="0" y="23"/>
                    </a:lnTo>
                    <a:lnTo>
                      <a:pt x="1" y="14"/>
                    </a:lnTo>
                    <a:lnTo>
                      <a:pt x="5" y="7"/>
                    </a:lnTo>
                    <a:lnTo>
                      <a:pt x="10" y="2"/>
                    </a:lnTo>
                    <a:lnTo>
                      <a:pt x="18" y="0"/>
                    </a:lnTo>
                    <a:lnTo>
                      <a:pt x="18" y="0"/>
                    </a:lnTo>
                    <a:lnTo>
                      <a:pt x="18" y="0"/>
                    </a:lnTo>
                    <a:lnTo>
                      <a:pt x="25" y="2"/>
                    </a:lnTo>
                    <a:lnTo>
                      <a:pt x="30" y="7"/>
                    </a:lnTo>
                    <a:lnTo>
                      <a:pt x="34" y="14"/>
                    </a:lnTo>
                    <a:lnTo>
                      <a:pt x="35" y="23"/>
                    </a:lnTo>
                    <a:lnTo>
                      <a:pt x="35" y="36"/>
                    </a:lnTo>
                    <a:lnTo>
                      <a:pt x="35" y="36"/>
                    </a:lnTo>
                    <a:lnTo>
                      <a:pt x="34" y="45"/>
                    </a:lnTo>
                    <a:lnTo>
                      <a:pt x="30" y="52"/>
                    </a:lnTo>
                    <a:lnTo>
                      <a:pt x="25" y="55"/>
                    </a:lnTo>
                    <a:lnTo>
                      <a:pt x="18" y="57"/>
                    </a:lnTo>
                    <a:lnTo>
                      <a:pt x="18" y="57"/>
                    </a:lnTo>
                    <a:lnTo>
                      <a:pt x="18" y="57"/>
                    </a:lnTo>
                    <a:lnTo>
                      <a:pt x="10" y="55"/>
                    </a:lnTo>
                    <a:lnTo>
                      <a:pt x="5" y="52"/>
                    </a:lnTo>
                    <a:lnTo>
                      <a:pt x="1" y="45"/>
                    </a:lnTo>
                    <a:lnTo>
                      <a:pt x="0" y="36"/>
                    </a:lnTo>
                    <a:lnTo>
                      <a:pt x="0" y="23"/>
                    </a:lnTo>
                    <a:lnTo>
                      <a:pt x="0" y="23"/>
                    </a:lnTo>
                    <a:close/>
                  </a:path>
                </a:pathLst>
              </a:custGeom>
              <a:solidFill>
                <a:srgbClr val="4D4F5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sp>
            <p:nvSpPr>
              <p:cNvPr id="1217" name="Freeform 121">
                <a:extLst>
                  <a:ext uri="{FF2B5EF4-FFF2-40B4-BE49-F238E27FC236}">
                    <a16:creationId xmlns:a16="http://schemas.microsoft.com/office/drawing/2014/main" id="{0DCB71A5-E947-1CED-8869-FF1AC462A144}"/>
                  </a:ext>
                </a:extLst>
              </p:cNvPr>
              <p:cNvSpPr>
                <a:spLocks/>
              </p:cNvSpPr>
              <p:nvPr/>
            </p:nvSpPr>
            <p:spPr bwMode="auto">
              <a:xfrm>
                <a:off x="4719638" y="1658939"/>
                <a:ext cx="28575" cy="44450"/>
              </a:xfrm>
              <a:custGeom>
                <a:avLst/>
                <a:gdLst>
                  <a:gd name="T0" fmla="*/ 0 w 35"/>
                  <a:gd name="T1" fmla="*/ 23 h 57"/>
                  <a:gd name="T2" fmla="*/ 0 w 35"/>
                  <a:gd name="T3" fmla="*/ 23 h 57"/>
                  <a:gd name="T4" fmla="*/ 1 w 35"/>
                  <a:gd name="T5" fmla="*/ 14 h 57"/>
                  <a:gd name="T6" fmla="*/ 5 w 35"/>
                  <a:gd name="T7" fmla="*/ 7 h 57"/>
                  <a:gd name="T8" fmla="*/ 10 w 35"/>
                  <a:gd name="T9" fmla="*/ 2 h 57"/>
                  <a:gd name="T10" fmla="*/ 18 w 35"/>
                  <a:gd name="T11" fmla="*/ 0 h 57"/>
                  <a:gd name="T12" fmla="*/ 18 w 35"/>
                  <a:gd name="T13" fmla="*/ 0 h 57"/>
                  <a:gd name="T14" fmla="*/ 18 w 35"/>
                  <a:gd name="T15" fmla="*/ 0 h 57"/>
                  <a:gd name="T16" fmla="*/ 25 w 35"/>
                  <a:gd name="T17" fmla="*/ 2 h 57"/>
                  <a:gd name="T18" fmla="*/ 30 w 35"/>
                  <a:gd name="T19" fmla="*/ 7 h 57"/>
                  <a:gd name="T20" fmla="*/ 34 w 35"/>
                  <a:gd name="T21" fmla="*/ 14 h 57"/>
                  <a:gd name="T22" fmla="*/ 35 w 35"/>
                  <a:gd name="T23" fmla="*/ 23 h 57"/>
                  <a:gd name="T24" fmla="*/ 35 w 35"/>
                  <a:gd name="T25" fmla="*/ 36 h 57"/>
                  <a:gd name="T26" fmla="*/ 35 w 35"/>
                  <a:gd name="T27" fmla="*/ 36 h 57"/>
                  <a:gd name="T28" fmla="*/ 34 w 35"/>
                  <a:gd name="T29" fmla="*/ 45 h 57"/>
                  <a:gd name="T30" fmla="*/ 30 w 35"/>
                  <a:gd name="T31" fmla="*/ 52 h 57"/>
                  <a:gd name="T32" fmla="*/ 25 w 35"/>
                  <a:gd name="T33" fmla="*/ 55 h 57"/>
                  <a:gd name="T34" fmla="*/ 18 w 35"/>
                  <a:gd name="T35" fmla="*/ 57 h 57"/>
                  <a:gd name="T36" fmla="*/ 18 w 35"/>
                  <a:gd name="T37" fmla="*/ 57 h 57"/>
                  <a:gd name="T38" fmla="*/ 18 w 35"/>
                  <a:gd name="T39" fmla="*/ 57 h 57"/>
                  <a:gd name="T40" fmla="*/ 10 w 35"/>
                  <a:gd name="T41" fmla="*/ 55 h 57"/>
                  <a:gd name="T42" fmla="*/ 5 w 35"/>
                  <a:gd name="T43" fmla="*/ 52 h 57"/>
                  <a:gd name="T44" fmla="*/ 1 w 35"/>
                  <a:gd name="T45" fmla="*/ 45 h 57"/>
                  <a:gd name="T46" fmla="*/ 0 w 35"/>
                  <a:gd name="T47" fmla="*/ 36 h 57"/>
                  <a:gd name="T48" fmla="*/ 0 w 35"/>
                  <a:gd name="T49" fmla="*/ 23 h 57"/>
                  <a:gd name="T50" fmla="*/ 0 w 35"/>
                  <a:gd name="T51" fmla="*/ 23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5" h="57">
                    <a:moveTo>
                      <a:pt x="0" y="23"/>
                    </a:moveTo>
                    <a:lnTo>
                      <a:pt x="0" y="23"/>
                    </a:lnTo>
                    <a:lnTo>
                      <a:pt x="1" y="14"/>
                    </a:lnTo>
                    <a:lnTo>
                      <a:pt x="5" y="7"/>
                    </a:lnTo>
                    <a:lnTo>
                      <a:pt x="10" y="2"/>
                    </a:lnTo>
                    <a:lnTo>
                      <a:pt x="18" y="0"/>
                    </a:lnTo>
                    <a:lnTo>
                      <a:pt x="18" y="0"/>
                    </a:lnTo>
                    <a:lnTo>
                      <a:pt x="18" y="0"/>
                    </a:lnTo>
                    <a:lnTo>
                      <a:pt x="25" y="2"/>
                    </a:lnTo>
                    <a:lnTo>
                      <a:pt x="30" y="7"/>
                    </a:lnTo>
                    <a:lnTo>
                      <a:pt x="34" y="14"/>
                    </a:lnTo>
                    <a:lnTo>
                      <a:pt x="35" y="23"/>
                    </a:lnTo>
                    <a:lnTo>
                      <a:pt x="35" y="36"/>
                    </a:lnTo>
                    <a:lnTo>
                      <a:pt x="35" y="36"/>
                    </a:lnTo>
                    <a:lnTo>
                      <a:pt x="34" y="45"/>
                    </a:lnTo>
                    <a:lnTo>
                      <a:pt x="30" y="52"/>
                    </a:lnTo>
                    <a:lnTo>
                      <a:pt x="25" y="55"/>
                    </a:lnTo>
                    <a:lnTo>
                      <a:pt x="18" y="57"/>
                    </a:lnTo>
                    <a:lnTo>
                      <a:pt x="18" y="57"/>
                    </a:lnTo>
                    <a:lnTo>
                      <a:pt x="18" y="57"/>
                    </a:lnTo>
                    <a:lnTo>
                      <a:pt x="10" y="55"/>
                    </a:lnTo>
                    <a:lnTo>
                      <a:pt x="5" y="52"/>
                    </a:lnTo>
                    <a:lnTo>
                      <a:pt x="1" y="45"/>
                    </a:lnTo>
                    <a:lnTo>
                      <a:pt x="0" y="36"/>
                    </a:lnTo>
                    <a:lnTo>
                      <a:pt x="0" y="23"/>
                    </a:lnTo>
                    <a:lnTo>
                      <a:pt x="0" y="23"/>
                    </a:lnTo>
                    <a:close/>
                  </a:path>
                </a:pathLst>
              </a:custGeom>
              <a:noFill/>
              <a:ln w="6350">
                <a:solidFill>
                  <a:srgbClr val="4D4F53"/>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84406" tIns="42203" rIns="84406" bIns="42203" numCol="1" anchor="t" anchorCtr="0" compatLnSpc="1">
                <a:prstTxWarp prst="textNoShape">
                  <a:avLst/>
                </a:prstTxWarp>
              </a:bodyPr>
              <a:lstStyle/>
              <a:p>
                <a:endParaRPr lang="en-US" sz="1662" noProof="1"/>
              </a:p>
            </p:txBody>
          </p:sp>
          <p:sp>
            <p:nvSpPr>
              <p:cNvPr id="1218" name="Freeform 122">
                <a:extLst>
                  <a:ext uri="{FF2B5EF4-FFF2-40B4-BE49-F238E27FC236}">
                    <a16:creationId xmlns:a16="http://schemas.microsoft.com/office/drawing/2014/main" id="{75E477DD-94D9-0AB7-2BE1-5FEB97E2AB4C}"/>
                  </a:ext>
                </a:extLst>
              </p:cNvPr>
              <p:cNvSpPr>
                <a:spLocks/>
              </p:cNvSpPr>
              <p:nvPr/>
            </p:nvSpPr>
            <p:spPr bwMode="auto">
              <a:xfrm>
                <a:off x="4586288" y="1604964"/>
                <a:ext cx="155575" cy="79375"/>
              </a:xfrm>
              <a:custGeom>
                <a:avLst/>
                <a:gdLst>
                  <a:gd name="T0" fmla="*/ 0 w 196"/>
                  <a:gd name="T1" fmla="*/ 102 h 102"/>
                  <a:gd name="T2" fmla="*/ 0 w 196"/>
                  <a:gd name="T3" fmla="*/ 98 h 102"/>
                  <a:gd name="T4" fmla="*/ 0 w 196"/>
                  <a:gd name="T5" fmla="*/ 98 h 102"/>
                  <a:gd name="T6" fmla="*/ 2 w 196"/>
                  <a:gd name="T7" fmla="*/ 79 h 102"/>
                  <a:gd name="T8" fmla="*/ 8 w 196"/>
                  <a:gd name="T9" fmla="*/ 61 h 102"/>
                  <a:gd name="T10" fmla="*/ 16 w 196"/>
                  <a:gd name="T11" fmla="*/ 45 h 102"/>
                  <a:gd name="T12" fmla="*/ 29 w 196"/>
                  <a:gd name="T13" fmla="*/ 29 h 102"/>
                  <a:gd name="T14" fmla="*/ 43 w 196"/>
                  <a:gd name="T15" fmla="*/ 18 h 102"/>
                  <a:gd name="T16" fmla="*/ 59 w 196"/>
                  <a:gd name="T17" fmla="*/ 9 h 102"/>
                  <a:gd name="T18" fmla="*/ 79 w 196"/>
                  <a:gd name="T19" fmla="*/ 2 h 102"/>
                  <a:gd name="T20" fmla="*/ 98 w 196"/>
                  <a:gd name="T21" fmla="*/ 0 h 102"/>
                  <a:gd name="T22" fmla="*/ 98 w 196"/>
                  <a:gd name="T23" fmla="*/ 0 h 102"/>
                  <a:gd name="T24" fmla="*/ 118 w 196"/>
                  <a:gd name="T25" fmla="*/ 2 h 102"/>
                  <a:gd name="T26" fmla="*/ 136 w 196"/>
                  <a:gd name="T27" fmla="*/ 9 h 102"/>
                  <a:gd name="T28" fmla="*/ 152 w 196"/>
                  <a:gd name="T29" fmla="*/ 18 h 102"/>
                  <a:gd name="T30" fmla="*/ 168 w 196"/>
                  <a:gd name="T31" fmla="*/ 29 h 102"/>
                  <a:gd name="T32" fmla="*/ 178 w 196"/>
                  <a:gd name="T33" fmla="*/ 45 h 102"/>
                  <a:gd name="T34" fmla="*/ 187 w 196"/>
                  <a:gd name="T35" fmla="*/ 61 h 102"/>
                  <a:gd name="T36" fmla="*/ 194 w 196"/>
                  <a:gd name="T37" fmla="*/ 79 h 102"/>
                  <a:gd name="T38" fmla="*/ 196 w 196"/>
                  <a:gd name="T39" fmla="*/ 98 h 102"/>
                  <a:gd name="T40" fmla="*/ 196 w 196"/>
                  <a:gd name="T41" fmla="*/ 98 h 102"/>
                  <a:gd name="T42" fmla="*/ 196 w 196"/>
                  <a:gd name="T43"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6" h="102">
                    <a:moveTo>
                      <a:pt x="0" y="102"/>
                    </a:moveTo>
                    <a:lnTo>
                      <a:pt x="0" y="98"/>
                    </a:lnTo>
                    <a:lnTo>
                      <a:pt x="0" y="98"/>
                    </a:lnTo>
                    <a:lnTo>
                      <a:pt x="2" y="79"/>
                    </a:lnTo>
                    <a:lnTo>
                      <a:pt x="8" y="61"/>
                    </a:lnTo>
                    <a:lnTo>
                      <a:pt x="16" y="45"/>
                    </a:lnTo>
                    <a:lnTo>
                      <a:pt x="29" y="29"/>
                    </a:lnTo>
                    <a:lnTo>
                      <a:pt x="43" y="18"/>
                    </a:lnTo>
                    <a:lnTo>
                      <a:pt x="59" y="9"/>
                    </a:lnTo>
                    <a:lnTo>
                      <a:pt x="79" y="2"/>
                    </a:lnTo>
                    <a:lnTo>
                      <a:pt x="98" y="0"/>
                    </a:lnTo>
                    <a:lnTo>
                      <a:pt x="98" y="0"/>
                    </a:lnTo>
                    <a:lnTo>
                      <a:pt x="118" y="2"/>
                    </a:lnTo>
                    <a:lnTo>
                      <a:pt x="136" y="9"/>
                    </a:lnTo>
                    <a:lnTo>
                      <a:pt x="152" y="18"/>
                    </a:lnTo>
                    <a:lnTo>
                      <a:pt x="168" y="29"/>
                    </a:lnTo>
                    <a:lnTo>
                      <a:pt x="178" y="45"/>
                    </a:lnTo>
                    <a:lnTo>
                      <a:pt x="187" y="61"/>
                    </a:lnTo>
                    <a:lnTo>
                      <a:pt x="194" y="79"/>
                    </a:lnTo>
                    <a:lnTo>
                      <a:pt x="196" y="98"/>
                    </a:lnTo>
                    <a:lnTo>
                      <a:pt x="196" y="98"/>
                    </a:lnTo>
                    <a:lnTo>
                      <a:pt x="196" y="102"/>
                    </a:lnTo>
                  </a:path>
                </a:pathLst>
              </a:custGeom>
              <a:noFill/>
              <a:ln w="7938">
                <a:solidFill>
                  <a:srgbClr val="4D4F53"/>
                </a:solidFill>
                <a:prstDash val="solid"/>
                <a:round/>
                <a:headEnd/>
                <a:tailEnd/>
              </a:ln>
              <a:extLst>
                <a:ext uri="{909E8E84-426E-40dd-AFC4-6F175D3DCCD1}">
                  <a14:hiddenFill xmlns:a14="http://schemas.microsoft.com/office/drawing/2010/main" xmlns="">
                    <a:solidFill>
                      <a:srgbClr val="FFFFFF"/>
                    </a:solidFill>
                  </a14:hiddenFill>
                </a:ext>
              </a:extLst>
            </p:spPr>
            <p:txBody>
              <a:bodyPr vert="horz" wrap="square" lIns="84406" tIns="42203" rIns="84406" bIns="42203" numCol="1" anchor="t" anchorCtr="0" compatLnSpc="1">
                <a:prstTxWarp prst="textNoShape">
                  <a:avLst/>
                </a:prstTxWarp>
              </a:bodyPr>
              <a:lstStyle/>
              <a:p>
                <a:endParaRPr lang="en-US" sz="1662" noProof="1"/>
              </a:p>
            </p:txBody>
          </p:sp>
        </p:grpSp>
      </p:grpSp>
      <p:grpSp>
        <p:nvGrpSpPr>
          <p:cNvPr id="63" name="Group 62">
            <a:extLst>
              <a:ext uri="{FF2B5EF4-FFF2-40B4-BE49-F238E27FC236}">
                <a16:creationId xmlns:a16="http://schemas.microsoft.com/office/drawing/2014/main" id="{C39B1F64-C345-5F27-AC17-62D445007965}"/>
              </a:ext>
            </a:extLst>
          </p:cNvPr>
          <p:cNvGrpSpPr/>
          <p:nvPr/>
        </p:nvGrpSpPr>
        <p:grpSpPr>
          <a:xfrm>
            <a:off x="750973" y="5433808"/>
            <a:ext cx="919080" cy="519097"/>
            <a:chOff x="7968559" y="75751"/>
            <a:chExt cx="1854856" cy="1137016"/>
          </a:xfrm>
        </p:grpSpPr>
        <p:sp>
          <p:nvSpPr>
            <p:cNvPr id="1184" name="Rectangle 1183">
              <a:extLst>
                <a:ext uri="{FF2B5EF4-FFF2-40B4-BE49-F238E27FC236}">
                  <a16:creationId xmlns:a16="http://schemas.microsoft.com/office/drawing/2014/main" id="{937E8B9A-27B9-C324-EF19-D9A4923C08B8}"/>
                </a:ext>
              </a:extLst>
            </p:cNvPr>
            <p:cNvSpPr/>
            <p:nvPr/>
          </p:nvSpPr>
          <p:spPr>
            <a:xfrm>
              <a:off x="7968559" y="75751"/>
              <a:ext cx="1854856" cy="1137016"/>
            </a:xfrm>
            <a:prstGeom prst="rect">
              <a:avLst/>
            </a:prstGeom>
            <a:solidFill>
              <a:schemeClr val="bg1">
                <a:lumMod val="9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4406" tIns="42203" rIns="84406" bIns="42203" numCol="1" spcCol="0" rtlCol="0" fromWordArt="0" anchor="ctr" anchorCtr="0" forceAA="0" compatLnSpc="1">
              <a:prstTxWarp prst="textNoShape">
                <a:avLst/>
              </a:prstTxWarp>
              <a:noAutofit/>
            </a:bodyPr>
            <a:lstStyle/>
            <a:p>
              <a:pPr algn="ctr"/>
              <a:endParaRPr lang="en-US" sz="1108" noProof="1">
                <a:solidFill>
                  <a:srgbClr val="4D4F53"/>
                </a:solidFill>
              </a:endParaRPr>
            </a:p>
          </p:txBody>
        </p:sp>
        <p:sp>
          <p:nvSpPr>
            <p:cNvPr id="1185" name="Freeform 18">
              <a:extLst>
                <a:ext uri="{FF2B5EF4-FFF2-40B4-BE49-F238E27FC236}">
                  <a16:creationId xmlns:a16="http://schemas.microsoft.com/office/drawing/2014/main" id="{8A2066DD-E689-3F5A-016D-20AC19519E57}"/>
                </a:ext>
              </a:extLst>
            </p:cNvPr>
            <p:cNvSpPr>
              <a:spLocks noEditPoints="1"/>
            </p:cNvSpPr>
            <p:nvPr/>
          </p:nvSpPr>
          <p:spPr bwMode="auto">
            <a:xfrm>
              <a:off x="8344248" y="129232"/>
              <a:ext cx="1114091" cy="1011753"/>
            </a:xfrm>
            <a:custGeom>
              <a:avLst/>
              <a:gdLst>
                <a:gd name="T0" fmla="*/ 297 w 479"/>
                <a:gd name="T1" fmla="*/ 99 h 435"/>
                <a:gd name="T2" fmla="*/ 279 w 479"/>
                <a:gd name="T3" fmla="*/ 92 h 435"/>
                <a:gd name="T4" fmla="*/ 263 w 479"/>
                <a:gd name="T5" fmla="*/ 76 h 435"/>
                <a:gd name="T6" fmla="*/ 246 w 479"/>
                <a:gd name="T7" fmla="*/ 92 h 435"/>
                <a:gd name="T8" fmla="*/ 230 w 479"/>
                <a:gd name="T9" fmla="*/ 99 h 435"/>
                <a:gd name="T10" fmla="*/ 208 w 479"/>
                <a:gd name="T11" fmla="*/ 101 h 435"/>
                <a:gd name="T12" fmla="*/ 224 w 479"/>
                <a:gd name="T13" fmla="*/ 140 h 435"/>
                <a:gd name="T14" fmla="*/ 247 w 479"/>
                <a:gd name="T15" fmla="*/ 161 h 435"/>
                <a:gd name="T16" fmla="*/ 270 w 479"/>
                <a:gd name="T17" fmla="*/ 161 h 435"/>
                <a:gd name="T18" fmla="*/ 295 w 479"/>
                <a:gd name="T19" fmla="*/ 140 h 435"/>
                <a:gd name="T20" fmla="*/ 307 w 479"/>
                <a:gd name="T21" fmla="*/ 101 h 435"/>
                <a:gd name="T22" fmla="*/ 40 w 479"/>
                <a:gd name="T23" fmla="*/ 379 h 435"/>
                <a:gd name="T24" fmla="*/ 44 w 479"/>
                <a:gd name="T25" fmla="*/ 364 h 435"/>
                <a:gd name="T26" fmla="*/ 74 w 479"/>
                <a:gd name="T27" fmla="*/ 336 h 435"/>
                <a:gd name="T28" fmla="*/ 109 w 479"/>
                <a:gd name="T29" fmla="*/ 287 h 435"/>
                <a:gd name="T30" fmla="*/ 131 w 479"/>
                <a:gd name="T31" fmla="*/ 227 h 435"/>
                <a:gd name="T32" fmla="*/ 143 w 479"/>
                <a:gd name="T33" fmla="*/ 204 h 435"/>
                <a:gd name="T34" fmla="*/ 173 w 479"/>
                <a:gd name="T35" fmla="*/ 191 h 435"/>
                <a:gd name="T36" fmla="*/ 214 w 479"/>
                <a:gd name="T37" fmla="*/ 186 h 435"/>
                <a:gd name="T38" fmla="*/ 299 w 479"/>
                <a:gd name="T39" fmla="*/ 200 h 435"/>
                <a:gd name="T40" fmla="*/ 325 w 479"/>
                <a:gd name="T41" fmla="*/ 188 h 435"/>
                <a:gd name="T42" fmla="*/ 371 w 479"/>
                <a:gd name="T43" fmla="*/ 200 h 435"/>
                <a:gd name="T44" fmla="*/ 384 w 479"/>
                <a:gd name="T45" fmla="*/ 211 h 435"/>
                <a:gd name="T46" fmla="*/ 414 w 479"/>
                <a:gd name="T47" fmla="*/ 318 h 435"/>
                <a:gd name="T48" fmla="*/ 419 w 479"/>
                <a:gd name="T49" fmla="*/ 368 h 435"/>
                <a:gd name="T50" fmla="*/ 414 w 479"/>
                <a:gd name="T51" fmla="*/ 379 h 435"/>
                <a:gd name="T52" fmla="*/ 0 w 479"/>
                <a:gd name="T53" fmla="*/ 435 h 435"/>
                <a:gd name="T54" fmla="*/ 157 w 479"/>
                <a:gd name="T55" fmla="*/ 357 h 435"/>
                <a:gd name="T56" fmla="*/ 369 w 479"/>
                <a:gd name="T57" fmla="*/ 357 h 435"/>
                <a:gd name="T58" fmla="*/ 65 w 479"/>
                <a:gd name="T59" fmla="*/ 379 h 435"/>
                <a:gd name="T60" fmla="*/ 104 w 479"/>
                <a:gd name="T61" fmla="*/ 372 h 435"/>
                <a:gd name="T62" fmla="*/ 95 w 479"/>
                <a:gd name="T63" fmla="*/ 361 h 435"/>
                <a:gd name="T64" fmla="*/ 81 w 479"/>
                <a:gd name="T65" fmla="*/ 359 h 435"/>
                <a:gd name="T66" fmla="*/ 71 w 479"/>
                <a:gd name="T67" fmla="*/ 363 h 435"/>
                <a:gd name="T68" fmla="*/ 65 w 479"/>
                <a:gd name="T69" fmla="*/ 379 h 435"/>
                <a:gd name="T70" fmla="*/ 170 w 479"/>
                <a:gd name="T71" fmla="*/ 221 h 435"/>
                <a:gd name="T72" fmla="*/ 164 w 479"/>
                <a:gd name="T73" fmla="*/ 225 h 435"/>
                <a:gd name="T74" fmla="*/ 161 w 479"/>
                <a:gd name="T75" fmla="*/ 230 h 435"/>
                <a:gd name="T76" fmla="*/ 162 w 479"/>
                <a:gd name="T77" fmla="*/ 336 h 435"/>
                <a:gd name="T78" fmla="*/ 166 w 479"/>
                <a:gd name="T79" fmla="*/ 341 h 435"/>
                <a:gd name="T80" fmla="*/ 352 w 479"/>
                <a:gd name="T81" fmla="*/ 341 h 435"/>
                <a:gd name="T82" fmla="*/ 357 w 479"/>
                <a:gd name="T83" fmla="*/ 340 h 435"/>
                <a:gd name="T84" fmla="*/ 361 w 479"/>
                <a:gd name="T85" fmla="*/ 230 h 435"/>
                <a:gd name="T86" fmla="*/ 357 w 479"/>
                <a:gd name="T87" fmla="*/ 225 h 435"/>
                <a:gd name="T88" fmla="*/ 352 w 479"/>
                <a:gd name="T89" fmla="*/ 221 h 435"/>
                <a:gd name="T90" fmla="*/ 184 w 479"/>
                <a:gd name="T91" fmla="*/ 27 h 435"/>
                <a:gd name="T92" fmla="*/ 207 w 479"/>
                <a:gd name="T93" fmla="*/ 7 h 435"/>
                <a:gd name="T94" fmla="*/ 256 w 479"/>
                <a:gd name="T95" fmla="*/ 0 h 435"/>
                <a:gd name="T96" fmla="*/ 281 w 479"/>
                <a:gd name="T97" fmla="*/ 2 h 435"/>
                <a:gd name="T98" fmla="*/ 318 w 479"/>
                <a:gd name="T99" fmla="*/ 12 h 435"/>
                <a:gd name="T100" fmla="*/ 332 w 479"/>
                <a:gd name="T101" fmla="*/ 27 h 435"/>
                <a:gd name="T102" fmla="*/ 343 w 479"/>
                <a:gd name="T103" fmla="*/ 76 h 435"/>
                <a:gd name="T104" fmla="*/ 341 w 479"/>
                <a:gd name="T105" fmla="*/ 149 h 435"/>
                <a:gd name="T106" fmla="*/ 334 w 479"/>
                <a:gd name="T107" fmla="*/ 158 h 435"/>
                <a:gd name="T108" fmla="*/ 306 w 479"/>
                <a:gd name="T109" fmla="*/ 156 h 435"/>
                <a:gd name="T110" fmla="*/ 274 w 479"/>
                <a:gd name="T111" fmla="*/ 177 h 435"/>
                <a:gd name="T112" fmla="*/ 256 w 479"/>
                <a:gd name="T113" fmla="*/ 181 h 435"/>
                <a:gd name="T114" fmla="*/ 231 w 479"/>
                <a:gd name="T115" fmla="*/ 170 h 435"/>
                <a:gd name="T116" fmla="*/ 214 w 479"/>
                <a:gd name="T117" fmla="*/ 154 h 435"/>
                <a:gd name="T118" fmla="*/ 178 w 479"/>
                <a:gd name="T119" fmla="*/ 156 h 435"/>
                <a:gd name="T120" fmla="*/ 173 w 479"/>
                <a:gd name="T121" fmla="*/ 136 h 435"/>
                <a:gd name="T122" fmla="*/ 177 w 479"/>
                <a:gd name="T123" fmla="*/ 57 h 435"/>
                <a:gd name="T124" fmla="*/ 184 w 479"/>
                <a:gd name="T125" fmla="*/ 27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79" h="435">
                  <a:moveTo>
                    <a:pt x="307" y="101"/>
                  </a:moveTo>
                  <a:lnTo>
                    <a:pt x="307" y="101"/>
                  </a:lnTo>
                  <a:lnTo>
                    <a:pt x="297" y="99"/>
                  </a:lnTo>
                  <a:lnTo>
                    <a:pt x="286" y="96"/>
                  </a:lnTo>
                  <a:lnTo>
                    <a:pt x="286" y="96"/>
                  </a:lnTo>
                  <a:lnTo>
                    <a:pt x="279" y="92"/>
                  </a:lnTo>
                  <a:lnTo>
                    <a:pt x="274" y="87"/>
                  </a:lnTo>
                  <a:lnTo>
                    <a:pt x="263" y="76"/>
                  </a:lnTo>
                  <a:lnTo>
                    <a:pt x="263" y="76"/>
                  </a:lnTo>
                  <a:lnTo>
                    <a:pt x="263" y="76"/>
                  </a:lnTo>
                  <a:lnTo>
                    <a:pt x="251" y="87"/>
                  </a:lnTo>
                  <a:lnTo>
                    <a:pt x="246" y="92"/>
                  </a:lnTo>
                  <a:lnTo>
                    <a:pt x="240" y="96"/>
                  </a:lnTo>
                  <a:lnTo>
                    <a:pt x="240" y="96"/>
                  </a:lnTo>
                  <a:lnTo>
                    <a:pt x="230" y="99"/>
                  </a:lnTo>
                  <a:lnTo>
                    <a:pt x="223" y="101"/>
                  </a:lnTo>
                  <a:lnTo>
                    <a:pt x="208" y="101"/>
                  </a:lnTo>
                  <a:lnTo>
                    <a:pt x="208" y="101"/>
                  </a:lnTo>
                  <a:lnTo>
                    <a:pt x="216" y="122"/>
                  </a:lnTo>
                  <a:lnTo>
                    <a:pt x="219" y="131"/>
                  </a:lnTo>
                  <a:lnTo>
                    <a:pt x="224" y="140"/>
                  </a:lnTo>
                  <a:lnTo>
                    <a:pt x="231" y="149"/>
                  </a:lnTo>
                  <a:lnTo>
                    <a:pt x="239" y="156"/>
                  </a:lnTo>
                  <a:lnTo>
                    <a:pt x="247" y="161"/>
                  </a:lnTo>
                  <a:lnTo>
                    <a:pt x="258" y="165"/>
                  </a:lnTo>
                  <a:lnTo>
                    <a:pt x="258" y="165"/>
                  </a:lnTo>
                  <a:lnTo>
                    <a:pt x="270" y="161"/>
                  </a:lnTo>
                  <a:lnTo>
                    <a:pt x="281" y="156"/>
                  </a:lnTo>
                  <a:lnTo>
                    <a:pt x="288" y="149"/>
                  </a:lnTo>
                  <a:lnTo>
                    <a:pt x="295" y="140"/>
                  </a:lnTo>
                  <a:lnTo>
                    <a:pt x="300" y="131"/>
                  </a:lnTo>
                  <a:lnTo>
                    <a:pt x="304" y="122"/>
                  </a:lnTo>
                  <a:lnTo>
                    <a:pt x="307" y="101"/>
                  </a:lnTo>
                  <a:lnTo>
                    <a:pt x="307" y="101"/>
                  </a:lnTo>
                  <a:close/>
                  <a:moveTo>
                    <a:pt x="0" y="379"/>
                  </a:moveTo>
                  <a:lnTo>
                    <a:pt x="40" y="379"/>
                  </a:lnTo>
                  <a:lnTo>
                    <a:pt x="40" y="379"/>
                  </a:lnTo>
                  <a:lnTo>
                    <a:pt x="44" y="364"/>
                  </a:lnTo>
                  <a:lnTo>
                    <a:pt x="44" y="364"/>
                  </a:lnTo>
                  <a:lnTo>
                    <a:pt x="49" y="356"/>
                  </a:lnTo>
                  <a:lnTo>
                    <a:pt x="56" y="349"/>
                  </a:lnTo>
                  <a:lnTo>
                    <a:pt x="74" y="336"/>
                  </a:lnTo>
                  <a:lnTo>
                    <a:pt x="86" y="326"/>
                  </a:lnTo>
                  <a:lnTo>
                    <a:pt x="97" y="310"/>
                  </a:lnTo>
                  <a:lnTo>
                    <a:pt x="109" y="287"/>
                  </a:lnTo>
                  <a:lnTo>
                    <a:pt x="122" y="251"/>
                  </a:lnTo>
                  <a:lnTo>
                    <a:pt x="122" y="251"/>
                  </a:lnTo>
                  <a:lnTo>
                    <a:pt x="131" y="227"/>
                  </a:lnTo>
                  <a:lnTo>
                    <a:pt x="139" y="211"/>
                  </a:lnTo>
                  <a:lnTo>
                    <a:pt x="139" y="211"/>
                  </a:lnTo>
                  <a:lnTo>
                    <a:pt x="143" y="204"/>
                  </a:lnTo>
                  <a:lnTo>
                    <a:pt x="150" y="200"/>
                  </a:lnTo>
                  <a:lnTo>
                    <a:pt x="161" y="195"/>
                  </a:lnTo>
                  <a:lnTo>
                    <a:pt x="173" y="191"/>
                  </a:lnTo>
                  <a:lnTo>
                    <a:pt x="196" y="188"/>
                  </a:lnTo>
                  <a:lnTo>
                    <a:pt x="214" y="186"/>
                  </a:lnTo>
                  <a:lnTo>
                    <a:pt x="214" y="186"/>
                  </a:lnTo>
                  <a:lnTo>
                    <a:pt x="223" y="200"/>
                  </a:lnTo>
                  <a:lnTo>
                    <a:pt x="299" y="200"/>
                  </a:lnTo>
                  <a:lnTo>
                    <a:pt x="299" y="200"/>
                  </a:lnTo>
                  <a:lnTo>
                    <a:pt x="307" y="186"/>
                  </a:lnTo>
                  <a:lnTo>
                    <a:pt x="307" y="186"/>
                  </a:lnTo>
                  <a:lnTo>
                    <a:pt x="325" y="188"/>
                  </a:lnTo>
                  <a:lnTo>
                    <a:pt x="350" y="191"/>
                  </a:lnTo>
                  <a:lnTo>
                    <a:pt x="361" y="195"/>
                  </a:lnTo>
                  <a:lnTo>
                    <a:pt x="371" y="200"/>
                  </a:lnTo>
                  <a:lnTo>
                    <a:pt x="378" y="204"/>
                  </a:lnTo>
                  <a:lnTo>
                    <a:pt x="384" y="211"/>
                  </a:lnTo>
                  <a:lnTo>
                    <a:pt x="384" y="211"/>
                  </a:lnTo>
                  <a:lnTo>
                    <a:pt x="392" y="244"/>
                  </a:lnTo>
                  <a:lnTo>
                    <a:pt x="406" y="292"/>
                  </a:lnTo>
                  <a:lnTo>
                    <a:pt x="414" y="318"/>
                  </a:lnTo>
                  <a:lnTo>
                    <a:pt x="419" y="341"/>
                  </a:lnTo>
                  <a:lnTo>
                    <a:pt x="421" y="361"/>
                  </a:lnTo>
                  <a:lnTo>
                    <a:pt x="419" y="368"/>
                  </a:lnTo>
                  <a:lnTo>
                    <a:pt x="419" y="373"/>
                  </a:lnTo>
                  <a:lnTo>
                    <a:pt x="419" y="373"/>
                  </a:lnTo>
                  <a:lnTo>
                    <a:pt x="414" y="379"/>
                  </a:lnTo>
                  <a:lnTo>
                    <a:pt x="479" y="379"/>
                  </a:lnTo>
                  <a:lnTo>
                    <a:pt x="479" y="435"/>
                  </a:lnTo>
                  <a:lnTo>
                    <a:pt x="0" y="435"/>
                  </a:lnTo>
                  <a:lnTo>
                    <a:pt x="0" y="379"/>
                  </a:lnTo>
                  <a:lnTo>
                    <a:pt x="0" y="379"/>
                  </a:lnTo>
                  <a:close/>
                  <a:moveTo>
                    <a:pt x="157" y="357"/>
                  </a:moveTo>
                  <a:lnTo>
                    <a:pt x="157" y="373"/>
                  </a:lnTo>
                  <a:lnTo>
                    <a:pt x="369" y="373"/>
                  </a:lnTo>
                  <a:lnTo>
                    <a:pt x="369" y="357"/>
                  </a:lnTo>
                  <a:lnTo>
                    <a:pt x="157" y="357"/>
                  </a:lnTo>
                  <a:lnTo>
                    <a:pt x="157" y="357"/>
                  </a:lnTo>
                  <a:close/>
                  <a:moveTo>
                    <a:pt x="65" y="379"/>
                  </a:moveTo>
                  <a:lnTo>
                    <a:pt x="108" y="379"/>
                  </a:lnTo>
                  <a:lnTo>
                    <a:pt x="108" y="379"/>
                  </a:lnTo>
                  <a:lnTo>
                    <a:pt x="104" y="372"/>
                  </a:lnTo>
                  <a:lnTo>
                    <a:pt x="101" y="364"/>
                  </a:lnTo>
                  <a:lnTo>
                    <a:pt x="99" y="363"/>
                  </a:lnTo>
                  <a:lnTo>
                    <a:pt x="95" y="361"/>
                  </a:lnTo>
                  <a:lnTo>
                    <a:pt x="95" y="361"/>
                  </a:lnTo>
                  <a:lnTo>
                    <a:pt x="88" y="359"/>
                  </a:lnTo>
                  <a:lnTo>
                    <a:pt x="81" y="359"/>
                  </a:lnTo>
                  <a:lnTo>
                    <a:pt x="74" y="361"/>
                  </a:lnTo>
                  <a:lnTo>
                    <a:pt x="71" y="363"/>
                  </a:lnTo>
                  <a:lnTo>
                    <a:pt x="71" y="363"/>
                  </a:lnTo>
                  <a:lnTo>
                    <a:pt x="67" y="368"/>
                  </a:lnTo>
                  <a:lnTo>
                    <a:pt x="65" y="373"/>
                  </a:lnTo>
                  <a:lnTo>
                    <a:pt x="65" y="379"/>
                  </a:lnTo>
                  <a:lnTo>
                    <a:pt x="65" y="379"/>
                  </a:lnTo>
                  <a:close/>
                  <a:moveTo>
                    <a:pt x="352" y="221"/>
                  </a:moveTo>
                  <a:lnTo>
                    <a:pt x="170" y="221"/>
                  </a:lnTo>
                  <a:lnTo>
                    <a:pt x="170" y="221"/>
                  </a:lnTo>
                  <a:lnTo>
                    <a:pt x="166" y="223"/>
                  </a:lnTo>
                  <a:lnTo>
                    <a:pt x="164" y="225"/>
                  </a:lnTo>
                  <a:lnTo>
                    <a:pt x="164" y="225"/>
                  </a:lnTo>
                  <a:lnTo>
                    <a:pt x="162" y="227"/>
                  </a:lnTo>
                  <a:lnTo>
                    <a:pt x="161" y="230"/>
                  </a:lnTo>
                  <a:lnTo>
                    <a:pt x="161" y="334"/>
                  </a:lnTo>
                  <a:lnTo>
                    <a:pt x="161" y="334"/>
                  </a:lnTo>
                  <a:lnTo>
                    <a:pt x="162" y="336"/>
                  </a:lnTo>
                  <a:lnTo>
                    <a:pt x="164" y="340"/>
                  </a:lnTo>
                  <a:lnTo>
                    <a:pt x="164" y="340"/>
                  </a:lnTo>
                  <a:lnTo>
                    <a:pt x="166" y="341"/>
                  </a:lnTo>
                  <a:lnTo>
                    <a:pt x="170" y="341"/>
                  </a:lnTo>
                  <a:lnTo>
                    <a:pt x="352" y="341"/>
                  </a:lnTo>
                  <a:lnTo>
                    <a:pt x="352" y="341"/>
                  </a:lnTo>
                  <a:lnTo>
                    <a:pt x="355" y="341"/>
                  </a:lnTo>
                  <a:lnTo>
                    <a:pt x="357" y="340"/>
                  </a:lnTo>
                  <a:lnTo>
                    <a:pt x="357" y="340"/>
                  </a:lnTo>
                  <a:lnTo>
                    <a:pt x="359" y="336"/>
                  </a:lnTo>
                  <a:lnTo>
                    <a:pt x="361" y="334"/>
                  </a:lnTo>
                  <a:lnTo>
                    <a:pt x="361" y="230"/>
                  </a:lnTo>
                  <a:lnTo>
                    <a:pt x="361" y="230"/>
                  </a:lnTo>
                  <a:lnTo>
                    <a:pt x="359" y="227"/>
                  </a:lnTo>
                  <a:lnTo>
                    <a:pt x="357" y="225"/>
                  </a:lnTo>
                  <a:lnTo>
                    <a:pt x="357" y="225"/>
                  </a:lnTo>
                  <a:lnTo>
                    <a:pt x="355" y="223"/>
                  </a:lnTo>
                  <a:lnTo>
                    <a:pt x="352" y="221"/>
                  </a:lnTo>
                  <a:lnTo>
                    <a:pt x="352" y="221"/>
                  </a:lnTo>
                  <a:close/>
                  <a:moveTo>
                    <a:pt x="184" y="27"/>
                  </a:moveTo>
                  <a:lnTo>
                    <a:pt x="184" y="27"/>
                  </a:lnTo>
                  <a:lnTo>
                    <a:pt x="191" y="18"/>
                  </a:lnTo>
                  <a:lnTo>
                    <a:pt x="198" y="12"/>
                  </a:lnTo>
                  <a:lnTo>
                    <a:pt x="207" y="7"/>
                  </a:lnTo>
                  <a:lnTo>
                    <a:pt x="216" y="4"/>
                  </a:lnTo>
                  <a:lnTo>
                    <a:pt x="235" y="2"/>
                  </a:lnTo>
                  <a:lnTo>
                    <a:pt x="256" y="0"/>
                  </a:lnTo>
                  <a:lnTo>
                    <a:pt x="261" y="0"/>
                  </a:lnTo>
                  <a:lnTo>
                    <a:pt x="261" y="0"/>
                  </a:lnTo>
                  <a:lnTo>
                    <a:pt x="281" y="2"/>
                  </a:lnTo>
                  <a:lnTo>
                    <a:pt x="302" y="4"/>
                  </a:lnTo>
                  <a:lnTo>
                    <a:pt x="311" y="7"/>
                  </a:lnTo>
                  <a:lnTo>
                    <a:pt x="318" y="12"/>
                  </a:lnTo>
                  <a:lnTo>
                    <a:pt x="327" y="18"/>
                  </a:lnTo>
                  <a:lnTo>
                    <a:pt x="332" y="27"/>
                  </a:lnTo>
                  <a:lnTo>
                    <a:pt x="332" y="27"/>
                  </a:lnTo>
                  <a:lnTo>
                    <a:pt x="338" y="39"/>
                  </a:lnTo>
                  <a:lnTo>
                    <a:pt x="341" y="57"/>
                  </a:lnTo>
                  <a:lnTo>
                    <a:pt x="343" y="76"/>
                  </a:lnTo>
                  <a:lnTo>
                    <a:pt x="345" y="97"/>
                  </a:lnTo>
                  <a:lnTo>
                    <a:pt x="343" y="136"/>
                  </a:lnTo>
                  <a:lnTo>
                    <a:pt x="341" y="149"/>
                  </a:lnTo>
                  <a:lnTo>
                    <a:pt x="338" y="156"/>
                  </a:lnTo>
                  <a:lnTo>
                    <a:pt x="338" y="156"/>
                  </a:lnTo>
                  <a:lnTo>
                    <a:pt x="334" y="158"/>
                  </a:lnTo>
                  <a:lnTo>
                    <a:pt x="325" y="158"/>
                  </a:lnTo>
                  <a:lnTo>
                    <a:pt x="306" y="156"/>
                  </a:lnTo>
                  <a:lnTo>
                    <a:pt x="306" y="156"/>
                  </a:lnTo>
                  <a:lnTo>
                    <a:pt x="297" y="165"/>
                  </a:lnTo>
                  <a:lnTo>
                    <a:pt x="286" y="172"/>
                  </a:lnTo>
                  <a:lnTo>
                    <a:pt x="274" y="177"/>
                  </a:lnTo>
                  <a:lnTo>
                    <a:pt x="260" y="181"/>
                  </a:lnTo>
                  <a:lnTo>
                    <a:pt x="258" y="181"/>
                  </a:lnTo>
                  <a:lnTo>
                    <a:pt x="256" y="181"/>
                  </a:lnTo>
                  <a:lnTo>
                    <a:pt x="256" y="181"/>
                  </a:lnTo>
                  <a:lnTo>
                    <a:pt x="242" y="177"/>
                  </a:lnTo>
                  <a:lnTo>
                    <a:pt x="231" y="170"/>
                  </a:lnTo>
                  <a:lnTo>
                    <a:pt x="223" y="163"/>
                  </a:lnTo>
                  <a:lnTo>
                    <a:pt x="214" y="154"/>
                  </a:lnTo>
                  <a:lnTo>
                    <a:pt x="214" y="154"/>
                  </a:lnTo>
                  <a:lnTo>
                    <a:pt x="193" y="158"/>
                  </a:lnTo>
                  <a:lnTo>
                    <a:pt x="184" y="158"/>
                  </a:lnTo>
                  <a:lnTo>
                    <a:pt x="178" y="156"/>
                  </a:lnTo>
                  <a:lnTo>
                    <a:pt x="178" y="156"/>
                  </a:lnTo>
                  <a:lnTo>
                    <a:pt x="177" y="149"/>
                  </a:lnTo>
                  <a:lnTo>
                    <a:pt x="173" y="136"/>
                  </a:lnTo>
                  <a:lnTo>
                    <a:pt x="173" y="97"/>
                  </a:lnTo>
                  <a:lnTo>
                    <a:pt x="173" y="76"/>
                  </a:lnTo>
                  <a:lnTo>
                    <a:pt x="177" y="57"/>
                  </a:lnTo>
                  <a:lnTo>
                    <a:pt x="178" y="39"/>
                  </a:lnTo>
                  <a:lnTo>
                    <a:pt x="184" y="27"/>
                  </a:lnTo>
                  <a:lnTo>
                    <a:pt x="184" y="27"/>
                  </a:lnTo>
                  <a:close/>
                </a:path>
              </a:pathLst>
            </a:custGeom>
            <a:solidFill>
              <a:srgbClr val="4D4F5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sp>
          <p:nvSpPr>
            <p:cNvPr id="1186" name="Freeform 160">
              <a:extLst>
                <a:ext uri="{FF2B5EF4-FFF2-40B4-BE49-F238E27FC236}">
                  <a16:creationId xmlns:a16="http://schemas.microsoft.com/office/drawing/2014/main" id="{326F2CFD-7A00-8E94-D7C7-E3C5F4A780AA}"/>
                </a:ext>
              </a:extLst>
            </p:cNvPr>
            <p:cNvSpPr>
              <a:spLocks noEditPoints="1"/>
            </p:cNvSpPr>
            <p:nvPr/>
          </p:nvSpPr>
          <p:spPr bwMode="auto">
            <a:xfrm>
              <a:off x="8816758" y="610354"/>
              <a:ext cx="288665" cy="322037"/>
            </a:xfrm>
            <a:custGeom>
              <a:avLst/>
              <a:gdLst>
                <a:gd name="T0" fmla="*/ 472 w 926"/>
                <a:gd name="T1" fmla="*/ 322 h 1250"/>
                <a:gd name="T2" fmla="*/ 40 w 926"/>
                <a:gd name="T3" fmla="*/ 10 h 1250"/>
                <a:gd name="T4" fmla="*/ 31 w 926"/>
                <a:gd name="T5" fmla="*/ 71 h 1250"/>
                <a:gd name="T6" fmla="*/ 45 w 926"/>
                <a:gd name="T7" fmla="*/ 666 h 1250"/>
                <a:gd name="T8" fmla="*/ 0 w 926"/>
                <a:gd name="T9" fmla="*/ 711 h 1250"/>
                <a:gd name="T10" fmla="*/ 45 w 926"/>
                <a:gd name="T11" fmla="*/ 756 h 1250"/>
                <a:gd name="T12" fmla="*/ 370 w 926"/>
                <a:gd name="T13" fmla="*/ 818 h 1250"/>
                <a:gd name="T14" fmla="*/ 409 w 926"/>
                <a:gd name="T15" fmla="*/ 1247 h 1250"/>
                <a:gd name="T16" fmla="*/ 469 w 926"/>
                <a:gd name="T17" fmla="*/ 1222 h 1250"/>
                <a:gd name="T18" fmla="*/ 519 w 926"/>
                <a:gd name="T19" fmla="*/ 788 h 1250"/>
                <a:gd name="T20" fmla="*/ 867 w 926"/>
                <a:gd name="T21" fmla="*/ 1123 h 1250"/>
                <a:gd name="T22" fmla="*/ 923 w 926"/>
                <a:gd name="T23" fmla="*/ 1095 h 1250"/>
                <a:gd name="T24" fmla="*/ 113 w 926"/>
                <a:gd name="T25" fmla="*/ 118 h 1250"/>
                <a:gd name="T26" fmla="*/ 96 w 926"/>
                <a:gd name="T27" fmla="*/ 76 h 1250"/>
                <a:gd name="T28" fmla="*/ 137 w 926"/>
                <a:gd name="T29" fmla="*/ 60 h 1250"/>
                <a:gd name="T30" fmla="*/ 155 w 926"/>
                <a:gd name="T31" fmla="*/ 101 h 1250"/>
                <a:gd name="T32" fmla="*/ 275 w 926"/>
                <a:gd name="T33" fmla="*/ 250 h 1250"/>
                <a:gd name="T34" fmla="*/ 243 w 926"/>
                <a:gd name="T35" fmla="*/ 218 h 1250"/>
                <a:gd name="T36" fmla="*/ 275 w 926"/>
                <a:gd name="T37" fmla="*/ 186 h 1250"/>
                <a:gd name="T38" fmla="*/ 307 w 926"/>
                <a:gd name="T39" fmla="*/ 218 h 1250"/>
                <a:gd name="T40" fmla="*/ 275 w 926"/>
                <a:gd name="T41" fmla="*/ 250 h 1250"/>
                <a:gd name="T42" fmla="*/ 133 w 926"/>
                <a:gd name="T43" fmla="*/ 717 h 1250"/>
                <a:gd name="T44" fmla="*/ 158 w 926"/>
                <a:gd name="T45" fmla="*/ 679 h 1250"/>
                <a:gd name="T46" fmla="*/ 197 w 926"/>
                <a:gd name="T47" fmla="*/ 704 h 1250"/>
                <a:gd name="T48" fmla="*/ 172 w 926"/>
                <a:gd name="T49" fmla="*/ 742 h 1250"/>
                <a:gd name="T50" fmla="*/ 452 w 926"/>
                <a:gd name="T51" fmla="*/ 333 h 1250"/>
                <a:gd name="T52" fmla="*/ 444 w 926"/>
                <a:gd name="T53" fmla="*/ 377 h 1250"/>
                <a:gd name="T54" fmla="*/ 400 w 926"/>
                <a:gd name="T55" fmla="*/ 368 h 1250"/>
                <a:gd name="T56" fmla="*/ 409 w 926"/>
                <a:gd name="T57" fmla="*/ 325 h 1250"/>
                <a:gd name="T58" fmla="*/ 444 w 926"/>
                <a:gd name="T59" fmla="*/ 492 h 1250"/>
                <a:gd name="T60" fmla="*/ 452 w 926"/>
                <a:gd name="T61" fmla="*/ 535 h 1250"/>
                <a:gd name="T62" fmla="*/ 409 w 926"/>
                <a:gd name="T63" fmla="*/ 544 h 1250"/>
                <a:gd name="T64" fmla="*/ 400 w 926"/>
                <a:gd name="T65" fmla="*/ 500 h 1250"/>
                <a:gd name="T66" fmla="*/ 420 w 926"/>
                <a:gd name="T67" fmla="*/ 1125 h 1250"/>
                <a:gd name="T68" fmla="*/ 395 w 926"/>
                <a:gd name="T69" fmla="*/ 1086 h 1250"/>
                <a:gd name="T70" fmla="*/ 434 w 926"/>
                <a:gd name="T71" fmla="*/ 1063 h 1250"/>
                <a:gd name="T72" fmla="*/ 457 w 926"/>
                <a:gd name="T73" fmla="*/ 1100 h 1250"/>
                <a:gd name="T74" fmla="*/ 427 w 926"/>
                <a:gd name="T75" fmla="*/ 949 h 1250"/>
                <a:gd name="T76" fmla="*/ 395 w 926"/>
                <a:gd name="T77" fmla="*/ 918 h 1250"/>
                <a:gd name="T78" fmla="*/ 427 w 926"/>
                <a:gd name="T79" fmla="*/ 886 h 1250"/>
                <a:gd name="T80" fmla="*/ 459 w 926"/>
                <a:gd name="T81" fmla="*/ 918 h 1250"/>
                <a:gd name="T82" fmla="*/ 427 w 926"/>
                <a:gd name="T83" fmla="*/ 949 h 1250"/>
                <a:gd name="T84" fmla="*/ 350 w 926"/>
                <a:gd name="T85" fmla="*/ 749 h 1250"/>
                <a:gd name="T86" fmla="*/ 395 w 926"/>
                <a:gd name="T87" fmla="*/ 642 h 1250"/>
                <a:gd name="T88" fmla="*/ 502 w 926"/>
                <a:gd name="T89" fmla="*/ 686 h 1250"/>
                <a:gd name="T90" fmla="*/ 459 w 926"/>
                <a:gd name="T91" fmla="*/ 794 h 1250"/>
                <a:gd name="T92" fmla="*/ 612 w 926"/>
                <a:gd name="T93" fmla="*/ 732 h 1250"/>
                <a:gd name="T94" fmla="*/ 612 w 926"/>
                <a:gd name="T95" fmla="*/ 689 h 1250"/>
                <a:gd name="T96" fmla="*/ 656 w 926"/>
                <a:gd name="T97" fmla="*/ 689 h 1250"/>
                <a:gd name="T98" fmla="*/ 656 w 926"/>
                <a:gd name="T99" fmla="*/ 732 h 1250"/>
                <a:gd name="T100" fmla="*/ 761 w 926"/>
                <a:gd name="T101" fmla="*/ 883 h 1250"/>
                <a:gd name="T102" fmla="*/ 744 w 926"/>
                <a:gd name="T103" fmla="*/ 841 h 1250"/>
                <a:gd name="T104" fmla="*/ 786 w 926"/>
                <a:gd name="T105" fmla="*/ 824 h 1250"/>
                <a:gd name="T106" fmla="*/ 802 w 926"/>
                <a:gd name="T107" fmla="*/ 866 h 1250"/>
                <a:gd name="T108" fmla="*/ 861 w 926"/>
                <a:gd name="T109" fmla="*/ 1068 h 1250"/>
                <a:gd name="T110" fmla="*/ 829 w 926"/>
                <a:gd name="T111" fmla="*/ 1036 h 1250"/>
                <a:gd name="T112" fmla="*/ 861 w 926"/>
                <a:gd name="T113" fmla="*/ 1005 h 1250"/>
                <a:gd name="T114" fmla="*/ 893 w 926"/>
                <a:gd name="T115" fmla="*/ 1036 h 1250"/>
                <a:gd name="T116" fmla="*/ 861 w 926"/>
                <a:gd name="T117" fmla="*/ 1068 h 1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26" h="1250">
                  <a:moveTo>
                    <a:pt x="921" y="1061"/>
                  </a:moveTo>
                  <a:lnTo>
                    <a:pt x="732" y="666"/>
                  </a:lnTo>
                  <a:lnTo>
                    <a:pt x="529" y="666"/>
                  </a:lnTo>
                  <a:lnTo>
                    <a:pt x="529" y="666"/>
                  </a:lnTo>
                  <a:lnTo>
                    <a:pt x="519" y="649"/>
                  </a:lnTo>
                  <a:lnTo>
                    <a:pt x="505" y="634"/>
                  </a:lnTo>
                  <a:lnTo>
                    <a:pt x="489" y="622"/>
                  </a:lnTo>
                  <a:lnTo>
                    <a:pt x="472" y="612"/>
                  </a:lnTo>
                  <a:lnTo>
                    <a:pt x="472" y="322"/>
                  </a:lnTo>
                  <a:lnTo>
                    <a:pt x="96" y="10"/>
                  </a:lnTo>
                  <a:lnTo>
                    <a:pt x="96" y="10"/>
                  </a:lnTo>
                  <a:lnTo>
                    <a:pt x="88" y="5"/>
                  </a:lnTo>
                  <a:lnTo>
                    <a:pt x="80" y="1"/>
                  </a:lnTo>
                  <a:lnTo>
                    <a:pt x="71" y="0"/>
                  </a:lnTo>
                  <a:lnTo>
                    <a:pt x="63" y="0"/>
                  </a:lnTo>
                  <a:lnTo>
                    <a:pt x="55" y="1"/>
                  </a:lnTo>
                  <a:lnTo>
                    <a:pt x="46" y="5"/>
                  </a:lnTo>
                  <a:lnTo>
                    <a:pt x="40" y="10"/>
                  </a:lnTo>
                  <a:lnTo>
                    <a:pt x="33" y="15"/>
                  </a:lnTo>
                  <a:lnTo>
                    <a:pt x="33" y="15"/>
                  </a:lnTo>
                  <a:lnTo>
                    <a:pt x="28" y="23"/>
                  </a:lnTo>
                  <a:lnTo>
                    <a:pt x="25" y="31"/>
                  </a:lnTo>
                  <a:lnTo>
                    <a:pt x="23" y="40"/>
                  </a:lnTo>
                  <a:lnTo>
                    <a:pt x="23" y="48"/>
                  </a:lnTo>
                  <a:lnTo>
                    <a:pt x="25" y="56"/>
                  </a:lnTo>
                  <a:lnTo>
                    <a:pt x="28" y="65"/>
                  </a:lnTo>
                  <a:lnTo>
                    <a:pt x="31" y="71"/>
                  </a:lnTo>
                  <a:lnTo>
                    <a:pt x="38" y="78"/>
                  </a:lnTo>
                  <a:lnTo>
                    <a:pt x="382" y="365"/>
                  </a:lnTo>
                  <a:lnTo>
                    <a:pt x="382" y="612"/>
                  </a:lnTo>
                  <a:lnTo>
                    <a:pt x="382" y="612"/>
                  </a:lnTo>
                  <a:lnTo>
                    <a:pt x="363" y="622"/>
                  </a:lnTo>
                  <a:lnTo>
                    <a:pt x="348" y="634"/>
                  </a:lnTo>
                  <a:lnTo>
                    <a:pt x="335" y="649"/>
                  </a:lnTo>
                  <a:lnTo>
                    <a:pt x="323" y="666"/>
                  </a:lnTo>
                  <a:lnTo>
                    <a:pt x="45" y="666"/>
                  </a:lnTo>
                  <a:lnTo>
                    <a:pt x="45" y="666"/>
                  </a:lnTo>
                  <a:lnTo>
                    <a:pt x="36" y="667"/>
                  </a:lnTo>
                  <a:lnTo>
                    <a:pt x="28" y="669"/>
                  </a:lnTo>
                  <a:lnTo>
                    <a:pt x="20" y="674"/>
                  </a:lnTo>
                  <a:lnTo>
                    <a:pt x="13" y="679"/>
                  </a:lnTo>
                  <a:lnTo>
                    <a:pt x="8" y="686"/>
                  </a:lnTo>
                  <a:lnTo>
                    <a:pt x="3" y="694"/>
                  </a:lnTo>
                  <a:lnTo>
                    <a:pt x="1" y="702"/>
                  </a:lnTo>
                  <a:lnTo>
                    <a:pt x="0" y="711"/>
                  </a:lnTo>
                  <a:lnTo>
                    <a:pt x="0" y="711"/>
                  </a:lnTo>
                  <a:lnTo>
                    <a:pt x="1" y="719"/>
                  </a:lnTo>
                  <a:lnTo>
                    <a:pt x="3" y="729"/>
                  </a:lnTo>
                  <a:lnTo>
                    <a:pt x="8" y="736"/>
                  </a:lnTo>
                  <a:lnTo>
                    <a:pt x="13" y="742"/>
                  </a:lnTo>
                  <a:lnTo>
                    <a:pt x="20" y="747"/>
                  </a:lnTo>
                  <a:lnTo>
                    <a:pt x="28" y="752"/>
                  </a:lnTo>
                  <a:lnTo>
                    <a:pt x="36" y="754"/>
                  </a:lnTo>
                  <a:lnTo>
                    <a:pt x="45" y="756"/>
                  </a:lnTo>
                  <a:lnTo>
                    <a:pt x="318" y="756"/>
                  </a:lnTo>
                  <a:lnTo>
                    <a:pt x="318" y="756"/>
                  </a:lnTo>
                  <a:lnTo>
                    <a:pt x="323" y="767"/>
                  </a:lnTo>
                  <a:lnTo>
                    <a:pt x="328" y="778"/>
                  </a:lnTo>
                  <a:lnTo>
                    <a:pt x="335" y="788"/>
                  </a:lnTo>
                  <a:lnTo>
                    <a:pt x="343" y="796"/>
                  </a:lnTo>
                  <a:lnTo>
                    <a:pt x="352" y="804"/>
                  </a:lnTo>
                  <a:lnTo>
                    <a:pt x="360" y="813"/>
                  </a:lnTo>
                  <a:lnTo>
                    <a:pt x="370" y="818"/>
                  </a:lnTo>
                  <a:lnTo>
                    <a:pt x="382" y="824"/>
                  </a:lnTo>
                  <a:lnTo>
                    <a:pt x="382" y="1205"/>
                  </a:lnTo>
                  <a:lnTo>
                    <a:pt x="382" y="1205"/>
                  </a:lnTo>
                  <a:lnTo>
                    <a:pt x="382" y="1213"/>
                  </a:lnTo>
                  <a:lnTo>
                    <a:pt x="385" y="1222"/>
                  </a:lnTo>
                  <a:lnTo>
                    <a:pt x="389" y="1230"/>
                  </a:lnTo>
                  <a:lnTo>
                    <a:pt x="395" y="1237"/>
                  </a:lnTo>
                  <a:lnTo>
                    <a:pt x="402" y="1242"/>
                  </a:lnTo>
                  <a:lnTo>
                    <a:pt x="409" y="1247"/>
                  </a:lnTo>
                  <a:lnTo>
                    <a:pt x="417" y="1248"/>
                  </a:lnTo>
                  <a:lnTo>
                    <a:pt x="427" y="1250"/>
                  </a:lnTo>
                  <a:lnTo>
                    <a:pt x="427" y="1250"/>
                  </a:lnTo>
                  <a:lnTo>
                    <a:pt x="435" y="1248"/>
                  </a:lnTo>
                  <a:lnTo>
                    <a:pt x="444" y="1247"/>
                  </a:lnTo>
                  <a:lnTo>
                    <a:pt x="452" y="1242"/>
                  </a:lnTo>
                  <a:lnTo>
                    <a:pt x="459" y="1237"/>
                  </a:lnTo>
                  <a:lnTo>
                    <a:pt x="464" y="1230"/>
                  </a:lnTo>
                  <a:lnTo>
                    <a:pt x="469" y="1222"/>
                  </a:lnTo>
                  <a:lnTo>
                    <a:pt x="470" y="1213"/>
                  </a:lnTo>
                  <a:lnTo>
                    <a:pt x="472" y="1205"/>
                  </a:lnTo>
                  <a:lnTo>
                    <a:pt x="472" y="824"/>
                  </a:lnTo>
                  <a:lnTo>
                    <a:pt x="472" y="824"/>
                  </a:lnTo>
                  <a:lnTo>
                    <a:pt x="482" y="818"/>
                  </a:lnTo>
                  <a:lnTo>
                    <a:pt x="492" y="813"/>
                  </a:lnTo>
                  <a:lnTo>
                    <a:pt x="502" y="804"/>
                  </a:lnTo>
                  <a:lnTo>
                    <a:pt x="510" y="796"/>
                  </a:lnTo>
                  <a:lnTo>
                    <a:pt x="519" y="788"/>
                  </a:lnTo>
                  <a:lnTo>
                    <a:pt x="525" y="778"/>
                  </a:lnTo>
                  <a:lnTo>
                    <a:pt x="530" y="767"/>
                  </a:lnTo>
                  <a:lnTo>
                    <a:pt x="535" y="756"/>
                  </a:lnTo>
                  <a:lnTo>
                    <a:pt x="676" y="756"/>
                  </a:lnTo>
                  <a:lnTo>
                    <a:pt x="839" y="1100"/>
                  </a:lnTo>
                  <a:lnTo>
                    <a:pt x="839" y="1100"/>
                  </a:lnTo>
                  <a:lnTo>
                    <a:pt x="847" y="1110"/>
                  </a:lnTo>
                  <a:lnTo>
                    <a:pt x="856" y="1118"/>
                  </a:lnTo>
                  <a:lnTo>
                    <a:pt x="867" y="1123"/>
                  </a:lnTo>
                  <a:lnTo>
                    <a:pt x="881" y="1125"/>
                  </a:lnTo>
                  <a:lnTo>
                    <a:pt x="881" y="1125"/>
                  </a:lnTo>
                  <a:lnTo>
                    <a:pt x="889" y="1125"/>
                  </a:lnTo>
                  <a:lnTo>
                    <a:pt x="899" y="1121"/>
                  </a:lnTo>
                  <a:lnTo>
                    <a:pt x="899" y="1121"/>
                  </a:lnTo>
                  <a:lnTo>
                    <a:pt x="908" y="1116"/>
                  </a:lnTo>
                  <a:lnTo>
                    <a:pt x="914" y="1110"/>
                  </a:lnTo>
                  <a:lnTo>
                    <a:pt x="919" y="1103"/>
                  </a:lnTo>
                  <a:lnTo>
                    <a:pt x="923" y="1095"/>
                  </a:lnTo>
                  <a:lnTo>
                    <a:pt x="924" y="1086"/>
                  </a:lnTo>
                  <a:lnTo>
                    <a:pt x="926" y="1078"/>
                  </a:lnTo>
                  <a:lnTo>
                    <a:pt x="924" y="1070"/>
                  </a:lnTo>
                  <a:lnTo>
                    <a:pt x="921" y="1061"/>
                  </a:lnTo>
                  <a:lnTo>
                    <a:pt x="921" y="1061"/>
                  </a:lnTo>
                  <a:close/>
                  <a:moveTo>
                    <a:pt x="125" y="120"/>
                  </a:moveTo>
                  <a:lnTo>
                    <a:pt x="125" y="120"/>
                  </a:lnTo>
                  <a:lnTo>
                    <a:pt x="118" y="120"/>
                  </a:lnTo>
                  <a:lnTo>
                    <a:pt x="113" y="118"/>
                  </a:lnTo>
                  <a:lnTo>
                    <a:pt x="106" y="115"/>
                  </a:lnTo>
                  <a:lnTo>
                    <a:pt x="103" y="111"/>
                  </a:lnTo>
                  <a:lnTo>
                    <a:pt x="98" y="106"/>
                  </a:lnTo>
                  <a:lnTo>
                    <a:pt x="96" y="101"/>
                  </a:lnTo>
                  <a:lnTo>
                    <a:pt x="95" y="95"/>
                  </a:lnTo>
                  <a:lnTo>
                    <a:pt x="93" y="88"/>
                  </a:lnTo>
                  <a:lnTo>
                    <a:pt x="93" y="88"/>
                  </a:lnTo>
                  <a:lnTo>
                    <a:pt x="95" y="81"/>
                  </a:lnTo>
                  <a:lnTo>
                    <a:pt x="96" y="76"/>
                  </a:lnTo>
                  <a:lnTo>
                    <a:pt x="98" y="71"/>
                  </a:lnTo>
                  <a:lnTo>
                    <a:pt x="103" y="66"/>
                  </a:lnTo>
                  <a:lnTo>
                    <a:pt x="106" y="63"/>
                  </a:lnTo>
                  <a:lnTo>
                    <a:pt x="113" y="60"/>
                  </a:lnTo>
                  <a:lnTo>
                    <a:pt x="118" y="58"/>
                  </a:lnTo>
                  <a:lnTo>
                    <a:pt x="125" y="56"/>
                  </a:lnTo>
                  <a:lnTo>
                    <a:pt x="125" y="56"/>
                  </a:lnTo>
                  <a:lnTo>
                    <a:pt x="132" y="58"/>
                  </a:lnTo>
                  <a:lnTo>
                    <a:pt x="137" y="60"/>
                  </a:lnTo>
                  <a:lnTo>
                    <a:pt x="143" y="63"/>
                  </a:lnTo>
                  <a:lnTo>
                    <a:pt x="147" y="66"/>
                  </a:lnTo>
                  <a:lnTo>
                    <a:pt x="152" y="71"/>
                  </a:lnTo>
                  <a:lnTo>
                    <a:pt x="155" y="76"/>
                  </a:lnTo>
                  <a:lnTo>
                    <a:pt x="157" y="81"/>
                  </a:lnTo>
                  <a:lnTo>
                    <a:pt x="157" y="88"/>
                  </a:lnTo>
                  <a:lnTo>
                    <a:pt x="157" y="88"/>
                  </a:lnTo>
                  <a:lnTo>
                    <a:pt x="157" y="95"/>
                  </a:lnTo>
                  <a:lnTo>
                    <a:pt x="155" y="101"/>
                  </a:lnTo>
                  <a:lnTo>
                    <a:pt x="152" y="106"/>
                  </a:lnTo>
                  <a:lnTo>
                    <a:pt x="147" y="111"/>
                  </a:lnTo>
                  <a:lnTo>
                    <a:pt x="143" y="115"/>
                  </a:lnTo>
                  <a:lnTo>
                    <a:pt x="137" y="118"/>
                  </a:lnTo>
                  <a:lnTo>
                    <a:pt x="132" y="120"/>
                  </a:lnTo>
                  <a:lnTo>
                    <a:pt x="125" y="120"/>
                  </a:lnTo>
                  <a:lnTo>
                    <a:pt x="125" y="120"/>
                  </a:lnTo>
                  <a:close/>
                  <a:moveTo>
                    <a:pt x="275" y="250"/>
                  </a:moveTo>
                  <a:lnTo>
                    <a:pt x="275" y="250"/>
                  </a:lnTo>
                  <a:lnTo>
                    <a:pt x="268" y="250"/>
                  </a:lnTo>
                  <a:lnTo>
                    <a:pt x="262" y="247"/>
                  </a:lnTo>
                  <a:lnTo>
                    <a:pt x="257" y="245"/>
                  </a:lnTo>
                  <a:lnTo>
                    <a:pt x="252" y="240"/>
                  </a:lnTo>
                  <a:lnTo>
                    <a:pt x="248" y="237"/>
                  </a:lnTo>
                  <a:lnTo>
                    <a:pt x="245" y="230"/>
                  </a:lnTo>
                  <a:lnTo>
                    <a:pt x="243" y="225"/>
                  </a:lnTo>
                  <a:lnTo>
                    <a:pt x="243" y="218"/>
                  </a:lnTo>
                  <a:lnTo>
                    <a:pt x="243" y="218"/>
                  </a:lnTo>
                  <a:lnTo>
                    <a:pt x="243" y="212"/>
                  </a:lnTo>
                  <a:lnTo>
                    <a:pt x="245" y="207"/>
                  </a:lnTo>
                  <a:lnTo>
                    <a:pt x="248" y="200"/>
                  </a:lnTo>
                  <a:lnTo>
                    <a:pt x="252" y="197"/>
                  </a:lnTo>
                  <a:lnTo>
                    <a:pt x="257" y="192"/>
                  </a:lnTo>
                  <a:lnTo>
                    <a:pt x="262" y="190"/>
                  </a:lnTo>
                  <a:lnTo>
                    <a:pt x="268" y="186"/>
                  </a:lnTo>
                  <a:lnTo>
                    <a:pt x="275" y="186"/>
                  </a:lnTo>
                  <a:lnTo>
                    <a:pt x="275" y="186"/>
                  </a:lnTo>
                  <a:lnTo>
                    <a:pt x="282" y="186"/>
                  </a:lnTo>
                  <a:lnTo>
                    <a:pt x="287" y="190"/>
                  </a:lnTo>
                  <a:lnTo>
                    <a:pt x="292" y="192"/>
                  </a:lnTo>
                  <a:lnTo>
                    <a:pt x="297" y="197"/>
                  </a:lnTo>
                  <a:lnTo>
                    <a:pt x="300" y="200"/>
                  </a:lnTo>
                  <a:lnTo>
                    <a:pt x="303" y="207"/>
                  </a:lnTo>
                  <a:lnTo>
                    <a:pt x="305" y="212"/>
                  </a:lnTo>
                  <a:lnTo>
                    <a:pt x="307" y="218"/>
                  </a:lnTo>
                  <a:lnTo>
                    <a:pt x="307" y="218"/>
                  </a:lnTo>
                  <a:lnTo>
                    <a:pt x="305" y="225"/>
                  </a:lnTo>
                  <a:lnTo>
                    <a:pt x="303" y="230"/>
                  </a:lnTo>
                  <a:lnTo>
                    <a:pt x="300" y="237"/>
                  </a:lnTo>
                  <a:lnTo>
                    <a:pt x="297" y="240"/>
                  </a:lnTo>
                  <a:lnTo>
                    <a:pt x="292" y="245"/>
                  </a:lnTo>
                  <a:lnTo>
                    <a:pt x="287" y="247"/>
                  </a:lnTo>
                  <a:lnTo>
                    <a:pt x="282" y="250"/>
                  </a:lnTo>
                  <a:lnTo>
                    <a:pt x="275" y="250"/>
                  </a:lnTo>
                  <a:lnTo>
                    <a:pt x="275" y="250"/>
                  </a:lnTo>
                  <a:close/>
                  <a:moveTo>
                    <a:pt x="165" y="742"/>
                  </a:moveTo>
                  <a:lnTo>
                    <a:pt x="165" y="742"/>
                  </a:lnTo>
                  <a:lnTo>
                    <a:pt x="158" y="742"/>
                  </a:lnTo>
                  <a:lnTo>
                    <a:pt x="153" y="739"/>
                  </a:lnTo>
                  <a:lnTo>
                    <a:pt x="147" y="737"/>
                  </a:lnTo>
                  <a:lnTo>
                    <a:pt x="143" y="732"/>
                  </a:lnTo>
                  <a:lnTo>
                    <a:pt x="138" y="729"/>
                  </a:lnTo>
                  <a:lnTo>
                    <a:pt x="137" y="722"/>
                  </a:lnTo>
                  <a:lnTo>
                    <a:pt x="133" y="717"/>
                  </a:lnTo>
                  <a:lnTo>
                    <a:pt x="133" y="711"/>
                  </a:lnTo>
                  <a:lnTo>
                    <a:pt x="133" y="711"/>
                  </a:lnTo>
                  <a:lnTo>
                    <a:pt x="133" y="704"/>
                  </a:lnTo>
                  <a:lnTo>
                    <a:pt x="137" y="699"/>
                  </a:lnTo>
                  <a:lnTo>
                    <a:pt x="138" y="692"/>
                  </a:lnTo>
                  <a:lnTo>
                    <a:pt x="143" y="689"/>
                  </a:lnTo>
                  <a:lnTo>
                    <a:pt x="147" y="684"/>
                  </a:lnTo>
                  <a:lnTo>
                    <a:pt x="153" y="682"/>
                  </a:lnTo>
                  <a:lnTo>
                    <a:pt x="158" y="679"/>
                  </a:lnTo>
                  <a:lnTo>
                    <a:pt x="165" y="679"/>
                  </a:lnTo>
                  <a:lnTo>
                    <a:pt x="165" y="679"/>
                  </a:lnTo>
                  <a:lnTo>
                    <a:pt x="172" y="679"/>
                  </a:lnTo>
                  <a:lnTo>
                    <a:pt x="177" y="682"/>
                  </a:lnTo>
                  <a:lnTo>
                    <a:pt x="183" y="684"/>
                  </a:lnTo>
                  <a:lnTo>
                    <a:pt x="187" y="689"/>
                  </a:lnTo>
                  <a:lnTo>
                    <a:pt x="192" y="692"/>
                  </a:lnTo>
                  <a:lnTo>
                    <a:pt x="193" y="699"/>
                  </a:lnTo>
                  <a:lnTo>
                    <a:pt x="197" y="704"/>
                  </a:lnTo>
                  <a:lnTo>
                    <a:pt x="197" y="711"/>
                  </a:lnTo>
                  <a:lnTo>
                    <a:pt x="197" y="711"/>
                  </a:lnTo>
                  <a:lnTo>
                    <a:pt x="197" y="717"/>
                  </a:lnTo>
                  <a:lnTo>
                    <a:pt x="193" y="722"/>
                  </a:lnTo>
                  <a:lnTo>
                    <a:pt x="192" y="729"/>
                  </a:lnTo>
                  <a:lnTo>
                    <a:pt x="187" y="732"/>
                  </a:lnTo>
                  <a:lnTo>
                    <a:pt x="183" y="737"/>
                  </a:lnTo>
                  <a:lnTo>
                    <a:pt x="177" y="739"/>
                  </a:lnTo>
                  <a:lnTo>
                    <a:pt x="172" y="742"/>
                  </a:lnTo>
                  <a:lnTo>
                    <a:pt x="165" y="742"/>
                  </a:lnTo>
                  <a:lnTo>
                    <a:pt x="165" y="742"/>
                  </a:lnTo>
                  <a:close/>
                  <a:moveTo>
                    <a:pt x="427" y="320"/>
                  </a:moveTo>
                  <a:lnTo>
                    <a:pt x="427" y="320"/>
                  </a:lnTo>
                  <a:lnTo>
                    <a:pt x="434" y="320"/>
                  </a:lnTo>
                  <a:lnTo>
                    <a:pt x="439" y="322"/>
                  </a:lnTo>
                  <a:lnTo>
                    <a:pt x="444" y="325"/>
                  </a:lnTo>
                  <a:lnTo>
                    <a:pt x="449" y="328"/>
                  </a:lnTo>
                  <a:lnTo>
                    <a:pt x="452" y="333"/>
                  </a:lnTo>
                  <a:lnTo>
                    <a:pt x="455" y="338"/>
                  </a:lnTo>
                  <a:lnTo>
                    <a:pt x="457" y="345"/>
                  </a:lnTo>
                  <a:lnTo>
                    <a:pt x="459" y="352"/>
                  </a:lnTo>
                  <a:lnTo>
                    <a:pt x="459" y="352"/>
                  </a:lnTo>
                  <a:lnTo>
                    <a:pt x="457" y="358"/>
                  </a:lnTo>
                  <a:lnTo>
                    <a:pt x="455" y="363"/>
                  </a:lnTo>
                  <a:lnTo>
                    <a:pt x="452" y="368"/>
                  </a:lnTo>
                  <a:lnTo>
                    <a:pt x="449" y="373"/>
                  </a:lnTo>
                  <a:lnTo>
                    <a:pt x="444" y="377"/>
                  </a:lnTo>
                  <a:lnTo>
                    <a:pt x="439" y="380"/>
                  </a:lnTo>
                  <a:lnTo>
                    <a:pt x="434" y="382"/>
                  </a:lnTo>
                  <a:lnTo>
                    <a:pt x="427" y="384"/>
                  </a:lnTo>
                  <a:lnTo>
                    <a:pt x="427" y="384"/>
                  </a:lnTo>
                  <a:lnTo>
                    <a:pt x="420" y="382"/>
                  </a:lnTo>
                  <a:lnTo>
                    <a:pt x="414" y="380"/>
                  </a:lnTo>
                  <a:lnTo>
                    <a:pt x="409" y="377"/>
                  </a:lnTo>
                  <a:lnTo>
                    <a:pt x="404" y="373"/>
                  </a:lnTo>
                  <a:lnTo>
                    <a:pt x="400" y="368"/>
                  </a:lnTo>
                  <a:lnTo>
                    <a:pt x="397" y="363"/>
                  </a:lnTo>
                  <a:lnTo>
                    <a:pt x="395" y="358"/>
                  </a:lnTo>
                  <a:lnTo>
                    <a:pt x="395" y="352"/>
                  </a:lnTo>
                  <a:lnTo>
                    <a:pt x="395" y="352"/>
                  </a:lnTo>
                  <a:lnTo>
                    <a:pt x="395" y="345"/>
                  </a:lnTo>
                  <a:lnTo>
                    <a:pt x="397" y="338"/>
                  </a:lnTo>
                  <a:lnTo>
                    <a:pt x="400" y="333"/>
                  </a:lnTo>
                  <a:lnTo>
                    <a:pt x="404" y="328"/>
                  </a:lnTo>
                  <a:lnTo>
                    <a:pt x="409" y="325"/>
                  </a:lnTo>
                  <a:lnTo>
                    <a:pt x="414" y="322"/>
                  </a:lnTo>
                  <a:lnTo>
                    <a:pt x="420" y="320"/>
                  </a:lnTo>
                  <a:lnTo>
                    <a:pt x="427" y="320"/>
                  </a:lnTo>
                  <a:lnTo>
                    <a:pt x="427" y="320"/>
                  </a:lnTo>
                  <a:close/>
                  <a:moveTo>
                    <a:pt x="427" y="485"/>
                  </a:moveTo>
                  <a:lnTo>
                    <a:pt x="427" y="485"/>
                  </a:lnTo>
                  <a:lnTo>
                    <a:pt x="434" y="487"/>
                  </a:lnTo>
                  <a:lnTo>
                    <a:pt x="439" y="489"/>
                  </a:lnTo>
                  <a:lnTo>
                    <a:pt x="444" y="492"/>
                  </a:lnTo>
                  <a:lnTo>
                    <a:pt x="449" y="495"/>
                  </a:lnTo>
                  <a:lnTo>
                    <a:pt x="452" y="500"/>
                  </a:lnTo>
                  <a:lnTo>
                    <a:pt x="455" y="505"/>
                  </a:lnTo>
                  <a:lnTo>
                    <a:pt x="457" y="512"/>
                  </a:lnTo>
                  <a:lnTo>
                    <a:pt x="459" y="517"/>
                  </a:lnTo>
                  <a:lnTo>
                    <a:pt x="459" y="517"/>
                  </a:lnTo>
                  <a:lnTo>
                    <a:pt x="457" y="524"/>
                  </a:lnTo>
                  <a:lnTo>
                    <a:pt x="455" y="530"/>
                  </a:lnTo>
                  <a:lnTo>
                    <a:pt x="452" y="535"/>
                  </a:lnTo>
                  <a:lnTo>
                    <a:pt x="449" y="540"/>
                  </a:lnTo>
                  <a:lnTo>
                    <a:pt x="444" y="544"/>
                  </a:lnTo>
                  <a:lnTo>
                    <a:pt x="439" y="547"/>
                  </a:lnTo>
                  <a:lnTo>
                    <a:pt x="434" y="549"/>
                  </a:lnTo>
                  <a:lnTo>
                    <a:pt x="427" y="549"/>
                  </a:lnTo>
                  <a:lnTo>
                    <a:pt x="427" y="549"/>
                  </a:lnTo>
                  <a:lnTo>
                    <a:pt x="420" y="549"/>
                  </a:lnTo>
                  <a:lnTo>
                    <a:pt x="414" y="547"/>
                  </a:lnTo>
                  <a:lnTo>
                    <a:pt x="409" y="544"/>
                  </a:lnTo>
                  <a:lnTo>
                    <a:pt x="404" y="540"/>
                  </a:lnTo>
                  <a:lnTo>
                    <a:pt x="400" y="535"/>
                  </a:lnTo>
                  <a:lnTo>
                    <a:pt x="397" y="530"/>
                  </a:lnTo>
                  <a:lnTo>
                    <a:pt x="395" y="524"/>
                  </a:lnTo>
                  <a:lnTo>
                    <a:pt x="395" y="517"/>
                  </a:lnTo>
                  <a:lnTo>
                    <a:pt x="395" y="517"/>
                  </a:lnTo>
                  <a:lnTo>
                    <a:pt x="395" y="512"/>
                  </a:lnTo>
                  <a:lnTo>
                    <a:pt x="397" y="505"/>
                  </a:lnTo>
                  <a:lnTo>
                    <a:pt x="400" y="500"/>
                  </a:lnTo>
                  <a:lnTo>
                    <a:pt x="404" y="495"/>
                  </a:lnTo>
                  <a:lnTo>
                    <a:pt x="409" y="492"/>
                  </a:lnTo>
                  <a:lnTo>
                    <a:pt x="414" y="489"/>
                  </a:lnTo>
                  <a:lnTo>
                    <a:pt x="420" y="487"/>
                  </a:lnTo>
                  <a:lnTo>
                    <a:pt x="427" y="485"/>
                  </a:lnTo>
                  <a:lnTo>
                    <a:pt x="427" y="485"/>
                  </a:lnTo>
                  <a:close/>
                  <a:moveTo>
                    <a:pt x="427" y="1125"/>
                  </a:moveTo>
                  <a:lnTo>
                    <a:pt x="427" y="1125"/>
                  </a:lnTo>
                  <a:lnTo>
                    <a:pt x="420" y="1125"/>
                  </a:lnTo>
                  <a:lnTo>
                    <a:pt x="414" y="1123"/>
                  </a:lnTo>
                  <a:lnTo>
                    <a:pt x="409" y="1120"/>
                  </a:lnTo>
                  <a:lnTo>
                    <a:pt x="404" y="1116"/>
                  </a:lnTo>
                  <a:lnTo>
                    <a:pt x="400" y="1111"/>
                  </a:lnTo>
                  <a:lnTo>
                    <a:pt x="397" y="1106"/>
                  </a:lnTo>
                  <a:lnTo>
                    <a:pt x="395" y="1100"/>
                  </a:lnTo>
                  <a:lnTo>
                    <a:pt x="395" y="1093"/>
                  </a:lnTo>
                  <a:lnTo>
                    <a:pt x="395" y="1093"/>
                  </a:lnTo>
                  <a:lnTo>
                    <a:pt x="395" y="1086"/>
                  </a:lnTo>
                  <a:lnTo>
                    <a:pt x="397" y="1081"/>
                  </a:lnTo>
                  <a:lnTo>
                    <a:pt x="400" y="1076"/>
                  </a:lnTo>
                  <a:lnTo>
                    <a:pt x="404" y="1071"/>
                  </a:lnTo>
                  <a:lnTo>
                    <a:pt x="409" y="1068"/>
                  </a:lnTo>
                  <a:lnTo>
                    <a:pt x="414" y="1065"/>
                  </a:lnTo>
                  <a:lnTo>
                    <a:pt x="420" y="1063"/>
                  </a:lnTo>
                  <a:lnTo>
                    <a:pt x="427" y="1061"/>
                  </a:lnTo>
                  <a:lnTo>
                    <a:pt x="427" y="1061"/>
                  </a:lnTo>
                  <a:lnTo>
                    <a:pt x="434" y="1063"/>
                  </a:lnTo>
                  <a:lnTo>
                    <a:pt x="439" y="1065"/>
                  </a:lnTo>
                  <a:lnTo>
                    <a:pt x="444" y="1068"/>
                  </a:lnTo>
                  <a:lnTo>
                    <a:pt x="449" y="1071"/>
                  </a:lnTo>
                  <a:lnTo>
                    <a:pt x="452" y="1076"/>
                  </a:lnTo>
                  <a:lnTo>
                    <a:pt x="455" y="1081"/>
                  </a:lnTo>
                  <a:lnTo>
                    <a:pt x="457" y="1086"/>
                  </a:lnTo>
                  <a:lnTo>
                    <a:pt x="459" y="1093"/>
                  </a:lnTo>
                  <a:lnTo>
                    <a:pt x="459" y="1093"/>
                  </a:lnTo>
                  <a:lnTo>
                    <a:pt x="457" y="1100"/>
                  </a:lnTo>
                  <a:lnTo>
                    <a:pt x="455" y="1106"/>
                  </a:lnTo>
                  <a:lnTo>
                    <a:pt x="452" y="1111"/>
                  </a:lnTo>
                  <a:lnTo>
                    <a:pt x="449" y="1116"/>
                  </a:lnTo>
                  <a:lnTo>
                    <a:pt x="444" y="1120"/>
                  </a:lnTo>
                  <a:lnTo>
                    <a:pt x="439" y="1123"/>
                  </a:lnTo>
                  <a:lnTo>
                    <a:pt x="434" y="1125"/>
                  </a:lnTo>
                  <a:lnTo>
                    <a:pt x="427" y="1125"/>
                  </a:lnTo>
                  <a:lnTo>
                    <a:pt x="427" y="1125"/>
                  </a:lnTo>
                  <a:close/>
                  <a:moveTo>
                    <a:pt x="427" y="949"/>
                  </a:moveTo>
                  <a:lnTo>
                    <a:pt x="427" y="949"/>
                  </a:lnTo>
                  <a:lnTo>
                    <a:pt x="420" y="948"/>
                  </a:lnTo>
                  <a:lnTo>
                    <a:pt x="414" y="946"/>
                  </a:lnTo>
                  <a:lnTo>
                    <a:pt x="409" y="943"/>
                  </a:lnTo>
                  <a:lnTo>
                    <a:pt x="404" y="939"/>
                  </a:lnTo>
                  <a:lnTo>
                    <a:pt x="400" y="934"/>
                  </a:lnTo>
                  <a:lnTo>
                    <a:pt x="397" y="929"/>
                  </a:lnTo>
                  <a:lnTo>
                    <a:pt x="395" y="923"/>
                  </a:lnTo>
                  <a:lnTo>
                    <a:pt x="395" y="918"/>
                  </a:lnTo>
                  <a:lnTo>
                    <a:pt x="395" y="918"/>
                  </a:lnTo>
                  <a:lnTo>
                    <a:pt x="395" y="911"/>
                  </a:lnTo>
                  <a:lnTo>
                    <a:pt x="397" y="904"/>
                  </a:lnTo>
                  <a:lnTo>
                    <a:pt x="400" y="899"/>
                  </a:lnTo>
                  <a:lnTo>
                    <a:pt x="404" y="894"/>
                  </a:lnTo>
                  <a:lnTo>
                    <a:pt x="409" y="891"/>
                  </a:lnTo>
                  <a:lnTo>
                    <a:pt x="414" y="888"/>
                  </a:lnTo>
                  <a:lnTo>
                    <a:pt x="420" y="886"/>
                  </a:lnTo>
                  <a:lnTo>
                    <a:pt x="427" y="886"/>
                  </a:lnTo>
                  <a:lnTo>
                    <a:pt x="427" y="886"/>
                  </a:lnTo>
                  <a:lnTo>
                    <a:pt x="434" y="886"/>
                  </a:lnTo>
                  <a:lnTo>
                    <a:pt x="439" y="888"/>
                  </a:lnTo>
                  <a:lnTo>
                    <a:pt x="444" y="891"/>
                  </a:lnTo>
                  <a:lnTo>
                    <a:pt x="449" y="894"/>
                  </a:lnTo>
                  <a:lnTo>
                    <a:pt x="452" y="899"/>
                  </a:lnTo>
                  <a:lnTo>
                    <a:pt x="455" y="904"/>
                  </a:lnTo>
                  <a:lnTo>
                    <a:pt x="457" y="911"/>
                  </a:lnTo>
                  <a:lnTo>
                    <a:pt x="459" y="918"/>
                  </a:lnTo>
                  <a:lnTo>
                    <a:pt x="459" y="918"/>
                  </a:lnTo>
                  <a:lnTo>
                    <a:pt x="457" y="923"/>
                  </a:lnTo>
                  <a:lnTo>
                    <a:pt x="455" y="929"/>
                  </a:lnTo>
                  <a:lnTo>
                    <a:pt x="452" y="934"/>
                  </a:lnTo>
                  <a:lnTo>
                    <a:pt x="449" y="939"/>
                  </a:lnTo>
                  <a:lnTo>
                    <a:pt x="444" y="943"/>
                  </a:lnTo>
                  <a:lnTo>
                    <a:pt x="439" y="946"/>
                  </a:lnTo>
                  <a:lnTo>
                    <a:pt x="434" y="948"/>
                  </a:lnTo>
                  <a:lnTo>
                    <a:pt x="427" y="949"/>
                  </a:lnTo>
                  <a:lnTo>
                    <a:pt x="427" y="949"/>
                  </a:lnTo>
                  <a:close/>
                  <a:moveTo>
                    <a:pt x="427" y="801"/>
                  </a:moveTo>
                  <a:lnTo>
                    <a:pt x="427" y="801"/>
                  </a:lnTo>
                  <a:lnTo>
                    <a:pt x="410" y="799"/>
                  </a:lnTo>
                  <a:lnTo>
                    <a:pt x="395" y="794"/>
                  </a:lnTo>
                  <a:lnTo>
                    <a:pt x="380" y="786"/>
                  </a:lnTo>
                  <a:lnTo>
                    <a:pt x="368" y="776"/>
                  </a:lnTo>
                  <a:lnTo>
                    <a:pt x="358" y="764"/>
                  </a:lnTo>
                  <a:lnTo>
                    <a:pt x="350" y="749"/>
                  </a:lnTo>
                  <a:lnTo>
                    <a:pt x="345" y="734"/>
                  </a:lnTo>
                  <a:lnTo>
                    <a:pt x="343" y="717"/>
                  </a:lnTo>
                  <a:lnTo>
                    <a:pt x="343" y="717"/>
                  </a:lnTo>
                  <a:lnTo>
                    <a:pt x="345" y="701"/>
                  </a:lnTo>
                  <a:lnTo>
                    <a:pt x="350" y="686"/>
                  </a:lnTo>
                  <a:lnTo>
                    <a:pt x="358" y="672"/>
                  </a:lnTo>
                  <a:lnTo>
                    <a:pt x="368" y="659"/>
                  </a:lnTo>
                  <a:lnTo>
                    <a:pt x="380" y="649"/>
                  </a:lnTo>
                  <a:lnTo>
                    <a:pt x="395" y="642"/>
                  </a:lnTo>
                  <a:lnTo>
                    <a:pt x="410" y="637"/>
                  </a:lnTo>
                  <a:lnTo>
                    <a:pt x="427" y="636"/>
                  </a:lnTo>
                  <a:lnTo>
                    <a:pt x="427" y="636"/>
                  </a:lnTo>
                  <a:lnTo>
                    <a:pt x="444" y="637"/>
                  </a:lnTo>
                  <a:lnTo>
                    <a:pt x="459" y="642"/>
                  </a:lnTo>
                  <a:lnTo>
                    <a:pt x="472" y="649"/>
                  </a:lnTo>
                  <a:lnTo>
                    <a:pt x="485" y="659"/>
                  </a:lnTo>
                  <a:lnTo>
                    <a:pt x="495" y="672"/>
                  </a:lnTo>
                  <a:lnTo>
                    <a:pt x="502" y="686"/>
                  </a:lnTo>
                  <a:lnTo>
                    <a:pt x="507" y="701"/>
                  </a:lnTo>
                  <a:lnTo>
                    <a:pt x="509" y="717"/>
                  </a:lnTo>
                  <a:lnTo>
                    <a:pt x="509" y="717"/>
                  </a:lnTo>
                  <a:lnTo>
                    <a:pt x="507" y="734"/>
                  </a:lnTo>
                  <a:lnTo>
                    <a:pt x="502" y="749"/>
                  </a:lnTo>
                  <a:lnTo>
                    <a:pt x="495" y="764"/>
                  </a:lnTo>
                  <a:lnTo>
                    <a:pt x="485" y="776"/>
                  </a:lnTo>
                  <a:lnTo>
                    <a:pt x="472" y="786"/>
                  </a:lnTo>
                  <a:lnTo>
                    <a:pt x="459" y="794"/>
                  </a:lnTo>
                  <a:lnTo>
                    <a:pt x="444" y="799"/>
                  </a:lnTo>
                  <a:lnTo>
                    <a:pt x="427" y="801"/>
                  </a:lnTo>
                  <a:lnTo>
                    <a:pt x="427" y="801"/>
                  </a:lnTo>
                  <a:close/>
                  <a:moveTo>
                    <a:pt x="634" y="742"/>
                  </a:moveTo>
                  <a:lnTo>
                    <a:pt x="634" y="742"/>
                  </a:lnTo>
                  <a:lnTo>
                    <a:pt x="627" y="742"/>
                  </a:lnTo>
                  <a:lnTo>
                    <a:pt x="622" y="739"/>
                  </a:lnTo>
                  <a:lnTo>
                    <a:pt x="617" y="737"/>
                  </a:lnTo>
                  <a:lnTo>
                    <a:pt x="612" y="732"/>
                  </a:lnTo>
                  <a:lnTo>
                    <a:pt x="607" y="729"/>
                  </a:lnTo>
                  <a:lnTo>
                    <a:pt x="605" y="722"/>
                  </a:lnTo>
                  <a:lnTo>
                    <a:pt x="604" y="717"/>
                  </a:lnTo>
                  <a:lnTo>
                    <a:pt x="602" y="711"/>
                  </a:lnTo>
                  <a:lnTo>
                    <a:pt x="602" y="711"/>
                  </a:lnTo>
                  <a:lnTo>
                    <a:pt x="604" y="704"/>
                  </a:lnTo>
                  <a:lnTo>
                    <a:pt x="605" y="699"/>
                  </a:lnTo>
                  <a:lnTo>
                    <a:pt x="607" y="692"/>
                  </a:lnTo>
                  <a:lnTo>
                    <a:pt x="612" y="689"/>
                  </a:lnTo>
                  <a:lnTo>
                    <a:pt x="617" y="684"/>
                  </a:lnTo>
                  <a:lnTo>
                    <a:pt x="622" y="682"/>
                  </a:lnTo>
                  <a:lnTo>
                    <a:pt x="627" y="679"/>
                  </a:lnTo>
                  <a:lnTo>
                    <a:pt x="634" y="679"/>
                  </a:lnTo>
                  <a:lnTo>
                    <a:pt x="634" y="679"/>
                  </a:lnTo>
                  <a:lnTo>
                    <a:pt x="641" y="679"/>
                  </a:lnTo>
                  <a:lnTo>
                    <a:pt x="646" y="682"/>
                  </a:lnTo>
                  <a:lnTo>
                    <a:pt x="652" y="684"/>
                  </a:lnTo>
                  <a:lnTo>
                    <a:pt x="656" y="689"/>
                  </a:lnTo>
                  <a:lnTo>
                    <a:pt x="661" y="692"/>
                  </a:lnTo>
                  <a:lnTo>
                    <a:pt x="664" y="699"/>
                  </a:lnTo>
                  <a:lnTo>
                    <a:pt x="666" y="704"/>
                  </a:lnTo>
                  <a:lnTo>
                    <a:pt x="666" y="711"/>
                  </a:lnTo>
                  <a:lnTo>
                    <a:pt x="666" y="711"/>
                  </a:lnTo>
                  <a:lnTo>
                    <a:pt x="666" y="717"/>
                  </a:lnTo>
                  <a:lnTo>
                    <a:pt x="664" y="722"/>
                  </a:lnTo>
                  <a:lnTo>
                    <a:pt x="661" y="729"/>
                  </a:lnTo>
                  <a:lnTo>
                    <a:pt x="656" y="732"/>
                  </a:lnTo>
                  <a:lnTo>
                    <a:pt x="652" y="737"/>
                  </a:lnTo>
                  <a:lnTo>
                    <a:pt x="646" y="739"/>
                  </a:lnTo>
                  <a:lnTo>
                    <a:pt x="641" y="742"/>
                  </a:lnTo>
                  <a:lnTo>
                    <a:pt x="634" y="742"/>
                  </a:lnTo>
                  <a:lnTo>
                    <a:pt x="634" y="742"/>
                  </a:lnTo>
                  <a:close/>
                  <a:moveTo>
                    <a:pt x="774" y="886"/>
                  </a:moveTo>
                  <a:lnTo>
                    <a:pt x="774" y="886"/>
                  </a:lnTo>
                  <a:lnTo>
                    <a:pt x="767" y="884"/>
                  </a:lnTo>
                  <a:lnTo>
                    <a:pt x="761" y="883"/>
                  </a:lnTo>
                  <a:lnTo>
                    <a:pt x="756" y="879"/>
                  </a:lnTo>
                  <a:lnTo>
                    <a:pt x="751" y="876"/>
                  </a:lnTo>
                  <a:lnTo>
                    <a:pt x="747" y="871"/>
                  </a:lnTo>
                  <a:lnTo>
                    <a:pt x="744" y="866"/>
                  </a:lnTo>
                  <a:lnTo>
                    <a:pt x="742" y="861"/>
                  </a:lnTo>
                  <a:lnTo>
                    <a:pt x="742" y="854"/>
                  </a:lnTo>
                  <a:lnTo>
                    <a:pt x="742" y="854"/>
                  </a:lnTo>
                  <a:lnTo>
                    <a:pt x="742" y="848"/>
                  </a:lnTo>
                  <a:lnTo>
                    <a:pt x="744" y="841"/>
                  </a:lnTo>
                  <a:lnTo>
                    <a:pt x="747" y="836"/>
                  </a:lnTo>
                  <a:lnTo>
                    <a:pt x="751" y="831"/>
                  </a:lnTo>
                  <a:lnTo>
                    <a:pt x="756" y="828"/>
                  </a:lnTo>
                  <a:lnTo>
                    <a:pt x="761" y="824"/>
                  </a:lnTo>
                  <a:lnTo>
                    <a:pt x="767" y="823"/>
                  </a:lnTo>
                  <a:lnTo>
                    <a:pt x="774" y="823"/>
                  </a:lnTo>
                  <a:lnTo>
                    <a:pt x="774" y="823"/>
                  </a:lnTo>
                  <a:lnTo>
                    <a:pt x="781" y="823"/>
                  </a:lnTo>
                  <a:lnTo>
                    <a:pt x="786" y="824"/>
                  </a:lnTo>
                  <a:lnTo>
                    <a:pt x="791" y="828"/>
                  </a:lnTo>
                  <a:lnTo>
                    <a:pt x="796" y="831"/>
                  </a:lnTo>
                  <a:lnTo>
                    <a:pt x="801" y="836"/>
                  </a:lnTo>
                  <a:lnTo>
                    <a:pt x="802" y="841"/>
                  </a:lnTo>
                  <a:lnTo>
                    <a:pt x="804" y="848"/>
                  </a:lnTo>
                  <a:lnTo>
                    <a:pt x="806" y="854"/>
                  </a:lnTo>
                  <a:lnTo>
                    <a:pt x="806" y="854"/>
                  </a:lnTo>
                  <a:lnTo>
                    <a:pt x="804" y="861"/>
                  </a:lnTo>
                  <a:lnTo>
                    <a:pt x="802" y="866"/>
                  </a:lnTo>
                  <a:lnTo>
                    <a:pt x="801" y="871"/>
                  </a:lnTo>
                  <a:lnTo>
                    <a:pt x="796" y="876"/>
                  </a:lnTo>
                  <a:lnTo>
                    <a:pt x="791" y="879"/>
                  </a:lnTo>
                  <a:lnTo>
                    <a:pt x="786" y="883"/>
                  </a:lnTo>
                  <a:lnTo>
                    <a:pt x="781" y="884"/>
                  </a:lnTo>
                  <a:lnTo>
                    <a:pt x="774" y="886"/>
                  </a:lnTo>
                  <a:lnTo>
                    <a:pt x="774" y="886"/>
                  </a:lnTo>
                  <a:close/>
                  <a:moveTo>
                    <a:pt x="861" y="1068"/>
                  </a:moveTo>
                  <a:lnTo>
                    <a:pt x="861" y="1068"/>
                  </a:lnTo>
                  <a:lnTo>
                    <a:pt x="854" y="1068"/>
                  </a:lnTo>
                  <a:lnTo>
                    <a:pt x="847" y="1066"/>
                  </a:lnTo>
                  <a:lnTo>
                    <a:pt x="842" y="1063"/>
                  </a:lnTo>
                  <a:lnTo>
                    <a:pt x="837" y="1060"/>
                  </a:lnTo>
                  <a:lnTo>
                    <a:pt x="834" y="1055"/>
                  </a:lnTo>
                  <a:lnTo>
                    <a:pt x="831" y="1050"/>
                  </a:lnTo>
                  <a:lnTo>
                    <a:pt x="829" y="1043"/>
                  </a:lnTo>
                  <a:lnTo>
                    <a:pt x="829" y="1036"/>
                  </a:lnTo>
                  <a:lnTo>
                    <a:pt x="829" y="1036"/>
                  </a:lnTo>
                  <a:lnTo>
                    <a:pt x="829" y="1031"/>
                  </a:lnTo>
                  <a:lnTo>
                    <a:pt x="831" y="1025"/>
                  </a:lnTo>
                  <a:lnTo>
                    <a:pt x="834" y="1020"/>
                  </a:lnTo>
                  <a:lnTo>
                    <a:pt x="837" y="1015"/>
                  </a:lnTo>
                  <a:lnTo>
                    <a:pt x="842" y="1011"/>
                  </a:lnTo>
                  <a:lnTo>
                    <a:pt x="847" y="1008"/>
                  </a:lnTo>
                  <a:lnTo>
                    <a:pt x="854" y="1006"/>
                  </a:lnTo>
                  <a:lnTo>
                    <a:pt x="861" y="1005"/>
                  </a:lnTo>
                  <a:lnTo>
                    <a:pt x="861" y="1005"/>
                  </a:lnTo>
                  <a:lnTo>
                    <a:pt x="866" y="1006"/>
                  </a:lnTo>
                  <a:lnTo>
                    <a:pt x="872" y="1008"/>
                  </a:lnTo>
                  <a:lnTo>
                    <a:pt x="877" y="1011"/>
                  </a:lnTo>
                  <a:lnTo>
                    <a:pt x="882" y="1015"/>
                  </a:lnTo>
                  <a:lnTo>
                    <a:pt x="886" y="1020"/>
                  </a:lnTo>
                  <a:lnTo>
                    <a:pt x="889" y="1025"/>
                  </a:lnTo>
                  <a:lnTo>
                    <a:pt x="891" y="1031"/>
                  </a:lnTo>
                  <a:lnTo>
                    <a:pt x="893" y="1036"/>
                  </a:lnTo>
                  <a:lnTo>
                    <a:pt x="893" y="1036"/>
                  </a:lnTo>
                  <a:lnTo>
                    <a:pt x="891" y="1043"/>
                  </a:lnTo>
                  <a:lnTo>
                    <a:pt x="889" y="1050"/>
                  </a:lnTo>
                  <a:lnTo>
                    <a:pt x="886" y="1055"/>
                  </a:lnTo>
                  <a:lnTo>
                    <a:pt x="882" y="1060"/>
                  </a:lnTo>
                  <a:lnTo>
                    <a:pt x="877" y="1063"/>
                  </a:lnTo>
                  <a:lnTo>
                    <a:pt x="872" y="1066"/>
                  </a:lnTo>
                  <a:lnTo>
                    <a:pt x="866" y="1068"/>
                  </a:lnTo>
                  <a:lnTo>
                    <a:pt x="861" y="1068"/>
                  </a:lnTo>
                  <a:lnTo>
                    <a:pt x="861" y="1068"/>
                  </a:lnTo>
                  <a:close/>
                </a:path>
              </a:pathLst>
            </a:custGeom>
            <a:solidFill>
              <a:srgbClr val="4D4F5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grpSp>
      <p:grpSp>
        <p:nvGrpSpPr>
          <p:cNvPr id="1024" name="Group 1023">
            <a:extLst>
              <a:ext uri="{FF2B5EF4-FFF2-40B4-BE49-F238E27FC236}">
                <a16:creationId xmlns:a16="http://schemas.microsoft.com/office/drawing/2014/main" id="{1FBCF77C-3E91-FC32-239C-58D191FE31C7}"/>
              </a:ext>
            </a:extLst>
          </p:cNvPr>
          <p:cNvGrpSpPr/>
          <p:nvPr/>
        </p:nvGrpSpPr>
        <p:grpSpPr>
          <a:xfrm>
            <a:off x="8874723" y="1491150"/>
            <a:ext cx="919080" cy="519097"/>
            <a:chOff x="7973560" y="1348358"/>
            <a:chExt cx="1854856" cy="1137016"/>
          </a:xfrm>
        </p:grpSpPr>
        <p:sp>
          <p:nvSpPr>
            <p:cNvPr id="1179" name="Rectangle 1178">
              <a:extLst>
                <a:ext uri="{FF2B5EF4-FFF2-40B4-BE49-F238E27FC236}">
                  <a16:creationId xmlns:a16="http://schemas.microsoft.com/office/drawing/2014/main" id="{72B021F0-4DC0-C2CE-F049-2607B6F6444E}"/>
                </a:ext>
              </a:extLst>
            </p:cNvPr>
            <p:cNvSpPr/>
            <p:nvPr/>
          </p:nvSpPr>
          <p:spPr>
            <a:xfrm>
              <a:off x="7973560" y="1348358"/>
              <a:ext cx="1854856" cy="1137016"/>
            </a:xfrm>
            <a:prstGeom prst="rect">
              <a:avLst/>
            </a:prstGeom>
            <a:solidFill>
              <a:schemeClr val="bg1">
                <a:lumMod val="9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4406" tIns="42203" rIns="84406" bIns="42203" numCol="1" spcCol="0" rtlCol="0" fromWordArt="0" anchor="ctr" anchorCtr="0" forceAA="0" compatLnSpc="1">
              <a:prstTxWarp prst="textNoShape">
                <a:avLst/>
              </a:prstTxWarp>
              <a:noAutofit/>
            </a:bodyPr>
            <a:lstStyle/>
            <a:p>
              <a:pPr algn="ctr"/>
              <a:endParaRPr lang="en-US" sz="1108" noProof="1">
                <a:solidFill>
                  <a:srgbClr val="4D4F53"/>
                </a:solidFill>
              </a:endParaRPr>
            </a:p>
          </p:txBody>
        </p:sp>
        <p:sp>
          <p:nvSpPr>
            <p:cNvPr id="1180" name="Freeform 201">
              <a:extLst>
                <a:ext uri="{FF2B5EF4-FFF2-40B4-BE49-F238E27FC236}">
                  <a16:creationId xmlns:a16="http://schemas.microsoft.com/office/drawing/2014/main" id="{C4E61167-40B5-3294-3624-DDC4E1733880}"/>
                </a:ext>
              </a:extLst>
            </p:cNvPr>
            <p:cNvSpPr>
              <a:spLocks noEditPoints="1"/>
            </p:cNvSpPr>
            <p:nvPr/>
          </p:nvSpPr>
          <p:spPr bwMode="auto">
            <a:xfrm>
              <a:off x="8769150" y="1957189"/>
              <a:ext cx="354472" cy="281097"/>
            </a:xfrm>
            <a:custGeom>
              <a:avLst/>
              <a:gdLst>
                <a:gd name="T0" fmla="*/ 109 w 343"/>
                <a:gd name="T1" fmla="*/ 264 h 272"/>
                <a:gd name="T2" fmla="*/ 100 w 343"/>
                <a:gd name="T3" fmla="*/ 224 h 272"/>
                <a:gd name="T4" fmla="*/ 72 w 343"/>
                <a:gd name="T5" fmla="*/ 163 h 272"/>
                <a:gd name="T6" fmla="*/ 15 w 343"/>
                <a:gd name="T7" fmla="*/ 271 h 272"/>
                <a:gd name="T8" fmla="*/ 7 w 343"/>
                <a:gd name="T9" fmla="*/ 267 h 272"/>
                <a:gd name="T10" fmla="*/ 1 w 343"/>
                <a:gd name="T11" fmla="*/ 248 h 272"/>
                <a:gd name="T12" fmla="*/ 62 w 343"/>
                <a:gd name="T13" fmla="*/ 126 h 272"/>
                <a:gd name="T14" fmla="*/ 102 w 343"/>
                <a:gd name="T15" fmla="*/ 152 h 272"/>
                <a:gd name="T16" fmla="*/ 127 w 343"/>
                <a:gd name="T17" fmla="*/ 229 h 272"/>
                <a:gd name="T18" fmla="*/ 127 w 343"/>
                <a:gd name="T19" fmla="*/ 272 h 272"/>
                <a:gd name="T20" fmla="*/ 144 w 343"/>
                <a:gd name="T21" fmla="*/ 271 h 272"/>
                <a:gd name="T22" fmla="*/ 139 w 343"/>
                <a:gd name="T23" fmla="*/ 266 h 272"/>
                <a:gd name="T24" fmla="*/ 179 w 343"/>
                <a:gd name="T25" fmla="*/ 215 h 272"/>
                <a:gd name="T26" fmla="*/ 190 w 343"/>
                <a:gd name="T27" fmla="*/ 212 h 272"/>
                <a:gd name="T28" fmla="*/ 142 w 343"/>
                <a:gd name="T29" fmla="*/ 170 h 272"/>
                <a:gd name="T30" fmla="*/ 140 w 343"/>
                <a:gd name="T31" fmla="*/ 180 h 272"/>
                <a:gd name="T32" fmla="*/ 125 w 343"/>
                <a:gd name="T33" fmla="*/ 171 h 272"/>
                <a:gd name="T34" fmla="*/ 119 w 343"/>
                <a:gd name="T35" fmla="*/ 156 h 272"/>
                <a:gd name="T36" fmla="*/ 106 w 343"/>
                <a:gd name="T37" fmla="*/ 141 h 272"/>
                <a:gd name="T38" fmla="*/ 109 w 343"/>
                <a:gd name="T39" fmla="*/ 135 h 272"/>
                <a:gd name="T40" fmla="*/ 122 w 343"/>
                <a:gd name="T41" fmla="*/ 136 h 272"/>
                <a:gd name="T42" fmla="*/ 122 w 343"/>
                <a:gd name="T43" fmla="*/ 109 h 272"/>
                <a:gd name="T44" fmla="*/ 102 w 343"/>
                <a:gd name="T45" fmla="*/ 146 h 272"/>
                <a:gd name="T46" fmla="*/ 83 w 343"/>
                <a:gd name="T47" fmla="*/ 136 h 272"/>
                <a:gd name="T48" fmla="*/ 81 w 343"/>
                <a:gd name="T49" fmla="*/ 92 h 272"/>
                <a:gd name="T50" fmla="*/ 86 w 343"/>
                <a:gd name="T51" fmla="*/ 61 h 272"/>
                <a:gd name="T52" fmla="*/ 62 w 343"/>
                <a:gd name="T53" fmla="*/ 86 h 272"/>
                <a:gd name="T54" fmla="*/ 71 w 343"/>
                <a:gd name="T55" fmla="*/ 95 h 272"/>
                <a:gd name="T56" fmla="*/ 70 w 343"/>
                <a:gd name="T57" fmla="*/ 110 h 272"/>
                <a:gd name="T58" fmla="*/ 56 w 343"/>
                <a:gd name="T59" fmla="*/ 99 h 272"/>
                <a:gd name="T60" fmla="*/ 50 w 343"/>
                <a:gd name="T61" fmla="*/ 108 h 272"/>
                <a:gd name="T62" fmla="*/ 44 w 343"/>
                <a:gd name="T63" fmla="*/ 107 h 272"/>
                <a:gd name="T64" fmla="*/ 34 w 343"/>
                <a:gd name="T65" fmla="*/ 87 h 272"/>
                <a:gd name="T66" fmla="*/ 57 w 343"/>
                <a:gd name="T67" fmla="*/ 46 h 272"/>
                <a:gd name="T68" fmla="*/ 88 w 343"/>
                <a:gd name="T69" fmla="*/ 37 h 272"/>
                <a:gd name="T70" fmla="*/ 135 w 343"/>
                <a:gd name="T71" fmla="*/ 40 h 272"/>
                <a:gd name="T72" fmla="*/ 145 w 343"/>
                <a:gd name="T73" fmla="*/ 49 h 272"/>
                <a:gd name="T74" fmla="*/ 147 w 343"/>
                <a:gd name="T75" fmla="*/ 107 h 272"/>
                <a:gd name="T76" fmla="*/ 201 w 343"/>
                <a:gd name="T77" fmla="*/ 202 h 272"/>
                <a:gd name="T78" fmla="*/ 196 w 343"/>
                <a:gd name="T79" fmla="*/ 210 h 272"/>
                <a:gd name="T80" fmla="*/ 229 w 343"/>
                <a:gd name="T81" fmla="*/ 171 h 272"/>
                <a:gd name="T82" fmla="*/ 245 w 343"/>
                <a:gd name="T83" fmla="*/ 165 h 272"/>
                <a:gd name="T84" fmla="*/ 261 w 343"/>
                <a:gd name="T85" fmla="*/ 166 h 272"/>
                <a:gd name="T86" fmla="*/ 306 w 343"/>
                <a:gd name="T87" fmla="*/ 219 h 272"/>
                <a:gd name="T88" fmla="*/ 343 w 343"/>
                <a:gd name="T89" fmla="*/ 269 h 272"/>
                <a:gd name="T90" fmla="*/ 318 w 343"/>
                <a:gd name="T91" fmla="*/ 271 h 272"/>
                <a:gd name="T92" fmla="*/ 144 w 343"/>
                <a:gd name="T93" fmla="*/ 271 h 272"/>
                <a:gd name="T94" fmla="*/ 150 w 343"/>
                <a:gd name="T95" fmla="*/ 43 h 272"/>
                <a:gd name="T96" fmla="*/ 145 w 343"/>
                <a:gd name="T97" fmla="*/ 33 h 272"/>
                <a:gd name="T98" fmla="*/ 147 w 343"/>
                <a:gd name="T99" fmla="*/ 13 h 272"/>
                <a:gd name="T100" fmla="*/ 162 w 343"/>
                <a:gd name="T101" fmla="*/ 1 h 272"/>
                <a:gd name="T102" fmla="*/ 182 w 343"/>
                <a:gd name="T103" fmla="*/ 6 h 272"/>
                <a:gd name="T104" fmla="*/ 191 w 343"/>
                <a:gd name="T105" fmla="*/ 24 h 272"/>
                <a:gd name="T106" fmla="*/ 188 w 343"/>
                <a:gd name="T107" fmla="*/ 39 h 272"/>
                <a:gd name="T108" fmla="*/ 174 w 343"/>
                <a:gd name="T109" fmla="*/ 50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43" h="272">
                  <a:moveTo>
                    <a:pt x="121" y="271"/>
                  </a:moveTo>
                  <a:lnTo>
                    <a:pt x="121" y="271"/>
                  </a:lnTo>
                  <a:lnTo>
                    <a:pt x="115" y="269"/>
                  </a:lnTo>
                  <a:lnTo>
                    <a:pt x="109" y="264"/>
                  </a:lnTo>
                  <a:lnTo>
                    <a:pt x="109" y="264"/>
                  </a:lnTo>
                  <a:lnTo>
                    <a:pt x="102" y="256"/>
                  </a:lnTo>
                  <a:lnTo>
                    <a:pt x="100" y="253"/>
                  </a:lnTo>
                  <a:lnTo>
                    <a:pt x="100" y="224"/>
                  </a:lnTo>
                  <a:lnTo>
                    <a:pt x="100" y="196"/>
                  </a:lnTo>
                  <a:lnTo>
                    <a:pt x="87" y="178"/>
                  </a:lnTo>
                  <a:lnTo>
                    <a:pt x="74" y="159"/>
                  </a:lnTo>
                  <a:lnTo>
                    <a:pt x="72" y="163"/>
                  </a:lnTo>
                  <a:lnTo>
                    <a:pt x="72" y="163"/>
                  </a:lnTo>
                  <a:lnTo>
                    <a:pt x="43" y="219"/>
                  </a:lnTo>
                  <a:lnTo>
                    <a:pt x="43" y="219"/>
                  </a:lnTo>
                  <a:lnTo>
                    <a:pt x="15" y="271"/>
                  </a:lnTo>
                  <a:lnTo>
                    <a:pt x="15" y="271"/>
                  </a:lnTo>
                  <a:lnTo>
                    <a:pt x="12" y="269"/>
                  </a:lnTo>
                  <a:lnTo>
                    <a:pt x="7" y="267"/>
                  </a:lnTo>
                  <a:lnTo>
                    <a:pt x="7" y="267"/>
                  </a:lnTo>
                  <a:lnTo>
                    <a:pt x="5" y="264"/>
                  </a:lnTo>
                  <a:lnTo>
                    <a:pt x="3" y="259"/>
                  </a:lnTo>
                  <a:lnTo>
                    <a:pt x="2" y="254"/>
                  </a:lnTo>
                  <a:lnTo>
                    <a:pt x="1" y="248"/>
                  </a:lnTo>
                  <a:lnTo>
                    <a:pt x="0" y="241"/>
                  </a:lnTo>
                  <a:lnTo>
                    <a:pt x="31" y="184"/>
                  </a:lnTo>
                  <a:lnTo>
                    <a:pt x="31" y="184"/>
                  </a:lnTo>
                  <a:lnTo>
                    <a:pt x="62" y="126"/>
                  </a:lnTo>
                  <a:lnTo>
                    <a:pt x="62" y="126"/>
                  </a:lnTo>
                  <a:lnTo>
                    <a:pt x="99" y="147"/>
                  </a:lnTo>
                  <a:lnTo>
                    <a:pt x="99" y="147"/>
                  </a:lnTo>
                  <a:lnTo>
                    <a:pt x="102" y="152"/>
                  </a:lnTo>
                  <a:lnTo>
                    <a:pt x="113" y="168"/>
                  </a:lnTo>
                  <a:lnTo>
                    <a:pt x="126" y="189"/>
                  </a:lnTo>
                  <a:lnTo>
                    <a:pt x="127" y="229"/>
                  </a:lnTo>
                  <a:lnTo>
                    <a:pt x="127" y="229"/>
                  </a:lnTo>
                  <a:lnTo>
                    <a:pt x="128" y="271"/>
                  </a:lnTo>
                  <a:lnTo>
                    <a:pt x="128" y="271"/>
                  </a:lnTo>
                  <a:lnTo>
                    <a:pt x="128" y="272"/>
                  </a:lnTo>
                  <a:lnTo>
                    <a:pt x="127" y="272"/>
                  </a:lnTo>
                  <a:lnTo>
                    <a:pt x="122" y="271"/>
                  </a:lnTo>
                  <a:lnTo>
                    <a:pt x="121" y="271"/>
                  </a:lnTo>
                  <a:close/>
                  <a:moveTo>
                    <a:pt x="144" y="271"/>
                  </a:moveTo>
                  <a:lnTo>
                    <a:pt x="144" y="271"/>
                  </a:lnTo>
                  <a:lnTo>
                    <a:pt x="141" y="270"/>
                  </a:lnTo>
                  <a:lnTo>
                    <a:pt x="139" y="269"/>
                  </a:lnTo>
                  <a:lnTo>
                    <a:pt x="139" y="269"/>
                  </a:lnTo>
                  <a:lnTo>
                    <a:pt x="139" y="266"/>
                  </a:lnTo>
                  <a:lnTo>
                    <a:pt x="140" y="263"/>
                  </a:lnTo>
                  <a:lnTo>
                    <a:pt x="140" y="263"/>
                  </a:lnTo>
                  <a:lnTo>
                    <a:pt x="179" y="215"/>
                  </a:lnTo>
                  <a:lnTo>
                    <a:pt x="179" y="215"/>
                  </a:lnTo>
                  <a:lnTo>
                    <a:pt x="182" y="214"/>
                  </a:lnTo>
                  <a:lnTo>
                    <a:pt x="185" y="213"/>
                  </a:lnTo>
                  <a:lnTo>
                    <a:pt x="185" y="213"/>
                  </a:lnTo>
                  <a:lnTo>
                    <a:pt x="190" y="212"/>
                  </a:lnTo>
                  <a:lnTo>
                    <a:pt x="191" y="211"/>
                  </a:lnTo>
                  <a:lnTo>
                    <a:pt x="191" y="211"/>
                  </a:lnTo>
                  <a:lnTo>
                    <a:pt x="167" y="191"/>
                  </a:lnTo>
                  <a:lnTo>
                    <a:pt x="142" y="170"/>
                  </a:lnTo>
                  <a:lnTo>
                    <a:pt x="142" y="176"/>
                  </a:lnTo>
                  <a:lnTo>
                    <a:pt x="142" y="181"/>
                  </a:lnTo>
                  <a:lnTo>
                    <a:pt x="140" y="180"/>
                  </a:lnTo>
                  <a:lnTo>
                    <a:pt x="140" y="180"/>
                  </a:lnTo>
                  <a:lnTo>
                    <a:pt x="133" y="178"/>
                  </a:lnTo>
                  <a:lnTo>
                    <a:pt x="133" y="178"/>
                  </a:lnTo>
                  <a:lnTo>
                    <a:pt x="130" y="176"/>
                  </a:lnTo>
                  <a:lnTo>
                    <a:pt x="125" y="171"/>
                  </a:lnTo>
                  <a:lnTo>
                    <a:pt x="119" y="166"/>
                  </a:lnTo>
                  <a:lnTo>
                    <a:pt x="119" y="163"/>
                  </a:lnTo>
                  <a:lnTo>
                    <a:pt x="119" y="163"/>
                  </a:lnTo>
                  <a:lnTo>
                    <a:pt x="119" y="156"/>
                  </a:lnTo>
                  <a:lnTo>
                    <a:pt x="119" y="152"/>
                  </a:lnTo>
                  <a:lnTo>
                    <a:pt x="113" y="147"/>
                  </a:lnTo>
                  <a:lnTo>
                    <a:pt x="113" y="147"/>
                  </a:lnTo>
                  <a:lnTo>
                    <a:pt x="106" y="141"/>
                  </a:lnTo>
                  <a:lnTo>
                    <a:pt x="106" y="141"/>
                  </a:lnTo>
                  <a:lnTo>
                    <a:pt x="106" y="140"/>
                  </a:lnTo>
                  <a:lnTo>
                    <a:pt x="109" y="135"/>
                  </a:lnTo>
                  <a:lnTo>
                    <a:pt x="109" y="135"/>
                  </a:lnTo>
                  <a:lnTo>
                    <a:pt x="113" y="129"/>
                  </a:lnTo>
                  <a:lnTo>
                    <a:pt x="113" y="129"/>
                  </a:lnTo>
                  <a:lnTo>
                    <a:pt x="117" y="133"/>
                  </a:lnTo>
                  <a:lnTo>
                    <a:pt x="122" y="136"/>
                  </a:lnTo>
                  <a:lnTo>
                    <a:pt x="122" y="122"/>
                  </a:lnTo>
                  <a:lnTo>
                    <a:pt x="122" y="122"/>
                  </a:lnTo>
                  <a:lnTo>
                    <a:pt x="122" y="109"/>
                  </a:lnTo>
                  <a:lnTo>
                    <a:pt x="122" y="109"/>
                  </a:lnTo>
                  <a:lnTo>
                    <a:pt x="113" y="126"/>
                  </a:lnTo>
                  <a:lnTo>
                    <a:pt x="113" y="126"/>
                  </a:lnTo>
                  <a:lnTo>
                    <a:pt x="102" y="146"/>
                  </a:lnTo>
                  <a:lnTo>
                    <a:pt x="102" y="146"/>
                  </a:lnTo>
                  <a:lnTo>
                    <a:pt x="101" y="146"/>
                  </a:lnTo>
                  <a:lnTo>
                    <a:pt x="99" y="144"/>
                  </a:lnTo>
                  <a:lnTo>
                    <a:pt x="83" y="136"/>
                  </a:lnTo>
                  <a:lnTo>
                    <a:pt x="83" y="136"/>
                  </a:lnTo>
                  <a:lnTo>
                    <a:pt x="64" y="124"/>
                  </a:lnTo>
                  <a:lnTo>
                    <a:pt x="64" y="124"/>
                  </a:lnTo>
                  <a:lnTo>
                    <a:pt x="68" y="115"/>
                  </a:lnTo>
                  <a:lnTo>
                    <a:pt x="81" y="92"/>
                  </a:lnTo>
                  <a:lnTo>
                    <a:pt x="81" y="92"/>
                  </a:lnTo>
                  <a:lnTo>
                    <a:pt x="98" y="61"/>
                  </a:lnTo>
                  <a:lnTo>
                    <a:pt x="98" y="61"/>
                  </a:lnTo>
                  <a:lnTo>
                    <a:pt x="86" y="61"/>
                  </a:lnTo>
                  <a:lnTo>
                    <a:pt x="74" y="61"/>
                  </a:lnTo>
                  <a:lnTo>
                    <a:pt x="68" y="74"/>
                  </a:lnTo>
                  <a:lnTo>
                    <a:pt x="68" y="74"/>
                  </a:lnTo>
                  <a:lnTo>
                    <a:pt x="62" y="86"/>
                  </a:lnTo>
                  <a:lnTo>
                    <a:pt x="62" y="86"/>
                  </a:lnTo>
                  <a:lnTo>
                    <a:pt x="64" y="90"/>
                  </a:lnTo>
                  <a:lnTo>
                    <a:pt x="64" y="90"/>
                  </a:lnTo>
                  <a:lnTo>
                    <a:pt x="71" y="95"/>
                  </a:lnTo>
                  <a:lnTo>
                    <a:pt x="75" y="99"/>
                  </a:lnTo>
                  <a:lnTo>
                    <a:pt x="72" y="105"/>
                  </a:lnTo>
                  <a:lnTo>
                    <a:pt x="72" y="105"/>
                  </a:lnTo>
                  <a:lnTo>
                    <a:pt x="70" y="110"/>
                  </a:lnTo>
                  <a:lnTo>
                    <a:pt x="70" y="110"/>
                  </a:lnTo>
                  <a:lnTo>
                    <a:pt x="62" y="105"/>
                  </a:lnTo>
                  <a:lnTo>
                    <a:pt x="62" y="105"/>
                  </a:lnTo>
                  <a:lnTo>
                    <a:pt x="56" y="99"/>
                  </a:lnTo>
                  <a:lnTo>
                    <a:pt x="56" y="99"/>
                  </a:lnTo>
                  <a:lnTo>
                    <a:pt x="53" y="104"/>
                  </a:lnTo>
                  <a:lnTo>
                    <a:pt x="53" y="104"/>
                  </a:lnTo>
                  <a:lnTo>
                    <a:pt x="50" y="108"/>
                  </a:lnTo>
                  <a:lnTo>
                    <a:pt x="49" y="109"/>
                  </a:lnTo>
                  <a:lnTo>
                    <a:pt x="48" y="109"/>
                  </a:lnTo>
                  <a:lnTo>
                    <a:pt x="48" y="109"/>
                  </a:lnTo>
                  <a:lnTo>
                    <a:pt x="44" y="107"/>
                  </a:lnTo>
                  <a:lnTo>
                    <a:pt x="41" y="104"/>
                  </a:lnTo>
                  <a:lnTo>
                    <a:pt x="39" y="99"/>
                  </a:lnTo>
                  <a:lnTo>
                    <a:pt x="37" y="92"/>
                  </a:lnTo>
                  <a:lnTo>
                    <a:pt x="34" y="87"/>
                  </a:lnTo>
                  <a:lnTo>
                    <a:pt x="42" y="72"/>
                  </a:lnTo>
                  <a:lnTo>
                    <a:pt x="42" y="72"/>
                  </a:lnTo>
                  <a:lnTo>
                    <a:pt x="53" y="52"/>
                  </a:lnTo>
                  <a:lnTo>
                    <a:pt x="57" y="46"/>
                  </a:lnTo>
                  <a:lnTo>
                    <a:pt x="62" y="39"/>
                  </a:lnTo>
                  <a:lnTo>
                    <a:pt x="64" y="37"/>
                  </a:lnTo>
                  <a:lnTo>
                    <a:pt x="88" y="37"/>
                  </a:lnTo>
                  <a:lnTo>
                    <a:pt x="88" y="37"/>
                  </a:lnTo>
                  <a:lnTo>
                    <a:pt x="122" y="38"/>
                  </a:lnTo>
                  <a:lnTo>
                    <a:pt x="122" y="38"/>
                  </a:lnTo>
                  <a:lnTo>
                    <a:pt x="131" y="38"/>
                  </a:lnTo>
                  <a:lnTo>
                    <a:pt x="135" y="40"/>
                  </a:lnTo>
                  <a:lnTo>
                    <a:pt x="135" y="40"/>
                  </a:lnTo>
                  <a:lnTo>
                    <a:pt x="139" y="42"/>
                  </a:lnTo>
                  <a:lnTo>
                    <a:pt x="142" y="44"/>
                  </a:lnTo>
                  <a:lnTo>
                    <a:pt x="145" y="49"/>
                  </a:lnTo>
                  <a:lnTo>
                    <a:pt x="147" y="53"/>
                  </a:lnTo>
                  <a:lnTo>
                    <a:pt x="150" y="57"/>
                  </a:lnTo>
                  <a:lnTo>
                    <a:pt x="147" y="107"/>
                  </a:lnTo>
                  <a:lnTo>
                    <a:pt x="147" y="107"/>
                  </a:lnTo>
                  <a:lnTo>
                    <a:pt x="145" y="157"/>
                  </a:lnTo>
                  <a:lnTo>
                    <a:pt x="145" y="157"/>
                  </a:lnTo>
                  <a:lnTo>
                    <a:pt x="173" y="180"/>
                  </a:lnTo>
                  <a:lnTo>
                    <a:pt x="201" y="202"/>
                  </a:lnTo>
                  <a:lnTo>
                    <a:pt x="197" y="207"/>
                  </a:lnTo>
                  <a:lnTo>
                    <a:pt x="192" y="211"/>
                  </a:lnTo>
                  <a:lnTo>
                    <a:pt x="196" y="210"/>
                  </a:lnTo>
                  <a:lnTo>
                    <a:pt x="196" y="210"/>
                  </a:lnTo>
                  <a:lnTo>
                    <a:pt x="200" y="206"/>
                  </a:lnTo>
                  <a:lnTo>
                    <a:pt x="212" y="191"/>
                  </a:lnTo>
                  <a:lnTo>
                    <a:pt x="212" y="191"/>
                  </a:lnTo>
                  <a:lnTo>
                    <a:pt x="229" y="171"/>
                  </a:lnTo>
                  <a:lnTo>
                    <a:pt x="229" y="171"/>
                  </a:lnTo>
                  <a:lnTo>
                    <a:pt x="234" y="168"/>
                  </a:lnTo>
                  <a:lnTo>
                    <a:pt x="240" y="166"/>
                  </a:lnTo>
                  <a:lnTo>
                    <a:pt x="245" y="165"/>
                  </a:lnTo>
                  <a:lnTo>
                    <a:pt x="250" y="164"/>
                  </a:lnTo>
                  <a:lnTo>
                    <a:pt x="250" y="164"/>
                  </a:lnTo>
                  <a:lnTo>
                    <a:pt x="256" y="165"/>
                  </a:lnTo>
                  <a:lnTo>
                    <a:pt x="261" y="166"/>
                  </a:lnTo>
                  <a:lnTo>
                    <a:pt x="265" y="168"/>
                  </a:lnTo>
                  <a:lnTo>
                    <a:pt x="270" y="171"/>
                  </a:lnTo>
                  <a:lnTo>
                    <a:pt x="270" y="171"/>
                  </a:lnTo>
                  <a:lnTo>
                    <a:pt x="306" y="219"/>
                  </a:lnTo>
                  <a:lnTo>
                    <a:pt x="342" y="266"/>
                  </a:lnTo>
                  <a:lnTo>
                    <a:pt x="342" y="266"/>
                  </a:lnTo>
                  <a:lnTo>
                    <a:pt x="343" y="268"/>
                  </a:lnTo>
                  <a:lnTo>
                    <a:pt x="343" y="269"/>
                  </a:lnTo>
                  <a:lnTo>
                    <a:pt x="343" y="269"/>
                  </a:lnTo>
                  <a:lnTo>
                    <a:pt x="340" y="271"/>
                  </a:lnTo>
                  <a:lnTo>
                    <a:pt x="340" y="271"/>
                  </a:lnTo>
                  <a:lnTo>
                    <a:pt x="318" y="271"/>
                  </a:lnTo>
                  <a:lnTo>
                    <a:pt x="242" y="271"/>
                  </a:lnTo>
                  <a:lnTo>
                    <a:pt x="242" y="271"/>
                  </a:lnTo>
                  <a:lnTo>
                    <a:pt x="144" y="271"/>
                  </a:lnTo>
                  <a:lnTo>
                    <a:pt x="144" y="271"/>
                  </a:lnTo>
                  <a:close/>
                  <a:moveTo>
                    <a:pt x="161" y="50"/>
                  </a:moveTo>
                  <a:lnTo>
                    <a:pt x="161" y="50"/>
                  </a:lnTo>
                  <a:lnTo>
                    <a:pt x="156" y="48"/>
                  </a:lnTo>
                  <a:lnTo>
                    <a:pt x="150" y="43"/>
                  </a:lnTo>
                  <a:lnTo>
                    <a:pt x="150" y="43"/>
                  </a:lnTo>
                  <a:lnTo>
                    <a:pt x="148" y="40"/>
                  </a:lnTo>
                  <a:lnTo>
                    <a:pt x="146" y="37"/>
                  </a:lnTo>
                  <a:lnTo>
                    <a:pt x="145" y="33"/>
                  </a:lnTo>
                  <a:lnTo>
                    <a:pt x="144" y="29"/>
                  </a:lnTo>
                  <a:lnTo>
                    <a:pt x="144" y="21"/>
                  </a:lnTo>
                  <a:lnTo>
                    <a:pt x="147" y="13"/>
                  </a:lnTo>
                  <a:lnTo>
                    <a:pt x="147" y="13"/>
                  </a:lnTo>
                  <a:lnTo>
                    <a:pt x="149" y="9"/>
                  </a:lnTo>
                  <a:lnTo>
                    <a:pt x="154" y="6"/>
                  </a:lnTo>
                  <a:lnTo>
                    <a:pt x="158" y="4"/>
                  </a:lnTo>
                  <a:lnTo>
                    <a:pt x="162" y="1"/>
                  </a:lnTo>
                  <a:lnTo>
                    <a:pt x="162" y="1"/>
                  </a:lnTo>
                  <a:lnTo>
                    <a:pt x="169" y="0"/>
                  </a:lnTo>
                  <a:lnTo>
                    <a:pt x="175" y="3"/>
                  </a:lnTo>
                  <a:lnTo>
                    <a:pt x="182" y="6"/>
                  </a:lnTo>
                  <a:lnTo>
                    <a:pt x="186" y="10"/>
                  </a:lnTo>
                  <a:lnTo>
                    <a:pt x="186" y="10"/>
                  </a:lnTo>
                  <a:lnTo>
                    <a:pt x="190" y="17"/>
                  </a:lnTo>
                  <a:lnTo>
                    <a:pt x="191" y="24"/>
                  </a:lnTo>
                  <a:lnTo>
                    <a:pt x="191" y="24"/>
                  </a:lnTo>
                  <a:lnTo>
                    <a:pt x="191" y="29"/>
                  </a:lnTo>
                  <a:lnTo>
                    <a:pt x="190" y="35"/>
                  </a:lnTo>
                  <a:lnTo>
                    <a:pt x="188" y="39"/>
                  </a:lnTo>
                  <a:lnTo>
                    <a:pt x="185" y="42"/>
                  </a:lnTo>
                  <a:lnTo>
                    <a:pt x="185" y="42"/>
                  </a:lnTo>
                  <a:lnTo>
                    <a:pt x="179" y="47"/>
                  </a:lnTo>
                  <a:lnTo>
                    <a:pt x="174" y="50"/>
                  </a:lnTo>
                  <a:lnTo>
                    <a:pt x="168" y="51"/>
                  </a:lnTo>
                  <a:lnTo>
                    <a:pt x="161" y="50"/>
                  </a:lnTo>
                  <a:lnTo>
                    <a:pt x="161" y="50"/>
                  </a:lnTo>
                  <a:close/>
                </a:path>
              </a:pathLst>
            </a:custGeom>
            <a:solidFill>
              <a:srgbClr val="4D4F5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grpSp>
          <p:nvGrpSpPr>
            <p:cNvPr id="1181" name="Group 1180">
              <a:extLst>
                <a:ext uri="{FF2B5EF4-FFF2-40B4-BE49-F238E27FC236}">
                  <a16:creationId xmlns:a16="http://schemas.microsoft.com/office/drawing/2014/main" id="{6215B589-9395-25A5-ABF4-C9B2D6E01E23}"/>
                </a:ext>
              </a:extLst>
            </p:cNvPr>
            <p:cNvGrpSpPr/>
            <p:nvPr/>
          </p:nvGrpSpPr>
          <p:grpSpPr>
            <a:xfrm>
              <a:off x="8605134" y="1444054"/>
              <a:ext cx="685753" cy="941229"/>
              <a:chOff x="1784351" y="2806700"/>
              <a:chExt cx="566738" cy="777875"/>
            </a:xfrm>
          </p:grpSpPr>
          <p:sp>
            <p:nvSpPr>
              <p:cNvPr id="1182" name="Freeform 11">
                <a:extLst>
                  <a:ext uri="{FF2B5EF4-FFF2-40B4-BE49-F238E27FC236}">
                    <a16:creationId xmlns:a16="http://schemas.microsoft.com/office/drawing/2014/main" id="{2586AAE3-8D66-FCE5-7F57-8FB3B7C08F4C}"/>
                  </a:ext>
                </a:extLst>
              </p:cNvPr>
              <p:cNvSpPr>
                <a:spLocks/>
              </p:cNvSpPr>
              <p:nvPr/>
            </p:nvSpPr>
            <p:spPr bwMode="auto">
              <a:xfrm>
                <a:off x="1938338" y="2806700"/>
                <a:ext cx="274638" cy="320675"/>
              </a:xfrm>
              <a:custGeom>
                <a:avLst/>
                <a:gdLst>
                  <a:gd name="T0" fmla="*/ 7 w 173"/>
                  <a:gd name="T1" fmla="*/ 125 h 202"/>
                  <a:gd name="T2" fmla="*/ 14 w 173"/>
                  <a:gd name="T3" fmla="*/ 125 h 202"/>
                  <a:gd name="T4" fmla="*/ 17 w 173"/>
                  <a:gd name="T5" fmla="*/ 141 h 202"/>
                  <a:gd name="T6" fmla="*/ 30 w 173"/>
                  <a:gd name="T7" fmla="*/ 171 h 202"/>
                  <a:gd name="T8" fmla="*/ 37 w 173"/>
                  <a:gd name="T9" fmla="*/ 182 h 202"/>
                  <a:gd name="T10" fmla="*/ 60 w 173"/>
                  <a:gd name="T11" fmla="*/ 196 h 202"/>
                  <a:gd name="T12" fmla="*/ 86 w 173"/>
                  <a:gd name="T13" fmla="*/ 202 h 202"/>
                  <a:gd name="T14" fmla="*/ 113 w 173"/>
                  <a:gd name="T15" fmla="*/ 196 h 202"/>
                  <a:gd name="T16" fmla="*/ 136 w 173"/>
                  <a:gd name="T17" fmla="*/ 182 h 202"/>
                  <a:gd name="T18" fmla="*/ 143 w 173"/>
                  <a:gd name="T19" fmla="*/ 171 h 202"/>
                  <a:gd name="T20" fmla="*/ 154 w 173"/>
                  <a:gd name="T21" fmla="*/ 141 h 202"/>
                  <a:gd name="T22" fmla="*/ 159 w 173"/>
                  <a:gd name="T23" fmla="*/ 125 h 202"/>
                  <a:gd name="T24" fmla="*/ 166 w 173"/>
                  <a:gd name="T25" fmla="*/ 125 h 202"/>
                  <a:gd name="T26" fmla="*/ 168 w 173"/>
                  <a:gd name="T27" fmla="*/ 122 h 202"/>
                  <a:gd name="T28" fmla="*/ 173 w 173"/>
                  <a:gd name="T29" fmla="*/ 110 h 202"/>
                  <a:gd name="T30" fmla="*/ 173 w 173"/>
                  <a:gd name="T31" fmla="*/ 88 h 202"/>
                  <a:gd name="T32" fmla="*/ 171 w 173"/>
                  <a:gd name="T33" fmla="*/ 85 h 202"/>
                  <a:gd name="T34" fmla="*/ 168 w 173"/>
                  <a:gd name="T35" fmla="*/ 81 h 202"/>
                  <a:gd name="T36" fmla="*/ 166 w 173"/>
                  <a:gd name="T37" fmla="*/ 51 h 202"/>
                  <a:gd name="T38" fmla="*/ 161 w 173"/>
                  <a:gd name="T39" fmla="*/ 23 h 202"/>
                  <a:gd name="T40" fmla="*/ 157 w 173"/>
                  <a:gd name="T41" fmla="*/ 14 h 202"/>
                  <a:gd name="T42" fmla="*/ 143 w 173"/>
                  <a:gd name="T43" fmla="*/ 3 h 202"/>
                  <a:gd name="T44" fmla="*/ 125 w 173"/>
                  <a:gd name="T45" fmla="*/ 0 h 202"/>
                  <a:gd name="T46" fmla="*/ 99 w 173"/>
                  <a:gd name="T47" fmla="*/ 2 h 202"/>
                  <a:gd name="T48" fmla="*/ 76 w 173"/>
                  <a:gd name="T49" fmla="*/ 2 h 202"/>
                  <a:gd name="T50" fmla="*/ 65 w 173"/>
                  <a:gd name="T51" fmla="*/ 0 h 202"/>
                  <a:gd name="T52" fmla="*/ 40 w 173"/>
                  <a:gd name="T53" fmla="*/ 0 h 202"/>
                  <a:gd name="T54" fmla="*/ 25 w 173"/>
                  <a:gd name="T55" fmla="*/ 7 h 202"/>
                  <a:gd name="T56" fmla="*/ 17 w 173"/>
                  <a:gd name="T57" fmla="*/ 14 h 202"/>
                  <a:gd name="T58" fmla="*/ 12 w 173"/>
                  <a:gd name="T59" fmla="*/ 32 h 202"/>
                  <a:gd name="T60" fmla="*/ 7 w 173"/>
                  <a:gd name="T61" fmla="*/ 67 h 202"/>
                  <a:gd name="T62" fmla="*/ 7 w 173"/>
                  <a:gd name="T63" fmla="*/ 81 h 202"/>
                  <a:gd name="T64" fmla="*/ 2 w 173"/>
                  <a:gd name="T65" fmla="*/ 85 h 202"/>
                  <a:gd name="T66" fmla="*/ 0 w 173"/>
                  <a:gd name="T67" fmla="*/ 88 h 202"/>
                  <a:gd name="T68" fmla="*/ 0 w 173"/>
                  <a:gd name="T69" fmla="*/ 110 h 202"/>
                  <a:gd name="T70" fmla="*/ 3 w 173"/>
                  <a:gd name="T71" fmla="*/ 122 h 202"/>
                  <a:gd name="T72" fmla="*/ 7 w 173"/>
                  <a:gd name="T73" fmla="*/ 125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73" h="202">
                    <a:moveTo>
                      <a:pt x="7" y="125"/>
                    </a:moveTo>
                    <a:lnTo>
                      <a:pt x="7" y="125"/>
                    </a:lnTo>
                    <a:lnTo>
                      <a:pt x="9" y="125"/>
                    </a:lnTo>
                    <a:lnTo>
                      <a:pt x="14" y="125"/>
                    </a:lnTo>
                    <a:lnTo>
                      <a:pt x="14" y="125"/>
                    </a:lnTo>
                    <a:lnTo>
                      <a:pt x="17" y="141"/>
                    </a:lnTo>
                    <a:lnTo>
                      <a:pt x="23" y="157"/>
                    </a:lnTo>
                    <a:lnTo>
                      <a:pt x="30" y="171"/>
                    </a:lnTo>
                    <a:lnTo>
                      <a:pt x="37" y="182"/>
                    </a:lnTo>
                    <a:lnTo>
                      <a:pt x="37" y="182"/>
                    </a:lnTo>
                    <a:lnTo>
                      <a:pt x="48" y="191"/>
                    </a:lnTo>
                    <a:lnTo>
                      <a:pt x="60" y="196"/>
                    </a:lnTo>
                    <a:lnTo>
                      <a:pt x="72" y="200"/>
                    </a:lnTo>
                    <a:lnTo>
                      <a:pt x="86" y="202"/>
                    </a:lnTo>
                    <a:lnTo>
                      <a:pt x="101" y="200"/>
                    </a:lnTo>
                    <a:lnTo>
                      <a:pt x="113" y="196"/>
                    </a:lnTo>
                    <a:lnTo>
                      <a:pt x="125" y="191"/>
                    </a:lnTo>
                    <a:lnTo>
                      <a:pt x="136" y="182"/>
                    </a:lnTo>
                    <a:lnTo>
                      <a:pt x="136" y="182"/>
                    </a:lnTo>
                    <a:lnTo>
                      <a:pt x="143" y="171"/>
                    </a:lnTo>
                    <a:lnTo>
                      <a:pt x="148" y="157"/>
                    </a:lnTo>
                    <a:lnTo>
                      <a:pt x="154" y="141"/>
                    </a:lnTo>
                    <a:lnTo>
                      <a:pt x="159" y="125"/>
                    </a:lnTo>
                    <a:lnTo>
                      <a:pt x="159" y="125"/>
                    </a:lnTo>
                    <a:lnTo>
                      <a:pt x="162" y="125"/>
                    </a:lnTo>
                    <a:lnTo>
                      <a:pt x="166" y="125"/>
                    </a:lnTo>
                    <a:lnTo>
                      <a:pt x="166" y="125"/>
                    </a:lnTo>
                    <a:lnTo>
                      <a:pt x="168" y="122"/>
                    </a:lnTo>
                    <a:lnTo>
                      <a:pt x="170" y="118"/>
                    </a:lnTo>
                    <a:lnTo>
                      <a:pt x="173" y="110"/>
                    </a:lnTo>
                    <a:lnTo>
                      <a:pt x="173" y="99"/>
                    </a:lnTo>
                    <a:lnTo>
                      <a:pt x="173" y="88"/>
                    </a:lnTo>
                    <a:lnTo>
                      <a:pt x="173" y="88"/>
                    </a:lnTo>
                    <a:lnTo>
                      <a:pt x="171" y="85"/>
                    </a:lnTo>
                    <a:lnTo>
                      <a:pt x="168" y="81"/>
                    </a:lnTo>
                    <a:lnTo>
                      <a:pt x="168" y="81"/>
                    </a:lnTo>
                    <a:lnTo>
                      <a:pt x="168" y="69"/>
                    </a:lnTo>
                    <a:lnTo>
                      <a:pt x="166" y="51"/>
                    </a:lnTo>
                    <a:lnTo>
                      <a:pt x="164" y="32"/>
                    </a:lnTo>
                    <a:lnTo>
                      <a:pt x="161" y="23"/>
                    </a:lnTo>
                    <a:lnTo>
                      <a:pt x="157" y="14"/>
                    </a:lnTo>
                    <a:lnTo>
                      <a:pt x="157" y="14"/>
                    </a:lnTo>
                    <a:lnTo>
                      <a:pt x="150" y="7"/>
                    </a:lnTo>
                    <a:lnTo>
                      <a:pt x="143" y="3"/>
                    </a:lnTo>
                    <a:lnTo>
                      <a:pt x="134" y="0"/>
                    </a:lnTo>
                    <a:lnTo>
                      <a:pt x="125" y="0"/>
                    </a:lnTo>
                    <a:lnTo>
                      <a:pt x="109" y="0"/>
                    </a:lnTo>
                    <a:lnTo>
                      <a:pt x="99" y="2"/>
                    </a:lnTo>
                    <a:lnTo>
                      <a:pt x="99" y="2"/>
                    </a:lnTo>
                    <a:lnTo>
                      <a:pt x="76" y="2"/>
                    </a:lnTo>
                    <a:lnTo>
                      <a:pt x="76" y="2"/>
                    </a:lnTo>
                    <a:lnTo>
                      <a:pt x="65" y="0"/>
                    </a:lnTo>
                    <a:lnTo>
                      <a:pt x="49" y="0"/>
                    </a:lnTo>
                    <a:lnTo>
                      <a:pt x="40" y="0"/>
                    </a:lnTo>
                    <a:lnTo>
                      <a:pt x="32" y="3"/>
                    </a:lnTo>
                    <a:lnTo>
                      <a:pt x="25" y="7"/>
                    </a:lnTo>
                    <a:lnTo>
                      <a:pt x="17" y="14"/>
                    </a:lnTo>
                    <a:lnTo>
                      <a:pt x="17" y="14"/>
                    </a:lnTo>
                    <a:lnTo>
                      <a:pt x="14" y="23"/>
                    </a:lnTo>
                    <a:lnTo>
                      <a:pt x="12" y="32"/>
                    </a:lnTo>
                    <a:lnTo>
                      <a:pt x="9" y="49"/>
                    </a:lnTo>
                    <a:lnTo>
                      <a:pt x="7" y="67"/>
                    </a:lnTo>
                    <a:lnTo>
                      <a:pt x="7" y="81"/>
                    </a:lnTo>
                    <a:lnTo>
                      <a:pt x="7" y="81"/>
                    </a:lnTo>
                    <a:lnTo>
                      <a:pt x="3" y="83"/>
                    </a:lnTo>
                    <a:lnTo>
                      <a:pt x="2" y="85"/>
                    </a:lnTo>
                    <a:lnTo>
                      <a:pt x="0" y="88"/>
                    </a:lnTo>
                    <a:lnTo>
                      <a:pt x="0" y="88"/>
                    </a:lnTo>
                    <a:lnTo>
                      <a:pt x="0" y="99"/>
                    </a:lnTo>
                    <a:lnTo>
                      <a:pt x="0" y="110"/>
                    </a:lnTo>
                    <a:lnTo>
                      <a:pt x="2" y="118"/>
                    </a:lnTo>
                    <a:lnTo>
                      <a:pt x="3" y="122"/>
                    </a:lnTo>
                    <a:lnTo>
                      <a:pt x="7" y="125"/>
                    </a:lnTo>
                    <a:lnTo>
                      <a:pt x="7" y="125"/>
                    </a:lnTo>
                    <a:close/>
                  </a:path>
                </a:pathLst>
              </a:custGeom>
              <a:solidFill>
                <a:srgbClr val="4D4F5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sp>
            <p:nvSpPr>
              <p:cNvPr id="1183" name="Freeform 12">
                <a:extLst>
                  <a:ext uri="{FF2B5EF4-FFF2-40B4-BE49-F238E27FC236}">
                    <a16:creationId xmlns:a16="http://schemas.microsoft.com/office/drawing/2014/main" id="{53322EC3-2B3B-F14C-5AFA-7497256DABA4}"/>
                  </a:ext>
                </a:extLst>
              </p:cNvPr>
              <p:cNvSpPr>
                <a:spLocks noEditPoints="1"/>
              </p:cNvSpPr>
              <p:nvPr/>
            </p:nvSpPr>
            <p:spPr bwMode="auto">
              <a:xfrm>
                <a:off x="1784351" y="3143250"/>
                <a:ext cx="566738" cy="441325"/>
              </a:xfrm>
              <a:custGeom>
                <a:avLst/>
                <a:gdLst>
                  <a:gd name="T0" fmla="*/ 327 w 357"/>
                  <a:gd name="T1" fmla="*/ 28 h 278"/>
                  <a:gd name="T2" fmla="*/ 321 w 357"/>
                  <a:gd name="T3" fmla="*/ 21 h 278"/>
                  <a:gd name="T4" fmla="*/ 300 w 357"/>
                  <a:gd name="T5" fmla="*/ 9 h 278"/>
                  <a:gd name="T6" fmla="*/ 258 w 357"/>
                  <a:gd name="T7" fmla="*/ 0 h 278"/>
                  <a:gd name="T8" fmla="*/ 236 w 357"/>
                  <a:gd name="T9" fmla="*/ 0 h 278"/>
                  <a:gd name="T10" fmla="*/ 226 w 357"/>
                  <a:gd name="T11" fmla="*/ 16 h 278"/>
                  <a:gd name="T12" fmla="*/ 136 w 357"/>
                  <a:gd name="T13" fmla="*/ 16 h 278"/>
                  <a:gd name="T14" fmla="*/ 125 w 357"/>
                  <a:gd name="T15" fmla="*/ 0 h 278"/>
                  <a:gd name="T16" fmla="*/ 104 w 357"/>
                  <a:gd name="T17" fmla="*/ 0 h 278"/>
                  <a:gd name="T18" fmla="*/ 61 w 357"/>
                  <a:gd name="T19" fmla="*/ 9 h 278"/>
                  <a:gd name="T20" fmla="*/ 40 w 357"/>
                  <a:gd name="T21" fmla="*/ 21 h 278"/>
                  <a:gd name="T22" fmla="*/ 35 w 357"/>
                  <a:gd name="T23" fmla="*/ 28 h 278"/>
                  <a:gd name="T24" fmla="*/ 30 w 357"/>
                  <a:gd name="T25" fmla="*/ 43 h 278"/>
                  <a:gd name="T26" fmla="*/ 14 w 357"/>
                  <a:gd name="T27" fmla="*/ 83 h 278"/>
                  <a:gd name="T28" fmla="*/ 1 w 357"/>
                  <a:gd name="T29" fmla="*/ 129 h 278"/>
                  <a:gd name="T30" fmla="*/ 0 w 357"/>
                  <a:gd name="T31" fmla="*/ 170 h 278"/>
                  <a:gd name="T32" fmla="*/ 1 w 357"/>
                  <a:gd name="T33" fmla="*/ 186 h 278"/>
                  <a:gd name="T34" fmla="*/ 7 w 357"/>
                  <a:gd name="T35" fmla="*/ 193 h 278"/>
                  <a:gd name="T36" fmla="*/ 24 w 357"/>
                  <a:gd name="T37" fmla="*/ 204 h 278"/>
                  <a:gd name="T38" fmla="*/ 38 w 357"/>
                  <a:gd name="T39" fmla="*/ 207 h 278"/>
                  <a:gd name="T40" fmla="*/ 47 w 357"/>
                  <a:gd name="T41" fmla="*/ 221 h 278"/>
                  <a:gd name="T42" fmla="*/ 53 w 357"/>
                  <a:gd name="T43" fmla="*/ 227 h 278"/>
                  <a:gd name="T44" fmla="*/ 65 w 357"/>
                  <a:gd name="T45" fmla="*/ 232 h 278"/>
                  <a:gd name="T46" fmla="*/ 74 w 357"/>
                  <a:gd name="T47" fmla="*/ 232 h 278"/>
                  <a:gd name="T48" fmla="*/ 51 w 357"/>
                  <a:gd name="T49" fmla="*/ 251 h 278"/>
                  <a:gd name="T50" fmla="*/ 313 w 357"/>
                  <a:gd name="T51" fmla="*/ 278 h 278"/>
                  <a:gd name="T52" fmla="*/ 286 w 357"/>
                  <a:gd name="T53" fmla="*/ 251 h 278"/>
                  <a:gd name="T54" fmla="*/ 290 w 357"/>
                  <a:gd name="T55" fmla="*/ 232 h 278"/>
                  <a:gd name="T56" fmla="*/ 297 w 357"/>
                  <a:gd name="T57" fmla="*/ 232 h 278"/>
                  <a:gd name="T58" fmla="*/ 309 w 357"/>
                  <a:gd name="T59" fmla="*/ 227 h 278"/>
                  <a:gd name="T60" fmla="*/ 314 w 357"/>
                  <a:gd name="T61" fmla="*/ 221 h 278"/>
                  <a:gd name="T62" fmla="*/ 323 w 357"/>
                  <a:gd name="T63" fmla="*/ 205 h 278"/>
                  <a:gd name="T64" fmla="*/ 334 w 357"/>
                  <a:gd name="T65" fmla="*/ 202 h 278"/>
                  <a:gd name="T66" fmla="*/ 350 w 357"/>
                  <a:gd name="T67" fmla="*/ 193 h 278"/>
                  <a:gd name="T68" fmla="*/ 353 w 357"/>
                  <a:gd name="T69" fmla="*/ 186 h 278"/>
                  <a:gd name="T70" fmla="*/ 357 w 357"/>
                  <a:gd name="T71" fmla="*/ 172 h 278"/>
                  <a:gd name="T72" fmla="*/ 353 w 357"/>
                  <a:gd name="T73" fmla="*/ 131 h 278"/>
                  <a:gd name="T74" fmla="*/ 336 w 357"/>
                  <a:gd name="T75" fmla="*/ 62 h 278"/>
                  <a:gd name="T76" fmla="*/ 327 w 357"/>
                  <a:gd name="T77" fmla="*/ 28 h 278"/>
                  <a:gd name="T78" fmla="*/ 104 w 357"/>
                  <a:gd name="T79" fmla="*/ 251 h 278"/>
                  <a:gd name="T80" fmla="*/ 256 w 357"/>
                  <a:gd name="T81" fmla="*/ 232 h 278"/>
                  <a:gd name="T82" fmla="*/ 298 w 357"/>
                  <a:gd name="T83" fmla="*/ 196 h 278"/>
                  <a:gd name="T84" fmla="*/ 298 w 357"/>
                  <a:gd name="T85" fmla="*/ 200 h 278"/>
                  <a:gd name="T86" fmla="*/ 297 w 357"/>
                  <a:gd name="T87" fmla="*/ 204 h 278"/>
                  <a:gd name="T88" fmla="*/ 290 w 357"/>
                  <a:gd name="T89" fmla="*/ 207 h 278"/>
                  <a:gd name="T90" fmla="*/ 72 w 357"/>
                  <a:gd name="T91" fmla="*/ 207 h 278"/>
                  <a:gd name="T92" fmla="*/ 65 w 357"/>
                  <a:gd name="T93" fmla="*/ 204 h 278"/>
                  <a:gd name="T94" fmla="*/ 63 w 357"/>
                  <a:gd name="T95" fmla="*/ 200 h 278"/>
                  <a:gd name="T96" fmla="*/ 63 w 357"/>
                  <a:gd name="T97" fmla="*/ 51 h 278"/>
                  <a:gd name="T98" fmla="*/ 63 w 357"/>
                  <a:gd name="T99" fmla="*/ 48 h 278"/>
                  <a:gd name="T100" fmla="*/ 65 w 357"/>
                  <a:gd name="T101" fmla="*/ 44 h 278"/>
                  <a:gd name="T102" fmla="*/ 72 w 357"/>
                  <a:gd name="T103" fmla="*/ 41 h 278"/>
                  <a:gd name="T104" fmla="*/ 290 w 357"/>
                  <a:gd name="T105" fmla="*/ 41 h 278"/>
                  <a:gd name="T106" fmla="*/ 297 w 357"/>
                  <a:gd name="T107" fmla="*/ 44 h 278"/>
                  <a:gd name="T108" fmla="*/ 298 w 357"/>
                  <a:gd name="T109" fmla="*/ 48 h 278"/>
                  <a:gd name="T110" fmla="*/ 298 w 357"/>
                  <a:gd name="T111" fmla="*/ 196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57" h="278">
                    <a:moveTo>
                      <a:pt x="327" y="28"/>
                    </a:moveTo>
                    <a:lnTo>
                      <a:pt x="327" y="28"/>
                    </a:lnTo>
                    <a:lnTo>
                      <a:pt x="325" y="25"/>
                    </a:lnTo>
                    <a:lnTo>
                      <a:pt x="321" y="21"/>
                    </a:lnTo>
                    <a:lnTo>
                      <a:pt x="313" y="14"/>
                    </a:lnTo>
                    <a:lnTo>
                      <a:pt x="300" y="9"/>
                    </a:lnTo>
                    <a:lnTo>
                      <a:pt x="286" y="5"/>
                    </a:lnTo>
                    <a:lnTo>
                      <a:pt x="258" y="0"/>
                    </a:lnTo>
                    <a:lnTo>
                      <a:pt x="245" y="0"/>
                    </a:lnTo>
                    <a:lnTo>
                      <a:pt x="236" y="0"/>
                    </a:lnTo>
                    <a:lnTo>
                      <a:pt x="236" y="0"/>
                    </a:lnTo>
                    <a:lnTo>
                      <a:pt x="226" y="16"/>
                    </a:lnTo>
                    <a:lnTo>
                      <a:pt x="136" y="16"/>
                    </a:lnTo>
                    <a:lnTo>
                      <a:pt x="136" y="16"/>
                    </a:lnTo>
                    <a:lnTo>
                      <a:pt x="125" y="0"/>
                    </a:lnTo>
                    <a:lnTo>
                      <a:pt x="125" y="0"/>
                    </a:lnTo>
                    <a:lnTo>
                      <a:pt x="116" y="0"/>
                    </a:lnTo>
                    <a:lnTo>
                      <a:pt x="104" y="0"/>
                    </a:lnTo>
                    <a:lnTo>
                      <a:pt x="76" y="5"/>
                    </a:lnTo>
                    <a:lnTo>
                      <a:pt x="61" y="9"/>
                    </a:lnTo>
                    <a:lnTo>
                      <a:pt x="49" y="14"/>
                    </a:lnTo>
                    <a:lnTo>
                      <a:pt x="40" y="21"/>
                    </a:lnTo>
                    <a:lnTo>
                      <a:pt x="37" y="25"/>
                    </a:lnTo>
                    <a:lnTo>
                      <a:pt x="35" y="28"/>
                    </a:lnTo>
                    <a:lnTo>
                      <a:pt x="35" y="28"/>
                    </a:lnTo>
                    <a:lnTo>
                      <a:pt x="30" y="43"/>
                    </a:lnTo>
                    <a:lnTo>
                      <a:pt x="21" y="62"/>
                    </a:lnTo>
                    <a:lnTo>
                      <a:pt x="14" y="83"/>
                    </a:lnTo>
                    <a:lnTo>
                      <a:pt x="7" y="106"/>
                    </a:lnTo>
                    <a:lnTo>
                      <a:pt x="1" y="129"/>
                    </a:lnTo>
                    <a:lnTo>
                      <a:pt x="0" y="150"/>
                    </a:lnTo>
                    <a:lnTo>
                      <a:pt x="0" y="170"/>
                    </a:lnTo>
                    <a:lnTo>
                      <a:pt x="0" y="179"/>
                    </a:lnTo>
                    <a:lnTo>
                      <a:pt x="1" y="186"/>
                    </a:lnTo>
                    <a:lnTo>
                      <a:pt x="1" y="186"/>
                    </a:lnTo>
                    <a:lnTo>
                      <a:pt x="7" y="193"/>
                    </a:lnTo>
                    <a:lnTo>
                      <a:pt x="15" y="198"/>
                    </a:lnTo>
                    <a:lnTo>
                      <a:pt x="24" y="204"/>
                    </a:lnTo>
                    <a:lnTo>
                      <a:pt x="38" y="207"/>
                    </a:lnTo>
                    <a:lnTo>
                      <a:pt x="38" y="207"/>
                    </a:lnTo>
                    <a:lnTo>
                      <a:pt x="42" y="214"/>
                    </a:lnTo>
                    <a:lnTo>
                      <a:pt x="47" y="221"/>
                    </a:lnTo>
                    <a:lnTo>
                      <a:pt x="47" y="221"/>
                    </a:lnTo>
                    <a:lnTo>
                      <a:pt x="53" y="227"/>
                    </a:lnTo>
                    <a:lnTo>
                      <a:pt x="58" y="230"/>
                    </a:lnTo>
                    <a:lnTo>
                      <a:pt x="65" y="232"/>
                    </a:lnTo>
                    <a:lnTo>
                      <a:pt x="72" y="232"/>
                    </a:lnTo>
                    <a:lnTo>
                      <a:pt x="74" y="232"/>
                    </a:lnTo>
                    <a:lnTo>
                      <a:pt x="74" y="251"/>
                    </a:lnTo>
                    <a:lnTo>
                      <a:pt x="51" y="251"/>
                    </a:lnTo>
                    <a:lnTo>
                      <a:pt x="51" y="278"/>
                    </a:lnTo>
                    <a:lnTo>
                      <a:pt x="313" y="278"/>
                    </a:lnTo>
                    <a:lnTo>
                      <a:pt x="313" y="251"/>
                    </a:lnTo>
                    <a:lnTo>
                      <a:pt x="286" y="251"/>
                    </a:lnTo>
                    <a:lnTo>
                      <a:pt x="286" y="232"/>
                    </a:lnTo>
                    <a:lnTo>
                      <a:pt x="290" y="232"/>
                    </a:lnTo>
                    <a:lnTo>
                      <a:pt x="290" y="232"/>
                    </a:lnTo>
                    <a:lnTo>
                      <a:pt x="297" y="232"/>
                    </a:lnTo>
                    <a:lnTo>
                      <a:pt x="302" y="230"/>
                    </a:lnTo>
                    <a:lnTo>
                      <a:pt x="309" y="227"/>
                    </a:lnTo>
                    <a:lnTo>
                      <a:pt x="314" y="221"/>
                    </a:lnTo>
                    <a:lnTo>
                      <a:pt x="314" y="221"/>
                    </a:lnTo>
                    <a:lnTo>
                      <a:pt x="320" y="214"/>
                    </a:lnTo>
                    <a:lnTo>
                      <a:pt x="323" y="205"/>
                    </a:lnTo>
                    <a:lnTo>
                      <a:pt x="323" y="205"/>
                    </a:lnTo>
                    <a:lnTo>
                      <a:pt x="334" y="202"/>
                    </a:lnTo>
                    <a:lnTo>
                      <a:pt x="343" y="198"/>
                    </a:lnTo>
                    <a:lnTo>
                      <a:pt x="350" y="193"/>
                    </a:lnTo>
                    <a:lnTo>
                      <a:pt x="353" y="186"/>
                    </a:lnTo>
                    <a:lnTo>
                      <a:pt x="353" y="186"/>
                    </a:lnTo>
                    <a:lnTo>
                      <a:pt x="355" y="181"/>
                    </a:lnTo>
                    <a:lnTo>
                      <a:pt x="357" y="172"/>
                    </a:lnTo>
                    <a:lnTo>
                      <a:pt x="357" y="154"/>
                    </a:lnTo>
                    <a:lnTo>
                      <a:pt x="353" y="131"/>
                    </a:lnTo>
                    <a:lnTo>
                      <a:pt x="348" y="108"/>
                    </a:lnTo>
                    <a:lnTo>
                      <a:pt x="336" y="62"/>
                    </a:lnTo>
                    <a:lnTo>
                      <a:pt x="327" y="28"/>
                    </a:lnTo>
                    <a:lnTo>
                      <a:pt x="327" y="28"/>
                    </a:lnTo>
                    <a:close/>
                    <a:moveTo>
                      <a:pt x="256" y="251"/>
                    </a:moveTo>
                    <a:lnTo>
                      <a:pt x="104" y="251"/>
                    </a:lnTo>
                    <a:lnTo>
                      <a:pt x="104" y="232"/>
                    </a:lnTo>
                    <a:lnTo>
                      <a:pt x="256" y="232"/>
                    </a:lnTo>
                    <a:lnTo>
                      <a:pt x="256" y="251"/>
                    </a:lnTo>
                    <a:close/>
                    <a:moveTo>
                      <a:pt x="298" y="196"/>
                    </a:moveTo>
                    <a:lnTo>
                      <a:pt x="298" y="196"/>
                    </a:lnTo>
                    <a:lnTo>
                      <a:pt x="298" y="200"/>
                    </a:lnTo>
                    <a:lnTo>
                      <a:pt x="297" y="204"/>
                    </a:lnTo>
                    <a:lnTo>
                      <a:pt x="297" y="204"/>
                    </a:lnTo>
                    <a:lnTo>
                      <a:pt x="293" y="205"/>
                    </a:lnTo>
                    <a:lnTo>
                      <a:pt x="290" y="207"/>
                    </a:lnTo>
                    <a:lnTo>
                      <a:pt x="72" y="207"/>
                    </a:lnTo>
                    <a:lnTo>
                      <a:pt x="72" y="207"/>
                    </a:lnTo>
                    <a:lnTo>
                      <a:pt x="69" y="205"/>
                    </a:lnTo>
                    <a:lnTo>
                      <a:pt x="65" y="204"/>
                    </a:lnTo>
                    <a:lnTo>
                      <a:pt x="65" y="204"/>
                    </a:lnTo>
                    <a:lnTo>
                      <a:pt x="63" y="200"/>
                    </a:lnTo>
                    <a:lnTo>
                      <a:pt x="63" y="196"/>
                    </a:lnTo>
                    <a:lnTo>
                      <a:pt x="63" y="51"/>
                    </a:lnTo>
                    <a:lnTo>
                      <a:pt x="63" y="51"/>
                    </a:lnTo>
                    <a:lnTo>
                      <a:pt x="63" y="48"/>
                    </a:lnTo>
                    <a:lnTo>
                      <a:pt x="65" y="44"/>
                    </a:lnTo>
                    <a:lnTo>
                      <a:pt x="65" y="44"/>
                    </a:lnTo>
                    <a:lnTo>
                      <a:pt x="69" y="43"/>
                    </a:lnTo>
                    <a:lnTo>
                      <a:pt x="72" y="41"/>
                    </a:lnTo>
                    <a:lnTo>
                      <a:pt x="290" y="41"/>
                    </a:lnTo>
                    <a:lnTo>
                      <a:pt x="290" y="41"/>
                    </a:lnTo>
                    <a:lnTo>
                      <a:pt x="293" y="43"/>
                    </a:lnTo>
                    <a:lnTo>
                      <a:pt x="297" y="44"/>
                    </a:lnTo>
                    <a:lnTo>
                      <a:pt x="297" y="44"/>
                    </a:lnTo>
                    <a:lnTo>
                      <a:pt x="298" y="48"/>
                    </a:lnTo>
                    <a:lnTo>
                      <a:pt x="298" y="51"/>
                    </a:lnTo>
                    <a:lnTo>
                      <a:pt x="298" y="196"/>
                    </a:lnTo>
                    <a:close/>
                  </a:path>
                </a:pathLst>
              </a:custGeom>
              <a:solidFill>
                <a:srgbClr val="4D4F5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grpSp>
      </p:grpSp>
      <p:sp>
        <p:nvSpPr>
          <p:cNvPr id="1045" name="TextBox 1044">
            <a:extLst>
              <a:ext uri="{FF2B5EF4-FFF2-40B4-BE49-F238E27FC236}">
                <a16:creationId xmlns:a16="http://schemas.microsoft.com/office/drawing/2014/main" id="{38A20785-A2E3-D15E-4C0D-751D3A9681A7}"/>
              </a:ext>
            </a:extLst>
          </p:cNvPr>
          <p:cNvSpPr txBox="1"/>
          <p:nvPr/>
        </p:nvSpPr>
        <p:spPr>
          <a:xfrm>
            <a:off x="8826544" y="2005846"/>
            <a:ext cx="1105414" cy="253686"/>
          </a:xfrm>
          <a:prstGeom prst="rect">
            <a:avLst/>
          </a:prstGeom>
          <a:noFill/>
        </p:spPr>
        <p:txBody>
          <a:bodyPr wrap="square" rtlCol="0">
            <a:spAutoFit/>
          </a:bodyPr>
          <a:lstStyle/>
          <a:p>
            <a:pPr algn="ctr"/>
            <a:r>
              <a:rPr lang="en-US" sz="738" noProof="1">
                <a:solidFill>
                  <a:srgbClr val="4D4F53"/>
                </a:solidFill>
              </a:rPr>
              <a:t>Maintenance works planning</a:t>
            </a:r>
          </a:p>
        </p:txBody>
      </p:sp>
      <p:sp>
        <p:nvSpPr>
          <p:cNvPr id="1046" name="TextBox 1045">
            <a:extLst>
              <a:ext uri="{FF2B5EF4-FFF2-40B4-BE49-F238E27FC236}">
                <a16:creationId xmlns:a16="http://schemas.microsoft.com/office/drawing/2014/main" id="{C0DBE541-E501-4974-61D6-BF73C8C146B2}"/>
              </a:ext>
            </a:extLst>
          </p:cNvPr>
          <p:cNvSpPr txBox="1"/>
          <p:nvPr/>
        </p:nvSpPr>
        <p:spPr>
          <a:xfrm>
            <a:off x="673167" y="5966272"/>
            <a:ext cx="1004922" cy="163507"/>
          </a:xfrm>
          <a:prstGeom prst="rect">
            <a:avLst/>
          </a:prstGeom>
          <a:noFill/>
        </p:spPr>
        <p:txBody>
          <a:bodyPr wrap="square" rtlCol="0">
            <a:spAutoFit/>
          </a:bodyPr>
          <a:lstStyle/>
          <a:p>
            <a:pPr algn="ctr"/>
            <a:r>
              <a:rPr lang="en-US" sz="738" noProof="1">
                <a:solidFill>
                  <a:srgbClr val="4D4F53"/>
                </a:solidFill>
              </a:rPr>
              <a:t>Capacity allocation</a:t>
            </a:r>
          </a:p>
        </p:txBody>
      </p:sp>
      <p:sp>
        <p:nvSpPr>
          <p:cNvPr id="1047" name="TextBox 1046">
            <a:extLst>
              <a:ext uri="{FF2B5EF4-FFF2-40B4-BE49-F238E27FC236}">
                <a16:creationId xmlns:a16="http://schemas.microsoft.com/office/drawing/2014/main" id="{3C312D68-008A-9045-783D-33C461A2155E}"/>
              </a:ext>
            </a:extLst>
          </p:cNvPr>
          <p:cNvSpPr txBox="1"/>
          <p:nvPr/>
        </p:nvSpPr>
        <p:spPr>
          <a:xfrm>
            <a:off x="1765524" y="5957451"/>
            <a:ext cx="913566" cy="163507"/>
          </a:xfrm>
          <a:prstGeom prst="rect">
            <a:avLst/>
          </a:prstGeom>
          <a:noFill/>
        </p:spPr>
        <p:txBody>
          <a:bodyPr wrap="square" rtlCol="0">
            <a:spAutoFit/>
          </a:bodyPr>
          <a:lstStyle/>
          <a:p>
            <a:pPr algn="ctr"/>
            <a:r>
              <a:rPr lang="en-US" sz="738" noProof="1">
                <a:solidFill>
                  <a:srgbClr val="4D4F53"/>
                </a:solidFill>
              </a:rPr>
              <a:t>Operations centre</a:t>
            </a:r>
          </a:p>
        </p:txBody>
      </p:sp>
      <p:grpSp>
        <p:nvGrpSpPr>
          <p:cNvPr id="1062" name="Group 1061">
            <a:extLst>
              <a:ext uri="{FF2B5EF4-FFF2-40B4-BE49-F238E27FC236}">
                <a16:creationId xmlns:a16="http://schemas.microsoft.com/office/drawing/2014/main" id="{E170AAF3-ECEA-42E1-EDD2-CB68C651C7D0}"/>
              </a:ext>
            </a:extLst>
          </p:cNvPr>
          <p:cNvGrpSpPr/>
          <p:nvPr/>
        </p:nvGrpSpPr>
        <p:grpSpPr>
          <a:xfrm>
            <a:off x="9968673" y="1502785"/>
            <a:ext cx="919080" cy="519097"/>
            <a:chOff x="7968559" y="75751"/>
            <a:chExt cx="1854856" cy="1137016"/>
          </a:xfrm>
        </p:grpSpPr>
        <p:sp>
          <p:nvSpPr>
            <p:cNvPr id="1064" name="Rectangle 1063">
              <a:extLst>
                <a:ext uri="{FF2B5EF4-FFF2-40B4-BE49-F238E27FC236}">
                  <a16:creationId xmlns:a16="http://schemas.microsoft.com/office/drawing/2014/main" id="{F4436DA8-0D20-1C11-F968-5E688C87118C}"/>
                </a:ext>
              </a:extLst>
            </p:cNvPr>
            <p:cNvSpPr/>
            <p:nvPr/>
          </p:nvSpPr>
          <p:spPr>
            <a:xfrm>
              <a:off x="7968559" y="75751"/>
              <a:ext cx="1854856" cy="1137016"/>
            </a:xfrm>
            <a:prstGeom prst="rect">
              <a:avLst/>
            </a:prstGeom>
            <a:solidFill>
              <a:schemeClr val="bg1">
                <a:lumMod val="9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4406" tIns="42203" rIns="84406" bIns="42203" numCol="1" spcCol="0" rtlCol="0" fromWordArt="0" anchor="ctr" anchorCtr="0" forceAA="0" compatLnSpc="1">
              <a:prstTxWarp prst="textNoShape">
                <a:avLst/>
              </a:prstTxWarp>
              <a:noAutofit/>
            </a:bodyPr>
            <a:lstStyle/>
            <a:p>
              <a:pPr algn="ctr"/>
              <a:endParaRPr lang="en-US" sz="1108" noProof="1">
                <a:solidFill>
                  <a:srgbClr val="4D4F53"/>
                </a:solidFill>
              </a:endParaRPr>
            </a:p>
          </p:txBody>
        </p:sp>
        <p:sp>
          <p:nvSpPr>
            <p:cNvPr id="1065" name="Freeform 18">
              <a:extLst>
                <a:ext uri="{FF2B5EF4-FFF2-40B4-BE49-F238E27FC236}">
                  <a16:creationId xmlns:a16="http://schemas.microsoft.com/office/drawing/2014/main" id="{E5CE4718-AC68-F60A-AD6C-36FCB0A07CC3}"/>
                </a:ext>
              </a:extLst>
            </p:cNvPr>
            <p:cNvSpPr>
              <a:spLocks noEditPoints="1"/>
            </p:cNvSpPr>
            <p:nvPr/>
          </p:nvSpPr>
          <p:spPr bwMode="auto">
            <a:xfrm>
              <a:off x="8344248" y="129232"/>
              <a:ext cx="1114091" cy="1011753"/>
            </a:xfrm>
            <a:custGeom>
              <a:avLst/>
              <a:gdLst>
                <a:gd name="T0" fmla="*/ 297 w 479"/>
                <a:gd name="T1" fmla="*/ 99 h 435"/>
                <a:gd name="T2" fmla="*/ 279 w 479"/>
                <a:gd name="T3" fmla="*/ 92 h 435"/>
                <a:gd name="T4" fmla="*/ 263 w 479"/>
                <a:gd name="T5" fmla="*/ 76 h 435"/>
                <a:gd name="T6" fmla="*/ 246 w 479"/>
                <a:gd name="T7" fmla="*/ 92 h 435"/>
                <a:gd name="T8" fmla="*/ 230 w 479"/>
                <a:gd name="T9" fmla="*/ 99 h 435"/>
                <a:gd name="T10" fmla="*/ 208 w 479"/>
                <a:gd name="T11" fmla="*/ 101 h 435"/>
                <a:gd name="T12" fmla="*/ 224 w 479"/>
                <a:gd name="T13" fmla="*/ 140 h 435"/>
                <a:gd name="T14" fmla="*/ 247 w 479"/>
                <a:gd name="T15" fmla="*/ 161 h 435"/>
                <a:gd name="T16" fmla="*/ 270 w 479"/>
                <a:gd name="T17" fmla="*/ 161 h 435"/>
                <a:gd name="T18" fmla="*/ 295 w 479"/>
                <a:gd name="T19" fmla="*/ 140 h 435"/>
                <a:gd name="T20" fmla="*/ 307 w 479"/>
                <a:gd name="T21" fmla="*/ 101 h 435"/>
                <a:gd name="T22" fmla="*/ 40 w 479"/>
                <a:gd name="T23" fmla="*/ 379 h 435"/>
                <a:gd name="T24" fmla="*/ 44 w 479"/>
                <a:gd name="T25" fmla="*/ 364 h 435"/>
                <a:gd name="T26" fmla="*/ 74 w 479"/>
                <a:gd name="T27" fmla="*/ 336 h 435"/>
                <a:gd name="T28" fmla="*/ 109 w 479"/>
                <a:gd name="T29" fmla="*/ 287 h 435"/>
                <a:gd name="T30" fmla="*/ 131 w 479"/>
                <a:gd name="T31" fmla="*/ 227 h 435"/>
                <a:gd name="T32" fmla="*/ 143 w 479"/>
                <a:gd name="T33" fmla="*/ 204 h 435"/>
                <a:gd name="T34" fmla="*/ 173 w 479"/>
                <a:gd name="T35" fmla="*/ 191 h 435"/>
                <a:gd name="T36" fmla="*/ 214 w 479"/>
                <a:gd name="T37" fmla="*/ 186 h 435"/>
                <a:gd name="T38" fmla="*/ 299 w 479"/>
                <a:gd name="T39" fmla="*/ 200 h 435"/>
                <a:gd name="T40" fmla="*/ 325 w 479"/>
                <a:gd name="T41" fmla="*/ 188 h 435"/>
                <a:gd name="T42" fmla="*/ 371 w 479"/>
                <a:gd name="T43" fmla="*/ 200 h 435"/>
                <a:gd name="T44" fmla="*/ 384 w 479"/>
                <a:gd name="T45" fmla="*/ 211 h 435"/>
                <a:gd name="T46" fmla="*/ 414 w 479"/>
                <a:gd name="T47" fmla="*/ 318 h 435"/>
                <a:gd name="T48" fmla="*/ 419 w 479"/>
                <a:gd name="T49" fmla="*/ 368 h 435"/>
                <a:gd name="T50" fmla="*/ 414 w 479"/>
                <a:gd name="T51" fmla="*/ 379 h 435"/>
                <a:gd name="T52" fmla="*/ 0 w 479"/>
                <a:gd name="T53" fmla="*/ 435 h 435"/>
                <a:gd name="T54" fmla="*/ 157 w 479"/>
                <a:gd name="T55" fmla="*/ 357 h 435"/>
                <a:gd name="T56" fmla="*/ 369 w 479"/>
                <a:gd name="T57" fmla="*/ 357 h 435"/>
                <a:gd name="T58" fmla="*/ 65 w 479"/>
                <a:gd name="T59" fmla="*/ 379 h 435"/>
                <a:gd name="T60" fmla="*/ 104 w 479"/>
                <a:gd name="T61" fmla="*/ 372 h 435"/>
                <a:gd name="T62" fmla="*/ 95 w 479"/>
                <a:gd name="T63" fmla="*/ 361 h 435"/>
                <a:gd name="T64" fmla="*/ 81 w 479"/>
                <a:gd name="T65" fmla="*/ 359 h 435"/>
                <a:gd name="T66" fmla="*/ 71 w 479"/>
                <a:gd name="T67" fmla="*/ 363 h 435"/>
                <a:gd name="T68" fmla="*/ 65 w 479"/>
                <a:gd name="T69" fmla="*/ 379 h 435"/>
                <a:gd name="T70" fmla="*/ 170 w 479"/>
                <a:gd name="T71" fmla="*/ 221 h 435"/>
                <a:gd name="T72" fmla="*/ 164 w 479"/>
                <a:gd name="T73" fmla="*/ 225 h 435"/>
                <a:gd name="T74" fmla="*/ 161 w 479"/>
                <a:gd name="T75" fmla="*/ 230 h 435"/>
                <a:gd name="T76" fmla="*/ 162 w 479"/>
                <a:gd name="T77" fmla="*/ 336 h 435"/>
                <a:gd name="T78" fmla="*/ 166 w 479"/>
                <a:gd name="T79" fmla="*/ 341 h 435"/>
                <a:gd name="T80" fmla="*/ 352 w 479"/>
                <a:gd name="T81" fmla="*/ 341 h 435"/>
                <a:gd name="T82" fmla="*/ 357 w 479"/>
                <a:gd name="T83" fmla="*/ 340 h 435"/>
                <a:gd name="T84" fmla="*/ 361 w 479"/>
                <a:gd name="T85" fmla="*/ 230 h 435"/>
                <a:gd name="T86" fmla="*/ 357 w 479"/>
                <a:gd name="T87" fmla="*/ 225 h 435"/>
                <a:gd name="T88" fmla="*/ 352 w 479"/>
                <a:gd name="T89" fmla="*/ 221 h 435"/>
                <a:gd name="T90" fmla="*/ 184 w 479"/>
                <a:gd name="T91" fmla="*/ 27 h 435"/>
                <a:gd name="T92" fmla="*/ 207 w 479"/>
                <a:gd name="T93" fmla="*/ 7 h 435"/>
                <a:gd name="T94" fmla="*/ 256 w 479"/>
                <a:gd name="T95" fmla="*/ 0 h 435"/>
                <a:gd name="T96" fmla="*/ 281 w 479"/>
                <a:gd name="T97" fmla="*/ 2 h 435"/>
                <a:gd name="T98" fmla="*/ 318 w 479"/>
                <a:gd name="T99" fmla="*/ 12 h 435"/>
                <a:gd name="T100" fmla="*/ 332 w 479"/>
                <a:gd name="T101" fmla="*/ 27 h 435"/>
                <a:gd name="T102" fmla="*/ 343 w 479"/>
                <a:gd name="T103" fmla="*/ 76 h 435"/>
                <a:gd name="T104" fmla="*/ 341 w 479"/>
                <a:gd name="T105" fmla="*/ 149 h 435"/>
                <a:gd name="T106" fmla="*/ 334 w 479"/>
                <a:gd name="T107" fmla="*/ 158 h 435"/>
                <a:gd name="T108" fmla="*/ 306 w 479"/>
                <a:gd name="T109" fmla="*/ 156 h 435"/>
                <a:gd name="T110" fmla="*/ 274 w 479"/>
                <a:gd name="T111" fmla="*/ 177 h 435"/>
                <a:gd name="T112" fmla="*/ 256 w 479"/>
                <a:gd name="T113" fmla="*/ 181 h 435"/>
                <a:gd name="T114" fmla="*/ 231 w 479"/>
                <a:gd name="T115" fmla="*/ 170 h 435"/>
                <a:gd name="T116" fmla="*/ 214 w 479"/>
                <a:gd name="T117" fmla="*/ 154 h 435"/>
                <a:gd name="T118" fmla="*/ 178 w 479"/>
                <a:gd name="T119" fmla="*/ 156 h 435"/>
                <a:gd name="T120" fmla="*/ 173 w 479"/>
                <a:gd name="T121" fmla="*/ 136 h 435"/>
                <a:gd name="T122" fmla="*/ 177 w 479"/>
                <a:gd name="T123" fmla="*/ 57 h 435"/>
                <a:gd name="T124" fmla="*/ 184 w 479"/>
                <a:gd name="T125" fmla="*/ 27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79" h="435">
                  <a:moveTo>
                    <a:pt x="307" y="101"/>
                  </a:moveTo>
                  <a:lnTo>
                    <a:pt x="307" y="101"/>
                  </a:lnTo>
                  <a:lnTo>
                    <a:pt x="297" y="99"/>
                  </a:lnTo>
                  <a:lnTo>
                    <a:pt x="286" y="96"/>
                  </a:lnTo>
                  <a:lnTo>
                    <a:pt x="286" y="96"/>
                  </a:lnTo>
                  <a:lnTo>
                    <a:pt x="279" y="92"/>
                  </a:lnTo>
                  <a:lnTo>
                    <a:pt x="274" y="87"/>
                  </a:lnTo>
                  <a:lnTo>
                    <a:pt x="263" y="76"/>
                  </a:lnTo>
                  <a:lnTo>
                    <a:pt x="263" y="76"/>
                  </a:lnTo>
                  <a:lnTo>
                    <a:pt x="263" y="76"/>
                  </a:lnTo>
                  <a:lnTo>
                    <a:pt x="251" y="87"/>
                  </a:lnTo>
                  <a:lnTo>
                    <a:pt x="246" y="92"/>
                  </a:lnTo>
                  <a:lnTo>
                    <a:pt x="240" y="96"/>
                  </a:lnTo>
                  <a:lnTo>
                    <a:pt x="240" y="96"/>
                  </a:lnTo>
                  <a:lnTo>
                    <a:pt x="230" y="99"/>
                  </a:lnTo>
                  <a:lnTo>
                    <a:pt x="223" y="101"/>
                  </a:lnTo>
                  <a:lnTo>
                    <a:pt x="208" y="101"/>
                  </a:lnTo>
                  <a:lnTo>
                    <a:pt x="208" y="101"/>
                  </a:lnTo>
                  <a:lnTo>
                    <a:pt x="216" y="122"/>
                  </a:lnTo>
                  <a:lnTo>
                    <a:pt x="219" y="131"/>
                  </a:lnTo>
                  <a:lnTo>
                    <a:pt x="224" y="140"/>
                  </a:lnTo>
                  <a:lnTo>
                    <a:pt x="231" y="149"/>
                  </a:lnTo>
                  <a:lnTo>
                    <a:pt x="239" y="156"/>
                  </a:lnTo>
                  <a:lnTo>
                    <a:pt x="247" y="161"/>
                  </a:lnTo>
                  <a:lnTo>
                    <a:pt x="258" y="165"/>
                  </a:lnTo>
                  <a:lnTo>
                    <a:pt x="258" y="165"/>
                  </a:lnTo>
                  <a:lnTo>
                    <a:pt x="270" y="161"/>
                  </a:lnTo>
                  <a:lnTo>
                    <a:pt x="281" y="156"/>
                  </a:lnTo>
                  <a:lnTo>
                    <a:pt x="288" y="149"/>
                  </a:lnTo>
                  <a:lnTo>
                    <a:pt x="295" y="140"/>
                  </a:lnTo>
                  <a:lnTo>
                    <a:pt x="300" y="131"/>
                  </a:lnTo>
                  <a:lnTo>
                    <a:pt x="304" y="122"/>
                  </a:lnTo>
                  <a:lnTo>
                    <a:pt x="307" y="101"/>
                  </a:lnTo>
                  <a:lnTo>
                    <a:pt x="307" y="101"/>
                  </a:lnTo>
                  <a:close/>
                  <a:moveTo>
                    <a:pt x="0" y="379"/>
                  </a:moveTo>
                  <a:lnTo>
                    <a:pt x="40" y="379"/>
                  </a:lnTo>
                  <a:lnTo>
                    <a:pt x="40" y="379"/>
                  </a:lnTo>
                  <a:lnTo>
                    <a:pt x="44" y="364"/>
                  </a:lnTo>
                  <a:lnTo>
                    <a:pt x="44" y="364"/>
                  </a:lnTo>
                  <a:lnTo>
                    <a:pt x="49" y="356"/>
                  </a:lnTo>
                  <a:lnTo>
                    <a:pt x="56" y="349"/>
                  </a:lnTo>
                  <a:lnTo>
                    <a:pt x="74" y="336"/>
                  </a:lnTo>
                  <a:lnTo>
                    <a:pt x="86" y="326"/>
                  </a:lnTo>
                  <a:lnTo>
                    <a:pt x="97" y="310"/>
                  </a:lnTo>
                  <a:lnTo>
                    <a:pt x="109" y="287"/>
                  </a:lnTo>
                  <a:lnTo>
                    <a:pt x="122" y="251"/>
                  </a:lnTo>
                  <a:lnTo>
                    <a:pt x="122" y="251"/>
                  </a:lnTo>
                  <a:lnTo>
                    <a:pt x="131" y="227"/>
                  </a:lnTo>
                  <a:lnTo>
                    <a:pt x="139" y="211"/>
                  </a:lnTo>
                  <a:lnTo>
                    <a:pt x="139" y="211"/>
                  </a:lnTo>
                  <a:lnTo>
                    <a:pt x="143" y="204"/>
                  </a:lnTo>
                  <a:lnTo>
                    <a:pt x="150" y="200"/>
                  </a:lnTo>
                  <a:lnTo>
                    <a:pt x="161" y="195"/>
                  </a:lnTo>
                  <a:lnTo>
                    <a:pt x="173" y="191"/>
                  </a:lnTo>
                  <a:lnTo>
                    <a:pt x="196" y="188"/>
                  </a:lnTo>
                  <a:lnTo>
                    <a:pt x="214" y="186"/>
                  </a:lnTo>
                  <a:lnTo>
                    <a:pt x="214" y="186"/>
                  </a:lnTo>
                  <a:lnTo>
                    <a:pt x="223" y="200"/>
                  </a:lnTo>
                  <a:lnTo>
                    <a:pt x="299" y="200"/>
                  </a:lnTo>
                  <a:lnTo>
                    <a:pt x="299" y="200"/>
                  </a:lnTo>
                  <a:lnTo>
                    <a:pt x="307" y="186"/>
                  </a:lnTo>
                  <a:lnTo>
                    <a:pt x="307" y="186"/>
                  </a:lnTo>
                  <a:lnTo>
                    <a:pt x="325" y="188"/>
                  </a:lnTo>
                  <a:lnTo>
                    <a:pt x="350" y="191"/>
                  </a:lnTo>
                  <a:lnTo>
                    <a:pt x="361" y="195"/>
                  </a:lnTo>
                  <a:lnTo>
                    <a:pt x="371" y="200"/>
                  </a:lnTo>
                  <a:lnTo>
                    <a:pt x="378" y="204"/>
                  </a:lnTo>
                  <a:lnTo>
                    <a:pt x="384" y="211"/>
                  </a:lnTo>
                  <a:lnTo>
                    <a:pt x="384" y="211"/>
                  </a:lnTo>
                  <a:lnTo>
                    <a:pt x="392" y="244"/>
                  </a:lnTo>
                  <a:lnTo>
                    <a:pt x="406" y="292"/>
                  </a:lnTo>
                  <a:lnTo>
                    <a:pt x="414" y="318"/>
                  </a:lnTo>
                  <a:lnTo>
                    <a:pt x="419" y="341"/>
                  </a:lnTo>
                  <a:lnTo>
                    <a:pt x="421" y="361"/>
                  </a:lnTo>
                  <a:lnTo>
                    <a:pt x="419" y="368"/>
                  </a:lnTo>
                  <a:lnTo>
                    <a:pt x="419" y="373"/>
                  </a:lnTo>
                  <a:lnTo>
                    <a:pt x="419" y="373"/>
                  </a:lnTo>
                  <a:lnTo>
                    <a:pt x="414" y="379"/>
                  </a:lnTo>
                  <a:lnTo>
                    <a:pt x="479" y="379"/>
                  </a:lnTo>
                  <a:lnTo>
                    <a:pt x="479" y="435"/>
                  </a:lnTo>
                  <a:lnTo>
                    <a:pt x="0" y="435"/>
                  </a:lnTo>
                  <a:lnTo>
                    <a:pt x="0" y="379"/>
                  </a:lnTo>
                  <a:lnTo>
                    <a:pt x="0" y="379"/>
                  </a:lnTo>
                  <a:close/>
                  <a:moveTo>
                    <a:pt x="157" y="357"/>
                  </a:moveTo>
                  <a:lnTo>
                    <a:pt x="157" y="373"/>
                  </a:lnTo>
                  <a:lnTo>
                    <a:pt x="369" y="373"/>
                  </a:lnTo>
                  <a:lnTo>
                    <a:pt x="369" y="357"/>
                  </a:lnTo>
                  <a:lnTo>
                    <a:pt x="157" y="357"/>
                  </a:lnTo>
                  <a:lnTo>
                    <a:pt x="157" y="357"/>
                  </a:lnTo>
                  <a:close/>
                  <a:moveTo>
                    <a:pt x="65" y="379"/>
                  </a:moveTo>
                  <a:lnTo>
                    <a:pt x="108" y="379"/>
                  </a:lnTo>
                  <a:lnTo>
                    <a:pt x="108" y="379"/>
                  </a:lnTo>
                  <a:lnTo>
                    <a:pt x="104" y="372"/>
                  </a:lnTo>
                  <a:lnTo>
                    <a:pt x="101" y="364"/>
                  </a:lnTo>
                  <a:lnTo>
                    <a:pt x="99" y="363"/>
                  </a:lnTo>
                  <a:lnTo>
                    <a:pt x="95" y="361"/>
                  </a:lnTo>
                  <a:lnTo>
                    <a:pt x="95" y="361"/>
                  </a:lnTo>
                  <a:lnTo>
                    <a:pt x="88" y="359"/>
                  </a:lnTo>
                  <a:lnTo>
                    <a:pt x="81" y="359"/>
                  </a:lnTo>
                  <a:lnTo>
                    <a:pt x="74" y="361"/>
                  </a:lnTo>
                  <a:lnTo>
                    <a:pt x="71" y="363"/>
                  </a:lnTo>
                  <a:lnTo>
                    <a:pt x="71" y="363"/>
                  </a:lnTo>
                  <a:lnTo>
                    <a:pt x="67" y="368"/>
                  </a:lnTo>
                  <a:lnTo>
                    <a:pt x="65" y="373"/>
                  </a:lnTo>
                  <a:lnTo>
                    <a:pt x="65" y="379"/>
                  </a:lnTo>
                  <a:lnTo>
                    <a:pt x="65" y="379"/>
                  </a:lnTo>
                  <a:close/>
                  <a:moveTo>
                    <a:pt x="352" y="221"/>
                  </a:moveTo>
                  <a:lnTo>
                    <a:pt x="170" y="221"/>
                  </a:lnTo>
                  <a:lnTo>
                    <a:pt x="170" y="221"/>
                  </a:lnTo>
                  <a:lnTo>
                    <a:pt x="166" y="223"/>
                  </a:lnTo>
                  <a:lnTo>
                    <a:pt x="164" y="225"/>
                  </a:lnTo>
                  <a:lnTo>
                    <a:pt x="164" y="225"/>
                  </a:lnTo>
                  <a:lnTo>
                    <a:pt x="162" y="227"/>
                  </a:lnTo>
                  <a:lnTo>
                    <a:pt x="161" y="230"/>
                  </a:lnTo>
                  <a:lnTo>
                    <a:pt x="161" y="334"/>
                  </a:lnTo>
                  <a:lnTo>
                    <a:pt x="161" y="334"/>
                  </a:lnTo>
                  <a:lnTo>
                    <a:pt x="162" y="336"/>
                  </a:lnTo>
                  <a:lnTo>
                    <a:pt x="164" y="340"/>
                  </a:lnTo>
                  <a:lnTo>
                    <a:pt x="164" y="340"/>
                  </a:lnTo>
                  <a:lnTo>
                    <a:pt x="166" y="341"/>
                  </a:lnTo>
                  <a:lnTo>
                    <a:pt x="170" y="341"/>
                  </a:lnTo>
                  <a:lnTo>
                    <a:pt x="352" y="341"/>
                  </a:lnTo>
                  <a:lnTo>
                    <a:pt x="352" y="341"/>
                  </a:lnTo>
                  <a:lnTo>
                    <a:pt x="355" y="341"/>
                  </a:lnTo>
                  <a:lnTo>
                    <a:pt x="357" y="340"/>
                  </a:lnTo>
                  <a:lnTo>
                    <a:pt x="357" y="340"/>
                  </a:lnTo>
                  <a:lnTo>
                    <a:pt x="359" y="336"/>
                  </a:lnTo>
                  <a:lnTo>
                    <a:pt x="361" y="334"/>
                  </a:lnTo>
                  <a:lnTo>
                    <a:pt x="361" y="230"/>
                  </a:lnTo>
                  <a:lnTo>
                    <a:pt x="361" y="230"/>
                  </a:lnTo>
                  <a:lnTo>
                    <a:pt x="359" y="227"/>
                  </a:lnTo>
                  <a:lnTo>
                    <a:pt x="357" y="225"/>
                  </a:lnTo>
                  <a:lnTo>
                    <a:pt x="357" y="225"/>
                  </a:lnTo>
                  <a:lnTo>
                    <a:pt x="355" y="223"/>
                  </a:lnTo>
                  <a:lnTo>
                    <a:pt x="352" y="221"/>
                  </a:lnTo>
                  <a:lnTo>
                    <a:pt x="352" y="221"/>
                  </a:lnTo>
                  <a:close/>
                  <a:moveTo>
                    <a:pt x="184" y="27"/>
                  </a:moveTo>
                  <a:lnTo>
                    <a:pt x="184" y="27"/>
                  </a:lnTo>
                  <a:lnTo>
                    <a:pt x="191" y="18"/>
                  </a:lnTo>
                  <a:lnTo>
                    <a:pt x="198" y="12"/>
                  </a:lnTo>
                  <a:lnTo>
                    <a:pt x="207" y="7"/>
                  </a:lnTo>
                  <a:lnTo>
                    <a:pt x="216" y="4"/>
                  </a:lnTo>
                  <a:lnTo>
                    <a:pt x="235" y="2"/>
                  </a:lnTo>
                  <a:lnTo>
                    <a:pt x="256" y="0"/>
                  </a:lnTo>
                  <a:lnTo>
                    <a:pt x="261" y="0"/>
                  </a:lnTo>
                  <a:lnTo>
                    <a:pt x="261" y="0"/>
                  </a:lnTo>
                  <a:lnTo>
                    <a:pt x="281" y="2"/>
                  </a:lnTo>
                  <a:lnTo>
                    <a:pt x="302" y="4"/>
                  </a:lnTo>
                  <a:lnTo>
                    <a:pt x="311" y="7"/>
                  </a:lnTo>
                  <a:lnTo>
                    <a:pt x="318" y="12"/>
                  </a:lnTo>
                  <a:lnTo>
                    <a:pt x="327" y="18"/>
                  </a:lnTo>
                  <a:lnTo>
                    <a:pt x="332" y="27"/>
                  </a:lnTo>
                  <a:lnTo>
                    <a:pt x="332" y="27"/>
                  </a:lnTo>
                  <a:lnTo>
                    <a:pt x="338" y="39"/>
                  </a:lnTo>
                  <a:lnTo>
                    <a:pt x="341" y="57"/>
                  </a:lnTo>
                  <a:lnTo>
                    <a:pt x="343" y="76"/>
                  </a:lnTo>
                  <a:lnTo>
                    <a:pt x="345" y="97"/>
                  </a:lnTo>
                  <a:lnTo>
                    <a:pt x="343" y="136"/>
                  </a:lnTo>
                  <a:lnTo>
                    <a:pt x="341" y="149"/>
                  </a:lnTo>
                  <a:lnTo>
                    <a:pt x="338" y="156"/>
                  </a:lnTo>
                  <a:lnTo>
                    <a:pt x="338" y="156"/>
                  </a:lnTo>
                  <a:lnTo>
                    <a:pt x="334" y="158"/>
                  </a:lnTo>
                  <a:lnTo>
                    <a:pt x="325" y="158"/>
                  </a:lnTo>
                  <a:lnTo>
                    <a:pt x="306" y="156"/>
                  </a:lnTo>
                  <a:lnTo>
                    <a:pt x="306" y="156"/>
                  </a:lnTo>
                  <a:lnTo>
                    <a:pt x="297" y="165"/>
                  </a:lnTo>
                  <a:lnTo>
                    <a:pt x="286" y="172"/>
                  </a:lnTo>
                  <a:lnTo>
                    <a:pt x="274" y="177"/>
                  </a:lnTo>
                  <a:lnTo>
                    <a:pt x="260" y="181"/>
                  </a:lnTo>
                  <a:lnTo>
                    <a:pt x="258" y="181"/>
                  </a:lnTo>
                  <a:lnTo>
                    <a:pt x="256" y="181"/>
                  </a:lnTo>
                  <a:lnTo>
                    <a:pt x="256" y="181"/>
                  </a:lnTo>
                  <a:lnTo>
                    <a:pt x="242" y="177"/>
                  </a:lnTo>
                  <a:lnTo>
                    <a:pt x="231" y="170"/>
                  </a:lnTo>
                  <a:lnTo>
                    <a:pt x="223" y="163"/>
                  </a:lnTo>
                  <a:lnTo>
                    <a:pt x="214" y="154"/>
                  </a:lnTo>
                  <a:lnTo>
                    <a:pt x="214" y="154"/>
                  </a:lnTo>
                  <a:lnTo>
                    <a:pt x="193" y="158"/>
                  </a:lnTo>
                  <a:lnTo>
                    <a:pt x="184" y="158"/>
                  </a:lnTo>
                  <a:lnTo>
                    <a:pt x="178" y="156"/>
                  </a:lnTo>
                  <a:lnTo>
                    <a:pt x="178" y="156"/>
                  </a:lnTo>
                  <a:lnTo>
                    <a:pt x="177" y="149"/>
                  </a:lnTo>
                  <a:lnTo>
                    <a:pt x="173" y="136"/>
                  </a:lnTo>
                  <a:lnTo>
                    <a:pt x="173" y="97"/>
                  </a:lnTo>
                  <a:lnTo>
                    <a:pt x="173" y="76"/>
                  </a:lnTo>
                  <a:lnTo>
                    <a:pt x="177" y="57"/>
                  </a:lnTo>
                  <a:lnTo>
                    <a:pt x="178" y="39"/>
                  </a:lnTo>
                  <a:lnTo>
                    <a:pt x="184" y="27"/>
                  </a:lnTo>
                  <a:lnTo>
                    <a:pt x="184" y="27"/>
                  </a:lnTo>
                  <a:close/>
                </a:path>
              </a:pathLst>
            </a:custGeom>
            <a:solidFill>
              <a:srgbClr val="4D4F5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sp>
          <p:nvSpPr>
            <p:cNvPr id="1066" name="Freeform 160">
              <a:extLst>
                <a:ext uri="{FF2B5EF4-FFF2-40B4-BE49-F238E27FC236}">
                  <a16:creationId xmlns:a16="http://schemas.microsoft.com/office/drawing/2014/main" id="{523103FB-C034-89AA-EF8E-29E86A73F0E3}"/>
                </a:ext>
              </a:extLst>
            </p:cNvPr>
            <p:cNvSpPr>
              <a:spLocks noEditPoints="1"/>
            </p:cNvSpPr>
            <p:nvPr/>
          </p:nvSpPr>
          <p:spPr bwMode="auto">
            <a:xfrm>
              <a:off x="8816758" y="610354"/>
              <a:ext cx="288665" cy="322037"/>
            </a:xfrm>
            <a:custGeom>
              <a:avLst/>
              <a:gdLst>
                <a:gd name="T0" fmla="*/ 472 w 926"/>
                <a:gd name="T1" fmla="*/ 322 h 1250"/>
                <a:gd name="T2" fmla="*/ 40 w 926"/>
                <a:gd name="T3" fmla="*/ 10 h 1250"/>
                <a:gd name="T4" fmla="*/ 31 w 926"/>
                <a:gd name="T5" fmla="*/ 71 h 1250"/>
                <a:gd name="T6" fmla="*/ 45 w 926"/>
                <a:gd name="T7" fmla="*/ 666 h 1250"/>
                <a:gd name="T8" fmla="*/ 0 w 926"/>
                <a:gd name="T9" fmla="*/ 711 h 1250"/>
                <a:gd name="T10" fmla="*/ 45 w 926"/>
                <a:gd name="T11" fmla="*/ 756 h 1250"/>
                <a:gd name="T12" fmla="*/ 370 w 926"/>
                <a:gd name="T13" fmla="*/ 818 h 1250"/>
                <a:gd name="T14" fmla="*/ 409 w 926"/>
                <a:gd name="T15" fmla="*/ 1247 h 1250"/>
                <a:gd name="T16" fmla="*/ 469 w 926"/>
                <a:gd name="T17" fmla="*/ 1222 h 1250"/>
                <a:gd name="T18" fmla="*/ 519 w 926"/>
                <a:gd name="T19" fmla="*/ 788 h 1250"/>
                <a:gd name="T20" fmla="*/ 867 w 926"/>
                <a:gd name="T21" fmla="*/ 1123 h 1250"/>
                <a:gd name="T22" fmla="*/ 923 w 926"/>
                <a:gd name="T23" fmla="*/ 1095 h 1250"/>
                <a:gd name="T24" fmla="*/ 113 w 926"/>
                <a:gd name="T25" fmla="*/ 118 h 1250"/>
                <a:gd name="T26" fmla="*/ 96 w 926"/>
                <a:gd name="T27" fmla="*/ 76 h 1250"/>
                <a:gd name="T28" fmla="*/ 137 w 926"/>
                <a:gd name="T29" fmla="*/ 60 h 1250"/>
                <a:gd name="T30" fmla="*/ 155 w 926"/>
                <a:gd name="T31" fmla="*/ 101 h 1250"/>
                <a:gd name="T32" fmla="*/ 275 w 926"/>
                <a:gd name="T33" fmla="*/ 250 h 1250"/>
                <a:gd name="T34" fmla="*/ 243 w 926"/>
                <a:gd name="T35" fmla="*/ 218 h 1250"/>
                <a:gd name="T36" fmla="*/ 275 w 926"/>
                <a:gd name="T37" fmla="*/ 186 h 1250"/>
                <a:gd name="T38" fmla="*/ 307 w 926"/>
                <a:gd name="T39" fmla="*/ 218 h 1250"/>
                <a:gd name="T40" fmla="*/ 275 w 926"/>
                <a:gd name="T41" fmla="*/ 250 h 1250"/>
                <a:gd name="T42" fmla="*/ 133 w 926"/>
                <a:gd name="T43" fmla="*/ 717 h 1250"/>
                <a:gd name="T44" fmla="*/ 158 w 926"/>
                <a:gd name="T45" fmla="*/ 679 h 1250"/>
                <a:gd name="T46" fmla="*/ 197 w 926"/>
                <a:gd name="T47" fmla="*/ 704 h 1250"/>
                <a:gd name="T48" fmla="*/ 172 w 926"/>
                <a:gd name="T49" fmla="*/ 742 h 1250"/>
                <a:gd name="T50" fmla="*/ 452 w 926"/>
                <a:gd name="T51" fmla="*/ 333 h 1250"/>
                <a:gd name="T52" fmla="*/ 444 w 926"/>
                <a:gd name="T53" fmla="*/ 377 h 1250"/>
                <a:gd name="T54" fmla="*/ 400 w 926"/>
                <a:gd name="T55" fmla="*/ 368 h 1250"/>
                <a:gd name="T56" fmla="*/ 409 w 926"/>
                <a:gd name="T57" fmla="*/ 325 h 1250"/>
                <a:gd name="T58" fmla="*/ 444 w 926"/>
                <a:gd name="T59" fmla="*/ 492 h 1250"/>
                <a:gd name="T60" fmla="*/ 452 w 926"/>
                <a:gd name="T61" fmla="*/ 535 h 1250"/>
                <a:gd name="T62" fmla="*/ 409 w 926"/>
                <a:gd name="T63" fmla="*/ 544 h 1250"/>
                <a:gd name="T64" fmla="*/ 400 w 926"/>
                <a:gd name="T65" fmla="*/ 500 h 1250"/>
                <a:gd name="T66" fmla="*/ 420 w 926"/>
                <a:gd name="T67" fmla="*/ 1125 h 1250"/>
                <a:gd name="T68" fmla="*/ 395 w 926"/>
                <a:gd name="T69" fmla="*/ 1086 h 1250"/>
                <a:gd name="T70" fmla="*/ 434 w 926"/>
                <a:gd name="T71" fmla="*/ 1063 h 1250"/>
                <a:gd name="T72" fmla="*/ 457 w 926"/>
                <a:gd name="T73" fmla="*/ 1100 h 1250"/>
                <a:gd name="T74" fmla="*/ 427 w 926"/>
                <a:gd name="T75" fmla="*/ 949 h 1250"/>
                <a:gd name="T76" fmla="*/ 395 w 926"/>
                <a:gd name="T77" fmla="*/ 918 h 1250"/>
                <a:gd name="T78" fmla="*/ 427 w 926"/>
                <a:gd name="T79" fmla="*/ 886 h 1250"/>
                <a:gd name="T80" fmla="*/ 459 w 926"/>
                <a:gd name="T81" fmla="*/ 918 h 1250"/>
                <a:gd name="T82" fmla="*/ 427 w 926"/>
                <a:gd name="T83" fmla="*/ 949 h 1250"/>
                <a:gd name="T84" fmla="*/ 350 w 926"/>
                <a:gd name="T85" fmla="*/ 749 h 1250"/>
                <a:gd name="T86" fmla="*/ 395 w 926"/>
                <a:gd name="T87" fmla="*/ 642 h 1250"/>
                <a:gd name="T88" fmla="*/ 502 w 926"/>
                <a:gd name="T89" fmla="*/ 686 h 1250"/>
                <a:gd name="T90" fmla="*/ 459 w 926"/>
                <a:gd name="T91" fmla="*/ 794 h 1250"/>
                <a:gd name="T92" fmla="*/ 612 w 926"/>
                <a:gd name="T93" fmla="*/ 732 h 1250"/>
                <a:gd name="T94" fmla="*/ 612 w 926"/>
                <a:gd name="T95" fmla="*/ 689 h 1250"/>
                <a:gd name="T96" fmla="*/ 656 w 926"/>
                <a:gd name="T97" fmla="*/ 689 h 1250"/>
                <a:gd name="T98" fmla="*/ 656 w 926"/>
                <a:gd name="T99" fmla="*/ 732 h 1250"/>
                <a:gd name="T100" fmla="*/ 761 w 926"/>
                <a:gd name="T101" fmla="*/ 883 h 1250"/>
                <a:gd name="T102" fmla="*/ 744 w 926"/>
                <a:gd name="T103" fmla="*/ 841 h 1250"/>
                <a:gd name="T104" fmla="*/ 786 w 926"/>
                <a:gd name="T105" fmla="*/ 824 h 1250"/>
                <a:gd name="T106" fmla="*/ 802 w 926"/>
                <a:gd name="T107" fmla="*/ 866 h 1250"/>
                <a:gd name="T108" fmla="*/ 861 w 926"/>
                <a:gd name="T109" fmla="*/ 1068 h 1250"/>
                <a:gd name="T110" fmla="*/ 829 w 926"/>
                <a:gd name="T111" fmla="*/ 1036 h 1250"/>
                <a:gd name="T112" fmla="*/ 861 w 926"/>
                <a:gd name="T113" fmla="*/ 1005 h 1250"/>
                <a:gd name="T114" fmla="*/ 893 w 926"/>
                <a:gd name="T115" fmla="*/ 1036 h 1250"/>
                <a:gd name="T116" fmla="*/ 861 w 926"/>
                <a:gd name="T117" fmla="*/ 1068 h 1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26" h="1250">
                  <a:moveTo>
                    <a:pt x="921" y="1061"/>
                  </a:moveTo>
                  <a:lnTo>
                    <a:pt x="732" y="666"/>
                  </a:lnTo>
                  <a:lnTo>
                    <a:pt x="529" y="666"/>
                  </a:lnTo>
                  <a:lnTo>
                    <a:pt x="529" y="666"/>
                  </a:lnTo>
                  <a:lnTo>
                    <a:pt x="519" y="649"/>
                  </a:lnTo>
                  <a:lnTo>
                    <a:pt x="505" y="634"/>
                  </a:lnTo>
                  <a:lnTo>
                    <a:pt x="489" y="622"/>
                  </a:lnTo>
                  <a:lnTo>
                    <a:pt x="472" y="612"/>
                  </a:lnTo>
                  <a:lnTo>
                    <a:pt x="472" y="322"/>
                  </a:lnTo>
                  <a:lnTo>
                    <a:pt x="96" y="10"/>
                  </a:lnTo>
                  <a:lnTo>
                    <a:pt x="96" y="10"/>
                  </a:lnTo>
                  <a:lnTo>
                    <a:pt x="88" y="5"/>
                  </a:lnTo>
                  <a:lnTo>
                    <a:pt x="80" y="1"/>
                  </a:lnTo>
                  <a:lnTo>
                    <a:pt x="71" y="0"/>
                  </a:lnTo>
                  <a:lnTo>
                    <a:pt x="63" y="0"/>
                  </a:lnTo>
                  <a:lnTo>
                    <a:pt x="55" y="1"/>
                  </a:lnTo>
                  <a:lnTo>
                    <a:pt x="46" y="5"/>
                  </a:lnTo>
                  <a:lnTo>
                    <a:pt x="40" y="10"/>
                  </a:lnTo>
                  <a:lnTo>
                    <a:pt x="33" y="15"/>
                  </a:lnTo>
                  <a:lnTo>
                    <a:pt x="33" y="15"/>
                  </a:lnTo>
                  <a:lnTo>
                    <a:pt x="28" y="23"/>
                  </a:lnTo>
                  <a:lnTo>
                    <a:pt x="25" y="31"/>
                  </a:lnTo>
                  <a:lnTo>
                    <a:pt x="23" y="40"/>
                  </a:lnTo>
                  <a:lnTo>
                    <a:pt x="23" y="48"/>
                  </a:lnTo>
                  <a:lnTo>
                    <a:pt x="25" y="56"/>
                  </a:lnTo>
                  <a:lnTo>
                    <a:pt x="28" y="65"/>
                  </a:lnTo>
                  <a:lnTo>
                    <a:pt x="31" y="71"/>
                  </a:lnTo>
                  <a:lnTo>
                    <a:pt x="38" y="78"/>
                  </a:lnTo>
                  <a:lnTo>
                    <a:pt x="382" y="365"/>
                  </a:lnTo>
                  <a:lnTo>
                    <a:pt x="382" y="612"/>
                  </a:lnTo>
                  <a:lnTo>
                    <a:pt x="382" y="612"/>
                  </a:lnTo>
                  <a:lnTo>
                    <a:pt x="363" y="622"/>
                  </a:lnTo>
                  <a:lnTo>
                    <a:pt x="348" y="634"/>
                  </a:lnTo>
                  <a:lnTo>
                    <a:pt x="335" y="649"/>
                  </a:lnTo>
                  <a:lnTo>
                    <a:pt x="323" y="666"/>
                  </a:lnTo>
                  <a:lnTo>
                    <a:pt x="45" y="666"/>
                  </a:lnTo>
                  <a:lnTo>
                    <a:pt x="45" y="666"/>
                  </a:lnTo>
                  <a:lnTo>
                    <a:pt x="36" y="667"/>
                  </a:lnTo>
                  <a:lnTo>
                    <a:pt x="28" y="669"/>
                  </a:lnTo>
                  <a:lnTo>
                    <a:pt x="20" y="674"/>
                  </a:lnTo>
                  <a:lnTo>
                    <a:pt x="13" y="679"/>
                  </a:lnTo>
                  <a:lnTo>
                    <a:pt x="8" y="686"/>
                  </a:lnTo>
                  <a:lnTo>
                    <a:pt x="3" y="694"/>
                  </a:lnTo>
                  <a:lnTo>
                    <a:pt x="1" y="702"/>
                  </a:lnTo>
                  <a:lnTo>
                    <a:pt x="0" y="711"/>
                  </a:lnTo>
                  <a:lnTo>
                    <a:pt x="0" y="711"/>
                  </a:lnTo>
                  <a:lnTo>
                    <a:pt x="1" y="719"/>
                  </a:lnTo>
                  <a:lnTo>
                    <a:pt x="3" y="729"/>
                  </a:lnTo>
                  <a:lnTo>
                    <a:pt x="8" y="736"/>
                  </a:lnTo>
                  <a:lnTo>
                    <a:pt x="13" y="742"/>
                  </a:lnTo>
                  <a:lnTo>
                    <a:pt x="20" y="747"/>
                  </a:lnTo>
                  <a:lnTo>
                    <a:pt x="28" y="752"/>
                  </a:lnTo>
                  <a:lnTo>
                    <a:pt x="36" y="754"/>
                  </a:lnTo>
                  <a:lnTo>
                    <a:pt x="45" y="756"/>
                  </a:lnTo>
                  <a:lnTo>
                    <a:pt x="318" y="756"/>
                  </a:lnTo>
                  <a:lnTo>
                    <a:pt x="318" y="756"/>
                  </a:lnTo>
                  <a:lnTo>
                    <a:pt x="323" y="767"/>
                  </a:lnTo>
                  <a:lnTo>
                    <a:pt x="328" y="778"/>
                  </a:lnTo>
                  <a:lnTo>
                    <a:pt x="335" y="788"/>
                  </a:lnTo>
                  <a:lnTo>
                    <a:pt x="343" y="796"/>
                  </a:lnTo>
                  <a:lnTo>
                    <a:pt x="352" y="804"/>
                  </a:lnTo>
                  <a:lnTo>
                    <a:pt x="360" y="813"/>
                  </a:lnTo>
                  <a:lnTo>
                    <a:pt x="370" y="818"/>
                  </a:lnTo>
                  <a:lnTo>
                    <a:pt x="382" y="824"/>
                  </a:lnTo>
                  <a:lnTo>
                    <a:pt x="382" y="1205"/>
                  </a:lnTo>
                  <a:lnTo>
                    <a:pt x="382" y="1205"/>
                  </a:lnTo>
                  <a:lnTo>
                    <a:pt x="382" y="1213"/>
                  </a:lnTo>
                  <a:lnTo>
                    <a:pt x="385" y="1222"/>
                  </a:lnTo>
                  <a:lnTo>
                    <a:pt x="389" y="1230"/>
                  </a:lnTo>
                  <a:lnTo>
                    <a:pt x="395" y="1237"/>
                  </a:lnTo>
                  <a:lnTo>
                    <a:pt x="402" y="1242"/>
                  </a:lnTo>
                  <a:lnTo>
                    <a:pt x="409" y="1247"/>
                  </a:lnTo>
                  <a:lnTo>
                    <a:pt x="417" y="1248"/>
                  </a:lnTo>
                  <a:lnTo>
                    <a:pt x="427" y="1250"/>
                  </a:lnTo>
                  <a:lnTo>
                    <a:pt x="427" y="1250"/>
                  </a:lnTo>
                  <a:lnTo>
                    <a:pt x="435" y="1248"/>
                  </a:lnTo>
                  <a:lnTo>
                    <a:pt x="444" y="1247"/>
                  </a:lnTo>
                  <a:lnTo>
                    <a:pt x="452" y="1242"/>
                  </a:lnTo>
                  <a:lnTo>
                    <a:pt x="459" y="1237"/>
                  </a:lnTo>
                  <a:lnTo>
                    <a:pt x="464" y="1230"/>
                  </a:lnTo>
                  <a:lnTo>
                    <a:pt x="469" y="1222"/>
                  </a:lnTo>
                  <a:lnTo>
                    <a:pt x="470" y="1213"/>
                  </a:lnTo>
                  <a:lnTo>
                    <a:pt x="472" y="1205"/>
                  </a:lnTo>
                  <a:lnTo>
                    <a:pt x="472" y="824"/>
                  </a:lnTo>
                  <a:lnTo>
                    <a:pt x="472" y="824"/>
                  </a:lnTo>
                  <a:lnTo>
                    <a:pt x="482" y="818"/>
                  </a:lnTo>
                  <a:lnTo>
                    <a:pt x="492" y="813"/>
                  </a:lnTo>
                  <a:lnTo>
                    <a:pt x="502" y="804"/>
                  </a:lnTo>
                  <a:lnTo>
                    <a:pt x="510" y="796"/>
                  </a:lnTo>
                  <a:lnTo>
                    <a:pt x="519" y="788"/>
                  </a:lnTo>
                  <a:lnTo>
                    <a:pt x="525" y="778"/>
                  </a:lnTo>
                  <a:lnTo>
                    <a:pt x="530" y="767"/>
                  </a:lnTo>
                  <a:lnTo>
                    <a:pt x="535" y="756"/>
                  </a:lnTo>
                  <a:lnTo>
                    <a:pt x="676" y="756"/>
                  </a:lnTo>
                  <a:lnTo>
                    <a:pt x="839" y="1100"/>
                  </a:lnTo>
                  <a:lnTo>
                    <a:pt x="839" y="1100"/>
                  </a:lnTo>
                  <a:lnTo>
                    <a:pt x="847" y="1110"/>
                  </a:lnTo>
                  <a:lnTo>
                    <a:pt x="856" y="1118"/>
                  </a:lnTo>
                  <a:lnTo>
                    <a:pt x="867" y="1123"/>
                  </a:lnTo>
                  <a:lnTo>
                    <a:pt x="881" y="1125"/>
                  </a:lnTo>
                  <a:lnTo>
                    <a:pt x="881" y="1125"/>
                  </a:lnTo>
                  <a:lnTo>
                    <a:pt x="889" y="1125"/>
                  </a:lnTo>
                  <a:lnTo>
                    <a:pt x="899" y="1121"/>
                  </a:lnTo>
                  <a:lnTo>
                    <a:pt x="899" y="1121"/>
                  </a:lnTo>
                  <a:lnTo>
                    <a:pt x="908" y="1116"/>
                  </a:lnTo>
                  <a:lnTo>
                    <a:pt x="914" y="1110"/>
                  </a:lnTo>
                  <a:lnTo>
                    <a:pt x="919" y="1103"/>
                  </a:lnTo>
                  <a:lnTo>
                    <a:pt x="923" y="1095"/>
                  </a:lnTo>
                  <a:lnTo>
                    <a:pt x="924" y="1086"/>
                  </a:lnTo>
                  <a:lnTo>
                    <a:pt x="926" y="1078"/>
                  </a:lnTo>
                  <a:lnTo>
                    <a:pt x="924" y="1070"/>
                  </a:lnTo>
                  <a:lnTo>
                    <a:pt x="921" y="1061"/>
                  </a:lnTo>
                  <a:lnTo>
                    <a:pt x="921" y="1061"/>
                  </a:lnTo>
                  <a:close/>
                  <a:moveTo>
                    <a:pt x="125" y="120"/>
                  </a:moveTo>
                  <a:lnTo>
                    <a:pt x="125" y="120"/>
                  </a:lnTo>
                  <a:lnTo>
                    <a:pt x="118" y="120"/>
                  </a:lnTo>
                  <a:lnTo>
                    <a:pt x="113" y="118"/>
                  </a:lnTo>
                  <a:lnTo>
                    <a:pt x="106" y="115"/>
                  </a:lnTo>
                  <a:lnTo>
                    <a:pt x="103" y="111"/>
                  </a:lnTo>
                  <a:lnTo>
                    <a:pt x="98" y="106"/>
                  </a:lnTo>
                  <a:lnTo>
                    <a:pt x="96" y="101"/>
                  </a:lnTo>
                  <a:lnTo>
                    <a:pt x="95" y="95"/>
                  </a:lnTo>
                  <a:lnTo>
                    <a:pt x="93" y="88"/>
                  </a:lnTo>
                  <a:lnTo>
                    <a:pt x="93" y="88"/>
                  </a:lnTo>
                  <a:lnTo>
                    <a:pt x="95" y="81"/>
                  </a:lnTo>
                  <a:lnTo>
                    <a:pt x="96" y="76"/>
                  </a:lnTo>
                  <a:lnTo>
                    <a:pt x="98" y="71"/>
                  </a:lnTo>
                  <a:lnTo>
                    <a:pt x="103" y="66"/>
                  </a:lnTo>
                  <a:lnTo>
                    <a:pt x="106" y="63"/>
                  </a:lnTo>
                  <a:lnTo>
                    <a:pt x="113" y="60"/>
                  </a:lnTo>
                  <a:lnTo>
                    <a:pt x="118" y="58"/>
                  </a:lnTo>
                  <a:lnTo>
                    <a:pt x="125" y="56"/>
                  </a:lnTo>
                  <a:lnTo>
                    <a:pt x="125" y="56"/>
                  </a:lnTo>
                  <a:lnTo>
                    <a:pt x="132" y="58"/>
                  </a:lnTo>
                  <a:lnTo>
                    <a:pt x="137" y="60"/>
                  </a:lnTo>
                  <a:lnTo>
                    <a:pt x="143" y="63"/>
                  </a:lnTo>
                  <a:lnTo>
                    <a:pt x="147" y="66"/>
                  </a:lnTo>
                  <a:lnTo>
                    <a:pt x="152" y="71"/>
                  </a:lnTo>
                  <a:lnTo>
                    <a:pt x="155" y="76"/>
                  </a:lnTo>
                  <a:lnTo>
                    <a:pt x="157" y="81"/>
                  </a:lnTo>
                  <a:lnTo>
                    <a:pt x="157" y="88"/>
                  </a:lnTo>
                  <a:lnTo>
                    <a:pt x="157" y="88"/>
                  </a:lnTo>
                  <a:lnTo>
                    <a:pt x="157" y="95"/>
                  </a:lnTo>
                  <a:lnTo>
                    <a:pt x="155" y="101"/>
                  </a:lnTo>
                  <a:lnTo>
                    <a:pt x="152" y="106"/>
                  </a:lnTo>
                  <a:lnTo>
                    <a:pt x="147" y="111"/>
                  </a:lnTo>
                  <a:lnTo>
                    <a:pt x="143" y="115"/>
                  </a:lnTo>
                  <a:lnTo>
                    <a:pt x="137" y="118"/>
                  </a:lnTo>
                  <a:lnTo>
                    <a:pt x="132" y="120"/>
                  </a:lnTo>
                  <a:lnTo>
                    <a:pt x="125" y="120"/>
                  </a:lnTo>
                  <a:lnTo>
                    <a:pt x="125" y="120"/>
                  </a:lnTo>
                  <a:close/>
                  <a:moveTo>
                    <a:pt x="275" y="250"/>
                  </a:moveTo>
                  <a:lnTo>
                    <a:pt x="275" y="250"/>
                  </a:lnTo>
                  <a:lnTo>
                    <a:pt x="268" y="250"/>
                  </a:lnTo>
                  <a:lnTo>
                    <a:pt x="262" y="247"/>
                  </a:lnTo>
                  <a:lnTo>
                    <a:pt x="257" y="245"/>
                  </a:lnTo>
                  <a:lnTo>
                    <a:pt x="252" y="240"/>
                  </a:lnTo>
                  <a:lnTo>
                    <a:pt x="248" y="237"/>
                  </a:lnTo>
                  <a:lnTo>
                    <a:pt x="245" y="230"/>
                  </a:lnTo>
                  <a:lnTo>
                    <a:pt x="243" y="225"/>
                  </a:lnTo>
                  <a:lnTo>
                    <a:pt x="243" y="218"/>
                  </a:lnTo>
                  <a:lnTo>
                    <a:pt x="243" y="218"/>
                  </a:lnTo>
                  <a:lnTo>
                    <a:pt x="243" y="212"/>
                  </a:lnTo>
                  <a:lnTo>
                    <a:pt x="245" y="207"/>
                  </a:lnTo>
                  <a:lnTo>
                    <a:pt x="248" y="200"/>
                  </a:lnTo>
                  <a:lnTo>
                    <a:pt x="252" y="197"/>
                  </a:lnTo>
                  <a:lnTo>
                    <a:pt x="257" y="192"/>
                  </a:lnTo>
                  <a:lnTo>
                    <a:pt x="262" y="190"/>
                  </a:lnTo>
                  <a:lnTo>
                    <a:pt x="268" y="186"/>
                  </a:lnTo>
                  <a:lnTo>
                    <a:pt x="275" y="186"/>
                  </a:lnTo>
                  <a:lnTo>
                    <a:pt x="275" y="186"/>
                  </a:lnTo>
                  <a:lnTo>
                    <a:pt x="282" y="186"/>
                  </a:lnTo>
                  <a:lnTo>
                    <a:pt x="287" y="190"/>
                  </a:lnTo>
                  <a:lnTo>
                    <a:pt x="292" y="192"/>
                  </a:lnTo>
                  <a:lnTo>
                    <a:pt x="297" y="197"/>
                  </a:lnTo>
                  <a:lnTo>
                    <a:pt x="300" y="200"/>
                  </a:lnTo>
                  <a:lnTo>
                    <a:pt x="303" y="207"/>
                  </a:lnTo>
                  <a:lnTo>
                    <a:pt x="305" y="212"/>
                  </a:lnTo>
                  <a:lnTo>
                    <a:pt x="307" y="218"/>
                  </a:lnTo>
                  <a:lnTo>
                    <a:pt x="307" y="218"/>
                  </a:lnTo>
                  <a:lnTo>
                    <a:pt x="305" y="225"/>
                  </a:lnTo>
                  <a:lnTo>
                    <a:pt x="303" y="230"/>
                  </a:lnTo>
                  <a:lnTo>
                    <a:pt x="300" y="237"/>
                  </a:lnTo>
                  <a:lnTo>
                    <a:pt x="297" y="240"/>
                  </a:lnTo>
                  <a:lnTo>
                    <a:pt x="292" y="245"/>
                  </a:lnTo>
                  <a:lnTo>
                    <a:pt x="287" y="247"/>
                  </a:lnTo>
                  <a:lnTo>
                    <a:pt x="282" y="250"/>
                  </a:lnTo>
                  <a:lnTo>
                    <a:pt x="275" y="250"/>
                  </a:lnTo>
                  <a:lnTo>
                    <a:pt x="275" y="250"/>
                  </a:lnTo>
                  <a:close/>
                  <a:moveTo>
                    <a:pt x="165" y="742"/>
                  </a:moveTo>
                  <a:lnTo>
                    <a:pt x="165" y="742"/>
                  </a:lnTo>
                  <a:lnTo>
                    <a:pt x="158" y="742"/>
                  </a:lnTo>
                  <a:lnTo>
                    <a:pt x="153" y="739"/>
                  </a:lnTo>
                  <a:lnTo>
                    <a:pt x="147" y="737"/>
                  </a:lnTo>
                  <a:lnTo>
                    <a:pt x="143" y="732"/>
                  </a:lnTo>
                  <a:lnTo>
                    <a:pt x="138" y="729"/>
                  </a:lnTo>
                  <a:lnTo>
                    <a:pt x="137" y="722"/>
                  </a:lnTo>
                  <a:lnTo>
                    <a:pt x="133" y="717"/>
                  </a:lnTo>
                  <a:lnTo>
                    <a:pt x="133" y="711"/>
                  </a:lnTo>
                  <a:lnTo>
                    <a:pt x="133" y="711"/>
                  </a:lnTo>
                  <a:lnTo>
                    <a:pt x="133" y="704"/>
                  </a:lnTo>
                  <a:lnTo>
                    <a:pt x="137" y="699"/>
                  </a:lnTo>
                  <a:lnTo>
                    <a:pt x="138" y="692"/>
                  </a:lnTo>
                  <a:lnTo>
                    <a:pt x="143" y="689"/>
                  </a:lnTo>
                  <a:lnTo>
                    <a:pt x="147" y="684"/>
                  </a:lnTo>
                  <a:lnTo>
                    <a:pt x="153" y="682"/>
                  </a:lnTo>
                  <a:lnTo>
                    <a:pt x="158" y="679"/>
                  </a:lnTo>
                  <a:lnTo>
                    <a:pt x="165" y="679"/>
                  </a:lnTo>
                  <a:lnTo>
                    <a:pt x="165" y="679"/>
                  </a:lnTo>
                  <a:lnTo>
                    <a:pt x="172" y="679"/>
                  </a:lnTo>
                  <a:lnTo>
                    <a:pt x="177" y="682"/>
                  </a:lnTo>
                  <a:lnTo>
                    <a:pt x="183" y="684"/>
                  </a:lnTo>
                  <a:lnTo>
                    <a:pt x="187" y="689"/>
                  </a:lnTo>
                  <a:lnTo>
                    <a:pt x="192" y="692"/>
                  </a:lnTo>
                  <a:lnTo>
                    <a:pt x="193" y="699"/>
                  </a:lnTo>
                  <a:lnTo>
                    <a:pt x="197" y="704"/>
                  </a:lnTo>
                  <a:lnTo>
                    <a:pt x="197" y="711"/>
                  </a:lnTo>
                  <a:lnTo>
                    <a:pt x="197" y="711"/>
                  </a:lnTo>
                  <a:lnTo>
                    <a:pt x="197" y="717"/>
                  </a:lnTo>
                  <a:lnTo>
                    <a:pt x="193" y="722"/>
                  </a:lnTo>
                  <a:lnTo>
                    <a:pt x="192" y="729"/>
                  </a:lnTo>
                  <a:lnTo>
                    <a:pt x="187" y="732"/>
                  </a:lnTo>
                  <a:lnTo>
                    <a:pt x="183" y="737"/>
                  </a:lnTo>
                  <a:lnTo>
                    <a:pt x="177" y="739"/>
                  </a:lnTo>
                  <a:lnTo>
                    <a:pt x="172" y="742"/>
                  </a:lnTo>
                  <a:lnTo>
                    <a:pt x="165" y="742"/>
                  </a:lnTo>
                  <a:lnTo>
                    <a:pt x="165" y="742"/>
                  </a:lnTo>
                  <a:close/>
                  <a:moveTo>
                    <a:pt x="427" y="320"/>
                  </a:moveTo>
                  <a:lnTo>
                    <a:pt x="427" y="320"/>
                  </a:lnTo>
                  <a:lnTo>
                    <a:pt x="434" y="320"/>
                  </a:lnTo>
                  <a:lnTo>
                    <a:pt x="439" y="322"/>
                  </a:lnTo>
                  <a:lnTo>
                    <a:pt x="444" y="325"/>
                  </a:lnTo>
                  <a:lnTo>
                    <a:pt x="449" y="328"/>
                  </a:lnTo>
                  <a:lnTo>
                    <a:pt x="452" y="333"/>
                  </a:lnTo>
                  <a:lnTo>
                    <a:pt x="455" y="338"/>
                  </a:lnTo>
                  <a:lnTo>
                    <a:pt x="457" y="345"/>
                  </a:lnTo>
                  <a:lnTo>
                    <a:pt x="459" y="352"/>
                  </a:lnTo>
                  <a:lnTo>
                    <a:pt x="459" y="352"/>
                  </a:lnTo>
                  <a:lnTo>
                    <a:pt x="457" y="358"/>
                  </a:lnTo>
                  <a:lnTo>
                    <a:pt x="455" y="363"/>
                  </a:lnTo>
                  <a:lnTo>
                    <a:pt x="452" y="368"/>
                  </a:lnTo>
                  <a:lnTo>
                    <a:pt x="449" y="373"/>
                  </a:lnTo>
                  <a:lnTo>
                    <a:pt x="444" y="377"/>
                  </a:lnTo>
                  <a:lnTo>
                    <a:pt x="439" y="380"/>
                  </a:lnTo>
                  <a:lnTo>
                    <a:pt x="434" y="382"/>
                  </a:lnTo>
                  <a:lnTo>
                    <a:pt x="427" y="384"/>
                  </a:lnTo>
                  <a:lnTo>
                    <a:pt x="427" y="384"/>
                  </a:lnTo>
                  <a:lnTo>
                    <a:pt x="420" y="382"/>
                  </a:lnTo>
                  <a:lnTo>
                    <a:pt x="414" y="380"/>
                  </a:lnTo>
                  <a:lnTo>
                    <a:pt x="409" y="377"/>
                  </a:lnTo>
                  <a:lnTo>
                    <a:pt x="404" y="373"/>
                  </a:lnTo>
                  <a:lnTo>
                    <a:pt x="400" y="368"/>
                  </a:lnTo>
                  <a:lnTo>
                    <a:pt x="397" y="363"/>
                  </a:lnTo>
                  <a:lnTo>
                    <a:pt x="395" y="358"/>
                  </a:lnTo>
                  <a:lnTo>
                    <a:pt x="395" y="352"/>
                  </a:lnTo>
                  <a:lnTo>
                    <a:pt x="395" y="352"/>
                  </a:lnTo>
                  <a:lnTo>
                    <a:pt x="395" y="345"/>
                  </a:lnTo>
                  <a:lnTo>
                    <a:pt x="397" y="338"/>
                  </a:lnTo>
                  <a:lnTo>
                    <a:pt x="400" y="333"/>
                  </a:lnTo>
                  <a:lnTo>
                    <a:pt x="404" y="328"/>
                  </a:lnTo>
                  <a:lnTo>
                    <a:pt x="409" y="325"/>
                  </a:lnTo>
                  <a:lnTo>
                    <a:pt x="414" y="322"/>
                  </a:lnTo>
                  <a:lnTo>
                    <a:pt x="420" y="320"/>
                  </a:lnTo>
                  <a:lnTo>
                    <a:pt x="427" y="320"/>
                  </a:lnTo>
                  <a:lnTo>
                    <a:pt x="427" y="320"/>
                  </a:lnTo>
                  <a:close/>
                  <a:moveTo>
                    <a:pt x="427" y="485"/>
                  </a:moveTo>
                  <a:lnTo>
                    <a:pt x="427" y="485"/>
                  </a:lnTo>
                  <a:lnTo>
                    <a:pt x="434" y="487"/>
                  </a:lnTo>
                  <a:lnTo>
                    <a:pt x="439" y="489"/>
                  </a:lnTo>
                  <a:lnTo>
                    <a:pt x="444" y="492"/>
                  </a:lnTo>
                  <a:lnTo>
                    <a:pt x="449" y="495"/>
                  </a:lnTo>
                  <a:lnTo>
                    <a:pt x="452" y="500"/>
                  </a:lnTo>
                  <a:lnTo>
                    <a:pt x="455" y="505"/>
                  </a:lnTo>
                  <a:lnTo>
                    <a:pt x="457" y="512"/>
                  </a:lnTo>
                  <a:lnTo>
                    <a:pt x="459" y="517"/>
                  </a:lnTo>
                  <a:lnTo>
                    <a:pt x="459" y="517"/>
                  </a:lnTo>
                  <a:lnTo>
                    <a:pt x="457" y="524"/>
                  </a:lnTo>
                  <a:lnTo>
                    <a:pt x="455" y="530"/>
                  </a:lnTo>
                  <a:lnTo>
                    <a:pt x="452" y="535"/>
                  </a:lnTo>
                  <a:lnTo>
                    <a:pt x="449" y="540"/>
                  </a:lnTo>
                  <a:lnTo>
                    <a:pt x="444" y="544"/>
                  </a:lnTo>
                  <a:lnTo>
                    <a:pt x="439" y="547"/>
                  </a:lnTo>
                  <a:lnTo>
                    <a:pt x="434" y="549"/>
                  </a:lnTo>
                  <a:lnTo>
                    <a:pt x="427" y="549"/>
                  </a:lnTo>
                  <a:lnTo>
                    <a:pt x="427" y="549"/>
                  </a:lnTo>
                  <a:lnTo>
                    <a:pt x="420" y="549"/>
                  </a:lnTo>
                  <a:lnTo>
                    <a:pt x="414" y="547"/>
                  </a:lnTo>
                  <a:lnTo>
                    <a:pt x="409" y="544"/>
                  </a:lnTo>
                  <a:lnTo>
                    <a:pt x="404" y="540"/>
                  </a:lnTo>
                  <a:lnTo>
                    <a:pt x="400" y="535"/>
                  </a:lnTo>
                  <a:lnTo>
                    <a:pt x="397" y="530"/>
                  </a:lnTo>
                  <a:lnTo>
                    <a:pt x="395" y="524"/>
                  </a:lnTo>
                  <a:lnTo>
                    <a:pt x="395" y="517"/>
                  </a:lnTo>
                  <a:lnTo>
                    <a:pt x="395" y="517"/>
                  </a:lnTo>
                  <a:lnTo>
                    <a:pt x="395" y="512"/>
                  </a:lnTo>
                  <a:lnTo>
                    <a:pt x="397" y="505"/>
                  </a:lnTo>
                  <a:lnTo>
                    <a:pt x="400" y="500"/>
                  </a:lnTo>
                  <a:lnTo>
                    <a:pt x="404" y="495"/>
                  </a:lnTo>
                  <a:lnTo>
                    <a:pt x="409" y="492"/>
                  </a:lnTo>
                  <a:lnTo>
                    <a:pt x="414" y="489"/>
                  </a:lnTo>
                  <a:lnTo>
                    <a:pt x="420" y="487"/>
                  </a:lnTo>
                  <a:lnTo>
                    <a:pt x="427" y="485"/>
                  </a:lnTo>
                  <a:lnTo>
                    <a:pt x="427" y="485"/>
                  </a:lnTo>
                  <a:close/>
                  <a:moveTo>
                    <a:pt x="427" y="1125"/>
                  </a:moveTo>
                  <a:lnTo>
                    <a:pt x="427" y="1125"/>
                  </a:lnTo>
                  <a:lnTo>
                    <a:pt x="420" y="1125"/>
                  </a:lnTo>
                  <a:lnTo>
                    <a:pt x="414" y="1123"/>
                  </a:lnTo>
                  <a:lnTo>
                    <a:pt x="409" y="1120"/>
                  </a:lnTo>
                  <a:lnTo>
                    <a:pt x="404" y="1116"/>
                  </a:lnTo>
                  <a:lnTo>
                    <a:pt x="400" y="1111"/>
                  </a:lnTo>
                  <a:lnTo>
                    <a:pt x="397" y="1106"/>
                  </a:lnTo>
                  <a:lnTo>
                    <a:pt x="395" y="1100"/>
                  </a:lnTo>
                  <a:lnTo>
                    <a:pt x="395" y="1093"/>
                  </a:lnTo>
                  <a:lnTo>
                    <a:pt x="395" y="1093"/>
                  </a:lnTo>
                  <a:lnTo>
                    <a:pt x="395" y="1086"/>
                  </a:lnTo>
                  <a:lnTo>
                    <a:pt x="397" y="1081"/>
                  </a:lnTo>
                  <a:lnTo>
                    <a:pt x="400" y="1076"/>
                  </a:lnTo>
                  <a:lnTo>
                    <a:pt x="404" y="1071"/>
                  </a:lnTo>
                  <a:lnTo>
                    <a:pt x="409" y="1068"/>
                  </a:lnTo>
                  <a:lnTo>
                    <a:pt x="414" y="1065"/>
                  </a:lnTo>
                  <a:lnTo>
                    <a:pt x="420" y="1063"/>
                  </a:lnTo>
                  <a:lnTo>
                    <a:pt x="427" y="1061"/>
                  </a:lnTo>
                  <a:lnTo>
                    <a:pt x="427" y="1061"/>
                  </a:lnTo>
                  <a:lnTo>
                    <a:pt x="434" y="1063"/>
                  </a:lnTo>
                  <a:lnTo>
                    <a:pt x="439" y="1065"/>
                  </a:lnTo>
                  <a:lnTo>
                    <a:pt x="444" y="1068"/>
                  </a:lnTo>
                  <a:lnTo>
                    <a:pt x="449" y="1071"/>
                  </a:lnTo>
                  <a:lnTo>
                    <a:pt x="452" y="1076"/>
                  </a:lnTo>
                  <a:lnTo>
                    <a:pt x="455" y="1081"/>
                  </a:lnTo>
                  <a:lnTo>
                    <a:pt x="457" y="1086"/>
                  </a:lnTo>
                  <a:lnTo>
                    <a:pt x="459" y="1093"/>
                  </a:lnTo>
                  <a:lnTo>
                    <a:pt x="459" y="1093"/>
                  </a:lnTo>
                  <a:lnTo>
                    <a:pt x="457" y="1100"/>
                  </a:lnTo>
                  <a:lnTo>
                    <a:pt x="455" y="1106"/>
                  </a:lnTo>
                  <a:lnTo>
                    <a:pt x="452" y="1111"/>
                  </a:lnTo>
                  <a:lnTo>
                    <a:pt x="449" y="1116"/>
                  </a:lnTo>
                  <a:lnTo>
                    <a:pt x="444" y="1120"/>
                  </a:lnTo>
                  <a:lnTo>
                    <a:pt x="439" y="1123"/>
                  </a:lnTo>
                  <a:lnTo>
                    <a:pt x="434" y="1125"/>
                  </a:lnTo>
                  <a:lnTo>
                    <a:pt x="427" y="1125"/>
                  </a:lnTo>
                  <a:lnTo>
                    <a:pt x="427" y="1125"/>
                  </a:lnTo>
                  <a:close/>
                  <a:moveTo>
                    <a:pt x="427" y="949"/>
                  </a:moveTo>
                  <a:lnTo>
                    <a:pt x="427" y="949"/>
                  </a:lnTo>
                  <a:lnTo>
                    <a:pt x="420" y="948"/>
                  </a:lnTo>
                  <a:lnTo>
                    <a:pt x="414" y="946"/>
                  </a:lnTo>
                  <a:lnTo>
                    <a:pt x="409" y="943"/>
                  </a:lnTo>
                  <a:lnTo>
                    <a:pt x="404" y="939"/>
                  </a:lnTo>
                  <a:lnTo>
                    <a:pt x="400" y="934"/>
                  </a:lnTo>
                  <a:lnTo>
                    <a:pt x="397" y="929"/>
                  </a:lnTo>
                  <a:lnTo>
                    <a:pt x="395" y="923"/>
                  </a:lnTo>
                  <a:lnTo>
                    <a:pt x="395" y="918"/>
                  </a:lnTo>
                  <a:lnTo>
                    <a:pt x="395" y="918"/>
                  </a:lnTo>
                  <a:lnTo>
                    <a:pt x="395" y="911"/>
                  </a:lnTo>
                  <a:lnTo>
                    <a:pt x="397" y="904"/>
                  </a:lnTo>
                  <a:lnTo>
                    <a:pt x="400" y="899"/>
                  </a:lnTo>
                  <a:lnTo>
                    <a:pt x="404" y="894"/>
                  </a:lnTo>
                  <a:lnTo>
                    <a:pt x="409" y="891"/>
                  </a:lnTo>
                  <a:lnTo>
                    <a:pt x="414" y="888"/>
                  </a:lnTo>
                  <a:lnTo>
                    <a:pt x="420" y="886"/>
                  </a:lnTo>
                  <a:lnTo>
                    <a:pt x="427" y="886"/>
                  </a:lnTo>
                  <a:lnTo>
                    <a:pt x="427" y="886"/>
                  </a:lnTo>
                  <a:lnTo>
                    <a:pt x="434" y="886"/>
                  </a:lnTo>
                  <a:lnTo>
                    <a:pt x="439" y="888"/>
                  </a:lnTo>
                  <a:lnTo>
                    <a:pt x="444" y="891"/>
                  </a:lnTo>
                  <a:lnTo>
                    <a:pt x="449" y="894"/>
                  </a:lnTo>
                  <a:lnTo>
                    <a:pt x="452" y="899"/>
                  </a:lnTo>
                  <a:lnTo>
                    <a:pt x="455" y="904"/>
                  </a:lnTo>
                  <a:lnTo>
                    <a:pt x="457" y="911"/>
                  </a:lnTo>
                  <a:lnTo>
                    <a:pt x="459" y="918"/>
                  </a:lnTo>
                  <a:lnTo>
                    <a:pt x="459" y="918"/>
                  </a:lnTo>
                  <a:lnTo>
                    <a:pt x="457" y="923"/>
                  </a:lnTo>
                  <a:lnTo>
                    <a:pt x="455" y="929"/>
                  </a:lnTo>
                  <a:lnTo>
                    <a:pt x="452" y="934"/>
                  </a:lnTo>
                  <a:lnTo>
                    <a:pt x="449" y="939"/>
                  </a:lnTo>
                  <a:lnTo>
                    <a:pt x="444" y="943"/>
                  </a:lnTo>
                  <a:lnTo>
                    <a:pt x="439" y="946"/>
                  </a:lnTo>
                  <a:lnTo>
                    <a:pt x="434" y="948"/>
                  </a:lnTo>
                  <a:lnTo>
                    <a:pt x="427" y="949"/>
                  </a:lnTo>
                  <a:lnTo>
                    <a:pt x="427" y="949"/>
                  </a:lnTo>
                  <a:close/>
                  <a:moveTo>
                    <a:pt x="427" y="801"/>
                  </a:moveTo>
                  <a:lnTo>
                    <a:pt x="427" y="801"/>
                  </a:lnTo>
                  <a:lnTo>
                    <a:pt x="410" y="799"/>
                  </a:lnTo>
                  <a:lnTo>
                    <a:pt x="395" y="794"/>
                  </a:lnTo>
                  <a:lnTo>
                    <a:pt x="380" y="786"/>
                  </a:lnTo>
                  <a:lnTo>
                    <a:pt x="368" y="776"/>
                  </a:lnTo>
                  <a:lnTo>
                    <a:pt x="358" y="764"/>
                  </a:lnTo>
                  <a:lnTo>
                    <a:pt x="350" y="749"/>
                  </a:lnTo>
                  <a:lnTo>
                    <a:pt x="345" y="734"/>
                  </a:lnTo>
                  <a:lnTo>
                    <a:pt x="343" y="717"/>
                  </a:lnTo>
                  <a:lnTo>
                    <a:pt x="343" y="717"/>
                  </a:lnTo>
                  <a:lnTo>
                    <a:pt x="345" y="701"/>
                  </a:lnTo>
                  <a:lnTo>
                    <a:pt x="350" y="686"/>
                  </a:lnTo>
                  <a:lnTo>
                    <a:pt x="358" y="672"/>
                  </a:lnTo>
                  <a:lnTo>
                    <a:pt x="368" y="659"/>
                  </a:lnTo>
                  <a:lnTo>
                    <a:pt x="380" y="649"/>
                  </a:lnTo>
                  <a:lnTo>
                    <a:pt x="395" y="642"/>
                  </a:lnTo>
                  <a:lnTo>
                    <a:pt x="410" y="637"/>
                  </a:lnTo>
                  <a:lnTo>
                    <a:pt x="427" y="636"/>
                  </a:lnTo>
                  <a:lnTo>
                    <a:pt x="427" y="636"/>
                  </a:lnTo>
                  <a:lnTo>
                    <a:pt x="444" y="637"/>
                  </a:lnTo>
                  <a:lnTo>
                    <a:pt x="459" y="642"/>
                  </a:lnTo>
                  <a:lnTo>
                    <a:pt x="472" y="649"/>
                  </a:lnTo>
                  <a:lnTo>
                    <a:pt x="485" y="659"/>
                  </a:lnTo>
                  <a:lnTo>
                    <a:pt x="495" y="672"/>
                  </a:lnTo>
                  <a:lnTo>
                    <a:pt x="502" y="686"/>
                  </a:lnTo>
                  <a:lnTo>
                    <a:pt x="507" y="701"/>
                  </a:lnTo>
                  <a:lnTo>
                    <a:pt x="509" y="717"/>
                  </a:lnTo>
                  <a:lnTo>
                    <a:pt x="509" y="717"/>
                  </a:lnTo>
                  <a:lnTo>
                    <a:pt x="507" y="734"/>
                  </a:lnTo>
                  <a:lnTo>
                    <a:pt x="502" y="749"/>
                  </a:lnTo>
                  <a:lnTo>
                    <a:pt x="495" y="764"/>
                  </a:lnTo>
                  <a:lnTo>
                    <a:pt x="485" y="776"/>
                  </a:lnTo>
                  <a:lnTo>
                    <a:pt x="472" y="786"/>
                  </a:lnTo>
                  <a:lnTo>
                    <a:pt x="459" y="794"/>
                  </a:lnTo>
                  <a:lnTo>
                    <a:pt x="444" y="799"/>
                  </a:lnTo>
                  <a:lnTo>
                    <a:pt x="427" y="801"/>
                  </a:lnTo>
                  <a:lnTo>
                    <a:pt x="427" y="801"/>
                  </a:lnTo>
                  <a:close/>
                  <a:moveTo>
                    <a:pt x="634" y="742"/>
                  </a:moveTo>
                  <a:lnTo>
                    <a:pt x="634" y="742"/>
                  </a:lnTo>
                  <a:lnTo>
                    <a:pt x="627" y="742"/>
                  </a:lnTo>
                  <a:lnTo>
                    <a:pt x="622" y="739"/>
                  </a:lnTo>
                  <a:lnTo>
                    <a:pt x="617" y="737"/>
                  </a:lnTo>
                  <a:lnTo>
                    <a:pt x="612" y="732"/>
                  </a:lnTo>
                  <a:lnTo>
                    <a:pt x="607" y="729"/>
                  </a:lnTo>
                  <a:lnTo>
                    <a:pt x="605" y="722"/>
                  </a:lnTo>
                  <a:lnTo>
                    <a:pt x="604" y="717"/>
                  </a:lnTo>
                  <a:lnTo>
                    <a:pt x="602" y="711"/>
                  </a:lnTo>
                  <a:lnTo>
                    <a:pt x="602" y="711"/>
                  </a:lnTo>
                  <a:lnTo>
                    <a:pt x="604" y="704"/>
                  </a:lnTo>
                  <a:lnTo>
                    <a:pt x="605" y="699"/>
                  </a:lnTo>
                  <a:lnTo>
                    <a:pt x="607" y="692"/>
                  </a:lnTo>
                  <a:lnTo>
                    <a:pt x="612" y="689"/>
                  </a:lnTo>
                  <a:lnTo>
                    <a:pt x="617" y="684"/>
                  </a:lnTo>
                  <a:lnTo>
                    <a:pt x="622" y="682"/>
                  </a:lnTo>
                  <a:lnTo>
                    <a:pt x="627" y="679"/>
                  </a:lnTo>
                  <a:lnTo>
                    <a:pt x="634" y="679"/>
                  </a:lnTo>
                  <a:lnTo>
                    <a:pt x="634" y="679"/>
                  </a:lnTo>
                  <a:lnTo>
                    <a:pt x="641" y="679"/>
                  </a:lnTo>
                  <a:lnTo>
                    <a:pt x="646" y="682"/>
                  </a:lnTo>
                  <a:lnTo>
                    <a:pt x="652" y="684"/>
                  </a:lnTo>
                  <a:lnTo>
                    <a:pt x="656" y="689"/>
                  </a:lnTo>
                  <a:lnTo>
                    <a:pt x="661" y="692"/>
                  </a:lnTo>
                  <a:lnTo>
                    <a:pt x="664" y="699"/>
                  </a:lnTo>
                  <a:lnTo>
                    <a:pt x="666" y="704"/>
                  </a:lnTo>
                  <a:lnTo>
                    <a:pt x="666" y="711"/>
                  </a:lnTo>
                  <a:lnTo>
                    <a:pt x="666" y="711"/>
                  </a:lnTo>
                  <a:lnTo>
                    <a:pt x="666" y="717"/>
                  </a:lnTo>
                  <a:lnTo>
                    <a:pt x="664" y="722"/>
                  </a:lnTo>
                  <a:lnTo>
                    <a:pt x="661" y="729"/>
                  </a:lnTo>
                  <a:lnTo>
                    <a:pt x="656" y="732"/>
                  </a:lnTo>
                  <a:lnTo>
                    <a:pt x="652" y="737"/>
                  </a:lnTo>
                  <a:lnTo>
                    <a:pt x="646" y="739"/>
                  </a:lnTo>
                  <a:lnTo>
                    <a:pt x="641" y="742"/>
                  </a:lnTo>
                  <a:lnTo>
                    <a:pt x="634" y="742"/>
                  </a:lnTo>
                  <a:lnTo>
                    <a:pt x="634" y="742"/>
                  </a:lnTo>
                  <a:close/>
                  <a:moveTo>
                    <a:pt x="774" y="886"/>
                  </a:moveTo>
                  <a:lnTo>
                    <a:pt x="774" y="886"/>
                  </a:lnTo>
                  <a:lnTo>
                    <a:pt x="767" y="884"/>
                  </a:lnTo>
                  <a:lnTo>
                    <a:pt x="761" y="883"/>
                  </a:lnTo>
                  <a:lnTo>
                    <a:pt x="756" y="879"/>
                  </a:lnTo>
                  <a:lnTo>
                    <a:pt x="751" y="876"/>
                  </a:lnTo>
                  <a:lnTo>
                    <a:pt x="747" y="871"/>
                  </a:lnTo>
                  <a:lnTo>
                    <a:pt x="744" y="866"/>
                  </a:lnTo>
                  <a:lnTo>
                    <a:pt x="742" y="861"/>
                  </a:lnTo>
                  <a:lnTo>
                    <a:pt x="742" y="854"/>
                  </a:lnTo>
                  <a:lnTo>
                    <a:pt x="742" y="854"/>
                  </a:lnTo>
                  <a:lnTo>
                    <a:pt x="742" y="848"/>
                  </a:lnTo>
                  <a:lnTo>
                    <a:pt x="744" y="841"/>
                  </a:lnTo>
                  <a:lnTo>
                    <a:pt x="747" y="836"/>
                  </a:lnTo>
                  <a:lnTo>
                    <a:pt x="751" y="831"/>
                  </a:lnTo>
                  <a:lnTo>
                    <a:pt x="756" y="828"/>
                  </a:lnTo>
                  <a:lnTo>
                    <a:pt x="761" y="824"/>
                  </a:lnTo>
                  <a:lnTo>
                    <a:pt x="767" y="823"/>
                  </a:lnTo>
                  <a:lnTo>
                    <a:pt x="774" y="823"/>
                  </a:lnTo>
                  <a:lnTo>
                    <a:pt x="774" y="823"/>
                  </a:lnTo>
                  <a:lnTo>
                    <a:pt x="781" y="823"/>
                  </a:lnTo>
                  <a:lnTo>
                    <a:pt x="786" y="824"/>
                  </a:lnTo>
                  <a:lnTo>
                    <a:pt x="791" y="828"/>
                  </a:lnTo>
                  <a:lnTo>
                    <a:pt x="796" y="831"/>
                  </a:lnTo>
                  <a:lnTo>
                    <a:pt x="801" y="836"/>
                  </a:lnTo>
                  <a:lnTo>
                    <a:pt x="802" y="841"/>
                  </a:lnTo>
                  <a:lnTo>
                    <a:pt x="804" y="848"/>
                  </a:lnTo>
                  <a:lnTo>
                    <a:pt x="806" y="854"/>
                  </a:lnTo>
                  <a:lnTo>
                    <a:pt x="806" y="854"/>
                  </a:lnTo>
                  <a:lnTo>
                    <a:pt x="804" y="861"/>
                  </a:lnTo>
                  <a:lnTo>
                    <a:pt x="802" y="866"/>
                  </a:lnTo>
                  <a:lnTo>
                    <a:pt x="801" y="871"/>
                  </a:lnTo>
                  <a:lnTo>
                    <a:pt x="796" y="876"/>
                  </a:lnTo>
                  <a:lnTo>
                    <a:pt x="791" y="879"/>
                  </a:lnTo>
                  <a:lnTo>
                    <a:pt x="786" y="883"/>
                  </a:lnTo>
                  <a:lnTo>
                    <a:pt x="781" y="884"/>
                  </a:lnTo>
                  <a:lnTo>
                    <a:pt x="774" y="886"/>
                  </a:lnTo>
                  <a:lnTo>
                    <a:pt x="774" y="886"/>
                  </a:lnTo>
                  <a:close/>
                  <a:moveTo>
                    <a:pt x="861" y="1068"/>
                  </a:moveTo>
                  <a:lnTo>
                    <a:pt x="861" y="1068"/>
                  </a:lnTo>
                  <a:lnTo>
                    <a:pt x="854" y="1068"/>
                  </a:lnTo>
                  <a:lnTo>
                    <a:pt x="847" y="1066"/>
                  </a:lnTo>
                  <a:lnTo>
                    <a:pt x="842" y="1063"/>
                  </a:lnTo>
                  <a:lnTo>
                    <a:pt x="837" y="1060"/>
                  </a:lnTo>
                  <a:lnTo>
                    <a:pt x="834" y="1055"/>
                  </a:lnTo>
                  <a:lnTo>
                    <a:pt x="831" y="1050"/>
                  </a:lnTo>
                  <a:lnTo>
                    <a:pt x="829" y="1043"/>
                  </a:lnTo>
                  <a:lnTo>
                    <a:pt x="829" y="1036"/>
                  </a:lnTo>
                  <a:lnTo>
                    <a:pt x="829" y="1036"/>
                  </a:lnTo>
                  <a:lnTo>
                    <a:pt x="829" y="1031"/>
                  </a:lnTo>
                  <a:lnTo>
                    <a:pt x="831" y="1025"/>
                  </a:lnTo>
                  <a:lnTo>
                    <a:pt x="834" y="1020"/>
                  </a:lnTo>
                  <a:lnTo>
                    <a:pt x="837" y="1015"/>
                  </a:lnTo>
                  <a:lnTo>
                    <a:pt x="842" y="1011"/>
                  </a:lnTo>
                  <a:lnTo>
                    <a:pt x="847" y="1008"/>
                  </a:lnTo>
                  <a:lnTo>
                    <a:pt x="854" y="1006"/>
                  </a:lnTo>
                  <a:lnTo>
                    <a:pt x="861" y="1005"/>
                  </a:lnTo>
                  <a:lnTo>
                    <a:pt x="861" y="1005"/>
                  </a:lnTo>
                  <a:lnTo>
                    <a:pt x="866" y="1006"/>
                  </a:lnTo>
                  <a:lnTo>
                    <a:pt x="872" y="1008"/>
                  </a:lnTo>
                  <a:lnTo>
                    <a:pt x="877" y="1011"/>
                  </a:lnTo>
                  <a:lnTo>
                    <a:pt x="882" y="1015"/>
                  </a:lnTo>
                  <a:lnTo>
                    <a:pt x="886" y="1020"/>
                  </a:lnTo>
                  <a:lnTo>
                    <a:pt x="889" y="1025"/>
                  </a:lnTo>
                  <a:lnTo>
                    <a:pt x="891" y="1031"/>
                  </a:lnTo>
                  <a:lnTo>
                    <a:pt x="893" y="1036"/>
                  </a:lnTo>
                  <a:lnTo>
                    <a:pt x="893" y="1036"/>
                  </a:lnTo>
                  <a:lnTo>
                    <a:pt x="891" y="1043"/>
                  </a:lnTo>
                  <a:lnTo>
                    <a:pt x="889" y="1050"/>
                  </a:lnTo>
                  <a:lnTo>
                    <a:pt x="886" y="1055"/>
                  </a:lnTo>
                  <a:lnTo>
                    <a:pt x="882" y="1060"/>
                  </a:lnTo>
                  <a:lnTo>
                    <a:pt x="877" y="1063"/>
                  </a:lnTo>
                  <a:lnTo>
                    <a:pt x="872" y="1066"/>
                  </a:lnTo>
                  <a:lnTo>
                    <a:pt x="866" y="1068"/>
                  </a:lnTo>
                  <a:lnTo>
                    <a:pt x="861" y="1068"/>
                  </a:lnTo>
                  <a:lnTo>
                    <a:pt x="861" y="1068"/>
                  </a:lnTo>
                  <a:close/>
                </a:path>
              </a:pathLst>
            </a:custGeom>
            <a:solidFill>
              <a:srgbClr val="4D4F5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4406" tIns="42203" rIns="84406" bIns="42203" numCol="1" anchor="t" anchorCtr="0" compatLnSpc="1">
              <a:prstTxWarp prst="textNoShape">
                <a:avLst/>
              </a:prstTxWarp>
            </a:bodyPr>
            <a:lstStyle/>
            <a:p>
              <a:endParaRPr lang="en-US" sz="1662" noProof="1"/>
            </a:p>
          </p:txBody>
        </p:sp>
      </p:grpSp>
      <p:sp>
        <p:nvSpPr>
          <p:cNvPr id="1063" name="TextBox 1062">
            <a:extLst>
              <a:ext uri="{FF2B5EF4-FFF2-40B4-BE49-F238E27FC236}">
                <a16:creationId xmlns:a16="http://schemas.microsoft.com/office/drawing/2014/main" id="{E003D47D-12AC-7264-C73D-F72B8358CB12}"/>
              </a:ext>
            </a:extLst>
          </p:cNvPr>
          <p:cNvSpPr txBox="1"/>
          <p:nvPr/>
        </p:nvSpPr>
        <p:spPr>
          <a:xfrm>
            <a:off x="9942034" y="2041739"/>
            <a:ext cx="1004922" cy="205890"/>
          </a:xfrm>
          <a:prstGeom prst="rect">
            <a:avLst/>
          </a:prstGeom>
          <a:noFill/>
        </p:spPr>
        <p:txBody>
          <a:bodyPr wrap="square" rtlCol="0">
            <a:spAutoFit/>
          </a:bodyPr>
          <a:lstStyle/>
          <a:p>
            <a:pPr algn="ctr"/>
            <a:r>
              <a:rPr lang="en-US" sz="738" noProof="1">
                <a:solidFill>
                  <a:srgbClr val="4D4F53"/>
                </a:solidFill>
              </a:rPr>
              <a:t>Ticketing</a:t>
            </a:r>
          </a:p>
        </p:txBody>
      </p:sp>
      <p:sp>
        <p:nvSpPr>
          <p:cNvPr id="1219" name="Arrow: Right 1218">
            <a:extLst>
              <a:ext uri="{FF2B5EF4-FFF2-40B4-BE49-F238E27FC236}">
                <a16:creationId xmlns:a16="http://schemas.microsoft.com/office/drawing/2014/main" id="{35B87746-A0C3-6CC2-31A0-DFED9D9F80DA}"/>
              </a:ext>
            </a:extLst>
          </p:cNvPr>
          <p:cNvSpPr/>
          <p:nvPr/>
        </p:nvSpPr>
        <p:spPr>
          <a:xfrm rot="8993512">
            <a:off x="2783701" y="4887832"/>
            <a:ext cx="990389" cy="369333"/>
          </a:xfrm>
          <a:prstGeom prst="rightArrow">
            <a:avLst/>
          </a:prstGeom>
          <a:solidFill>
            <a:schemeClr val="accent4">
              <a:lumMod val="20000"/>
              <a:lumOff val="80000"/>
            </a:schemeClr>
          </a:solidFill>
          <a:ln>
            <a:prstDash val="lgDash"/>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220" name="Arrow: Right 1219">
            <a:extLst>
              <a:ext uri="{FF2B5EF4-FFF2-40B4-BE49-F238E27FC236}">
                <a16:creationId xmlns:a16="http://schemas.microsoft.com/office/drawing/2014/main" id="{A46BCBCD-4E09-CA3F-114B-0577FE9243AE}"/>
              </a:ext>
            </a:extLst>
          </p:cNvPr>
          <p:cNvSpPr/>
          <p:nvPr/>
        </p:nvSpPr>
        <p:spPr>
          <a:xfrm rot="19800000">
            <a:off x="3064991" y="5232026"/>
            <a:ext cx="990389" cy="369333"/>
          </a:xfrm>
          <a:prstGeom prst="rightArrow">
            <a:avLst/>
          </a:prstGeom>
          <a:solidFill>
            <a:schemeClr val="accent4">
              <a:lumMod val="20000"/>
              <a:lumOff val="80000"/>
            </a:schemeClr>
          </a:solidFill>
          <a:ln>
            <a:prstDash val="lgDash"/>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221" name="Arrow: Right 1220">
            <a:extLst>
              <a:ext uri="{FF2B5EF4-FFF2-40B4-BE49-F238E27FC236}">
                <a16:creationId xmlns:a16="http://schemas.microsoft.com/office/drawing/2014/main" id="{9A9C590B-63D9-4D86-5AD7-1851BFA5875A}"/>
              </a:ext>
            </a:extLst>
          </p:cNvPr>
          <p:cNvSpPr/>
          <p:nvPr/>
        </p:nvSpPr>
        <p:spPr>
          <a:xfrm rot="8993512">
            <a:off x="7637748" y="1972715"/>
            <a:ext cx="990389" cy="369333"/>
          </a:xfrm>
          <a:prstGeom prst="rightArrow">
            <a:avLst/>
          </a:prstGeom>
          <a:solidFill>
            <a:schemeClr val="accent4">
              <a:lumMod val="20000"/>
              <a:lumOff val="80000"/>
            </a:schemeClr>
          </a:solidFill>
          <a:ln>
            <a:prstDash val="lgDash"/>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222" name="Arrow: Right 1221">
            <a:extLst>
              <a:ext uri="{FF2B5EF4-FFF2-40B4-BE49-F238E27FC236}">
                <a16:creationId xmlns:a16="http://schemas.microsoft.com/office/drawing/2014/main" id="{A45F99A2-12E8-ABA3-5CEA-3DD25A510C34}"/>
              </a:ext>
            </a:extLst>
          </p:cNvPr>
          <p:cNvSpPr/>
          <p:nvPr/>
        </p:nvSpPr>
        <p:spPr>
          <a:xfrm rot="19800000">
            <a:off x="7919038" y="2316909"/>
            <a:ext cx="990389" cy="369333"/>
          </a:xfrm>
          <a:prstGeom prst="rightArrow">
            <a:avLst/>
          </a:prstGeom>
          <a:solidFill>
            <a:schemeClr val="accent4">
              <a:lumMod val="20000"/>
              <a:lumOff val="80000"/>
            </a:schemeClr>
          </a:solidFill>
          <a:ln>
            <a:prstDash val="lgDash"/>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4BA3B322-37BA-BACA-EB1D-ECBC69AF223F}"/>
              </a:ext>
            </a:extLst>
          </p:cNvPr>
          <p:cNvSpPr>
            <a:spLocks noGrp="1"/>
          </p:cNvSpPr>
          <p:nvPr>
            <p:ph type="body" sz="quarter" idx="18"/>
          </p:nvPr>
        </p:nvSpPr>
        <p:spPr/>
        <p:txBody>
          <a:bodyPr/>
          <a:lstStyle/>
          <a:p>
            <a:endParaRPr lang="nl-BE"/>
          </a:p>
        </p:txBody>
      </p:sp>
      <p:pic>
        <p:nvPicPr>
          <p:cNvPr id="6" name="Picture 5" descr="A green and black logo&#10;&#10;Description automatically generated">
            <a:extLst>
              <a:ext uri="{FF2B5EF4-FFF2-40B4-BE49-F238E27FC236}">
                <a16:creationId xmlns:a16="http://schemas.microsoft.com/office/drawing/2014/main" id="{04650635-03D7-9E45-05B8-67318F274E9E}"/>
              </a:ext>
            </a:extLst>
          </p:cNvPr>
          <p:cNvPicPr>
            <a:picLocks noChangeAspect="1"/>
          </p:cNvPicPr>
          <p:nvPr/>
        </p:nvPicPr>
        <p:blipFill>
          <a:blip r:embed="rId9"/>
          <a:stretch>
            <a:fillRect/>
          </a:stretch>
        </p:blipFill>
        <p:spPr>
          <a:xfrm>
            <a:off x="9448854" y="5549764"/>
            <a:ext cx="1102866" cy="369332"/>
          </a:xfrm>
          <a:prstGeom prst="rect">
            <a:avLst/>
          </a:prstGeom>
        </p:spPr>
      </p:pic>
    </p:spTree>
    <p:extLst>
      <p:ext uri="{BB962C8B-B14F-4D97-AF65-F5344CB8AC3E}">
        <p14:creationId xmlns:p14="http://schemas.microsoft.com/office/powerpoint/2010/main" val="2247773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1F6EE7-49F4-01B1-CFCC-CEAB19307650}"/>
              </a:ext>
            </a:extLst>
          </p:cNvPr>
          <p:cNvSpPr>
            <a:spLocks noGrp="1"/>
          </p:cNvSpPr>
          <p:nvPr>
            <p:ph type="body" sz="quarter" idx="18"/>
          </p:nvPr>
        </p:nvSpPr>
        <p:spPr/>
        <p:txBody>
          <a:bodyPr/>
          <a:lstStyle/>
          <a:p>
            <a:endParaRPr lang="nl-BE"/>
          </a:p>
        </p:txBody>
      </p:sp>
      <p:sp>
        <p:nvSpPr>
          <p:cNvPr id="3" name="Slide Number Placeholder 2">
            <a:extLst>
              <a:ext uri="{FF2B5EF4-FFF2-40B4-BE49-F238E27FC236}">
                <a16:creationId xmlns:a16="http://schemas.microsoft.com/office/drawing/2014/main" id="{9978CE10-6183-C2CE-AB0D-86E5F45FA89A}"/>
              </a:ext>
            </a:extLst>
          </p:cNvPr>
          <p:cNvSpPr>
            <a:spLocks noGrp="1"/>
          </p:cNvSpPr>
          <p:nvPr>
            <p:ph type="sldNum" sz="quarter" idx="4"/>
          </p:nvPr>
        </p:nvSpPr>
        <p:spPr/>
        <p:txBody>
          <a:bodyPr/>
          <a:lstStyle/>
          <a:p>
            <a:fld id="{070B80B4-B953-6547-A044-6E303DFD4AF3}" type="slidenum">
              <a:rPr lang="nl-BE" smtClean="0"/>
              <a:pPr/>
              <a:t>9</a:t>
            </a:fld>
            <a:endParaRPr lang="nl-BE" dirty="0"/>
          </a:p>
        </p:txBody>
      </p:sp>
      <p:sp>
        <p:nvSpPr>
          <p:cNvPr id="4" name="Text Placeholder 3">
            <a:extLst>
              <a:ext uri="{FF2B5EF4-FFF2-40B4-BE49-F238E27FC236}">
                <a16:creationId xmlns:a16="http://schemas.microsoft.com/office/drawing/2014/main" id="{51736911-05AD-8735-17BA-DFE0E865D6FC}"/>
              </a:ext>
            </a:extLst>
          </p:cNvPr>
          <p:cNvSpPr>
            <a:spLocks noGrp="1"/>
          </p:cNvSpPr>
          <p:nvPr>
            <p:ph type="body" sz="quarter" idx="17"/>
          </p:nvPr>
        </p:nvSpPr>
        <p:spPr/>
        <p:txBody>
          <a:bodyPr/>
          <a:lstStyle/>
          <a:p>
            <a:r>
              <a:rPr lang="en-BE"/>
              <a:t>The data strategy @ Infrabel operations</a:t>
            </a:r>
            <a:endParaRPr lang="nl-BE"/>
          </a:p>
        </p:txBody>
      </p:sp>
      <p:sp>
        <p:nvSpPr>
          <p:cNvPr id="6" name="element_01_02">
            <a:extLst>
              <a:ext uri="{FF2B5EF4-FFF2-40B4-BE49-F238E27FC236}">
                <a16:creationId xmlns:a16="http://schemas.microsoft.com/office/drawing/2014/main" id="{5F25C0AB-12CF-E949-8F8D-19494F9A7468}"/>
              </a:ext>
            </a:extLst>
          </p:cNvPr>
          <p:cNvSpPr txBox="1">
            <a:spLocks/>
          </p:cNvSpPr>
          <p:nvPr>
            <p:custDataLst>
              <p:tags r:id="rId1"/>
            </p:custDataLst>
          </p:nvPr>
        </p:nvSpPr>
        <p:spPr>
          <a:xfrm>
            <a:off x="8469673" y="1644071"/>
            <a:ext cx="3312368" cy="1971133"/>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Tx/>
              <a:buNone/>
              <a:defRPr lang="de-DE" sz="1600" b="1" kern="1200" smtClean="0">
                <a:solidFill>
                  <a:schemeClr val="tx1"/>
                </a:solidFill>
                <a:latin typeface="Aptos" panose="020B0004020202020204" pitchFamily="34" charset="0"/>
                <a:ea typeface="+mn-ea"/>
                <a:cs typeface="Arial" panose="020B0604020202020204" pitchFamily="34" charset="0"/>
              </a:defRPr>
            </a:lvl1pPr>
            <a:lvl2pPr marL="0" indent="0" algn="l" defTabSz="914400" rtl="0" eaLnBrk="1" latinLnBrk="0" hangingPunct="1">
              <a:lnSpc>
                <a:spcPct val="100000"/>
              </a:lnSpc>
              <a:spcBef>
                <a:spcPts val="900"/>
              </a:spcBef>
              <a:buClr>
                <a:srgbClr val="BA8748"/>
              </a:buClr>
              <a:buFontTx/>
              <a:buNone/>
              <a:defRPr lang="de-DE" sz="1600" kern="1200" smtClean="0">
                <a:solidFill>
                  <a:schemeClr val="tx1"/>
                </a:solidFill>
                <a:latin typeface="+mn-lt"/>
                <a:ea typeface="+mn-ea"/>
                <a:cs typeface="Arial" panose="020B0604020202020204" pitchFamily="34" charset="0"/>
              </a:defRPr>
            </a:lvl2pPr>
            <a:lvl3pPr marL="180000" indent="-180000" algn="l" defTabSz="914400" rtl="0" eaLnBrk="1" latinLnBrk="0" hangingPunct="1">
              <a:lnSpc>
                <a:spcPct val="100000"/>
              </a:lnSpc>
              <a:spcBef>
                <a:spcPts val="600"/>
              </a:spcBef>
              <a:buClr>
                <a:srgbClr val="BA8748"/>
              </a:buClr>
              <a:buSzPct val="100000"/>
              <a:buFont typeface="Wingdings" panose="05000000000000000000" pitchFamily="2" charset="2"/>
              <a:buChar char="§"/>
              <a:defRPr lang="de-DE" sz="1600" kern="1200" smtClean="0">
                <a:solidFill>
                  <a:schemeClr val="tx1"/>
                </a:solidFill>
                <a:latin typeface="+mn-lt"/>
                <a:ea typeface="+mn-ea"/>
                <a:cs typeface="Arial" panose="020B0604020202020204" pitchFamily="34" charset="0"/>
              </a:defRPr>
            </a:lvl3pPr>
            <a:lvl4pPr marL="360000" indent="-180000" algn="l" defTabSz="914400" rtl="0" eaLnBrk="1" latinLnBrk="0" hangingPunct="1">
              <a:lnSpc>
                <a:spcPct val="100000"/>
              </a:lnSpc>
              <a:spcBef>
                <a:spcPts val="600"/>
              </a:spcBef>
              <a:buClr>
                <a:srgbClr val="BA8748"/>
              </a:buClr>
              <a:buSzPct val="100000"/>
              <a:buFont typeface="Aptos" panose="020B0004020202020204" pitchFamily="34" charset="0"/>
              <a:buChar char="▫"/>
              <a:defRPr lang="de-DE" sz="1600" kern="1200" smtClean="0">
                <a:solidFill>
                  <a:schemeClr val="tx1"/>
                </a:solidFill>
                <a:latin typeface="+mn-lt"/>
                <a:ea typeface="+mn-ea"/>
                <a:cs typeface="Arial" panose="020B0604020202020204" pitchFamily="34" charset="0"/>
              </a:defRPr>
            </a:lvl4pPr>
            <a:lvl5pPr marL="540000" indent="-180000" algn="l" defTabSz="914400" rtl="0" eaLnBrk="1" latinLnBrk="0" hangingPunct="1">
              <a:lnSpc>
                <a:spcPct val="100000"/>
              </a:lnSpc>
              <a:spcBef>
                <a:spcPts val="600"/>
              </a:spcBef>
              <a:buClr>
                <a:srgbClr val="BA8748"/>
              </a:buClr>
              <a:buFont typeface="Aptos" panose="020B0004020202020204" pitchFamily="34" charset="0"/>
              <a:buChar char="▫"/>
              <a:defRPr lang="en-GB" sz="1600" kern="120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a:solidFill>
                  <a:schemeClr val="accent1"/>
                </a:solidFill>
              </a:rPr>
              <a:t>D</a:t>
            </a:r>
            <a:r>
              <a:rPr lang="en-BE">
                <a:solidFill>
                  <a:schemeClr val="accent1"/>
                </a:solidFill>
              </a:rPr>
              <a:t>ata pipelines</a:t>
            </a:r>
            <a:endParaRPr lang="en-GB" dirty="0">
              <a:solidFill>
                <a:schemeClr val="accent1"/>
              </a:solidFill>
            </a:endParaRPr>
          </a:p>
          <a:p>
            <a:pPr lvl="2"/>
            <a:r>
              <a:rPr lang="en-BE"/>
              <a:t>Manage the data aspect in your business processes</a:t>
            </a:r>
            <a:endParaRPr lang="en-BE" dirty="0"/>
          </a:p>
          <a:p>
            <a:pPr lvl="2"/>
            <a:r>
              <a:rPr lang="nl-BE"/>
              <a:t>T</a:t>
            </a:r>
            <a:r>
              <a:rPr lang="en-BE"/>
              <a:t>he data producer publishes structured data at the right time in the right model</a:t>
            </a:r>
          </a:p>
          <a:p>
            <a:pPr lvl="2"/>
            <a:r>
              <a:rPr lang="en-BE"/>
              <a:t>Manage the context in wh</a:t>
            </a:r>
            <a:r>
              <a:rPr lang="nl-BE"/>
              <a:t>ic</a:t>
            </a:r>
            <a:r>
              <a:rPr lang="en-BE"/>
              <a:t>h data changes</a:t>
            </a:r>
          </a:p>
        </p:txBody>
      </p:sp>
      <p:sp>
        <p:nvSpPr>
          <p:cNvPr id="7" name="element_01_02">
            <a:extLst>
              <a:ext uri="{FF2B5EF4-FFF2-40B4-BE49-F238E27FC236}">
                <a16:creationId xmlns:a16="http://schemas.microsoft.com/office/drawing/2014/main" id="{1BBE6574-E578-1518-32EB-4EAB3A222BE8}"/>
              </a:ext>
            </a:extLst>
          </p:cNvPr>
          <p:cNvSpPr txBox="1">
            <a:spLocks/>
          </p:cNvSpPr>
          <p:nvPr>
            <p:custDataLst>
              <p:tags r:id="rId2"/>
            </p:custDataLst>
          </p:nvPr>
        </p:nvSpPr>
        <p:spPr>
          <a:xfrm>
            <a:off x="571372" y="4602322"/>
            <a:ext cx="3564396" cy="1608648"/>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Tx/>
              <a:buNone/>
              <a:defRPr lang="de-DE" sz="1600" b="1" kern="1200" smtClean="0">
                <a:solidFill>
                  <a:schemeClr val="tx1"/>
                </a:solidFill>
                <a:latin typeface="Aptos" panose="020B0004020202020204" pitchFamily="34" charset="0"/>
                <a:ea typeface="+mn-ea"/>
                <a:cs typeface="Arial" panose="020B0604020202020204" pitchFamily="34" charset="0"/>
              </a:defRPr>
            </a:lvl1pPr>
            <a:lvl2pPr marL="0" indent="0" algn="l" defTabSz="914400" rtl="0" eaLnBrk="1" latinLnBrk="0" hangingPunct="1">
              <a:lnSpc>
                <a:spcPct val="100000"/>
              </a:lnSpc>
              <a:spcBef>
                <a:spcPts val="900"/>
              </a:spcBef>
              <a:buClr>
                <a:srgbClr val="BA8748"/>
              </a:buClr>
              <a:buFontTx/>
              <a:buNone/>
              <a:defRPr lang="de-DE" sz="1600" kern="1200" smtClean="0">
                <a:solidFill>
                  <a:schemeClr val="tx1"/>
                </a:solidFill>
                <a:latin typeface="+mn-lt"/>
                <a:ea typeface="+mn-ea"/>
                <a:cs typeface="Arial" panose="020B0604020202020204" pitchFamily="34" charset="0"/>
              </a:defRPr>
            </a:lvl2pPr>
            <a:lvl3pPr marL="180000" indent="-180000" algn="l" defTabSz="914400" rtl="0" eaLnBrk="1" latinLnBrk="0" hangingPunct="1">
              <a:lnSpc>
                <a:spcPct val="100000"/>
              </a:lnSpc>
              <a:spcBef>
                <a:spcPts val="600"/>
              </a:spcBef>
              <a:buClr>
                <a:srgbClr val="BA8748"/>
              </a:buClr>
              <a:buSzPct val="100000"/>
              <a:buFont typeface="Wingdings" panose="05000000000000000000" pitchFamily="2" charset="2"/>
              <a:buChar char="§"/>
              <a:defRPr lang="de-DE" sz="1600" kern="1200" smtClean="0">
                <a:solidFill>
                  <a:schemeClr val="tx1"/>
                </a:solidFill>
                <a:latin typeface="+mn-lt"/>
                <a:ea typeface="+mn-ea"/>
                <a:cs typeface="Arial" panose="020B0604020202020204" pitchFamily="34" charset="0"/>
              </a:defRPr>
            </a:lvl3pPr>
            <a:lvl4pPr marL="360000" indent="-180000" algn="l" defTabSz="914400" rtl="0" eaLnBrk="1" latinLnBrk="0" hangingPunct="1">
              <a:lnSpc>
                <a:spcPct val="100000"/>
              </a:lnSpc>
              <a:spcBef>
                <a:spcPts val="600"/>
              </a:spcBef>
              <a:buClr>
                <a:srgbClr val="BA8748"/>
              </a:buClr>
              <a:buSzPct val="100000"/>
              <a:buFont typeface="Aptos" panose="020B0004020202020204" pitchFamily="34" charset="0"/>
              <a:buChar char="▫"/>
              <a:defRPr lang="de-DE" sz="1600" kern="1200" smtClean="0">
                <a:solidFill>
                  <a:schemeClr val="tx1"/>
                </a:solidFill>
                <a:latin typeface="+mn-lt"/>
                <a:ea typeface="+mn-ea"/>
                <a:cs typeface="Arial" panose="020B0604020202020204" pitchFamily="34" charset="0"/>
              </a:defRPr>
            </a:lvl4pPr>
            <a:lvl5pPr marL="540000" indent="-180000" algn="l" defTabSz="914400" rtl="0" eaLnBrk="1" latinLnBrk="0" hangingPunct="1">
              <a:lnSpc>
                <a:spcPct val="100000"/>
              </a:lnSpc>
              <a:spcBef>
                <a:spcPts val="600"/>
              </a:spcBef>
              <a:buClr>
                <a:srgbClr val="BA8748"/>
              </a:buClr>
              <a:buFont typeface="Aptos" panose="020B0004020202020204" pitchFamily="34" charset="0"/>
              <a:buChar char="▫"/>
              <a:defRPr lang="en-GB" sz="1600" kern="120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BE">
                <a:solidFill>
                  <a:schemeClr val="accent1"/>
                </a:solidFill>
              </a:rPr>
              <a:t>Data centric platform</a:t>
            </a:r>
            <a:endParaRPr lang="en-GB" dirty="0">
              <a:solidFill>
                <a:schemeClr val="accent1"/>
              </a:solidFill>
            </a:endParaRPr>
          </a:p>
          <a:p>
            <a:pPr lvl="2"/>
            <a:r>
              <a:rPr lang="en-GB"/>
              <a:t>D</a:t>
            </a:r>
            <a:r>
              <a:rPr lang="en-BE"/>
              <a:t>ata modelled according to the EDM</a:t>
            </a:r>
          </a:p>
          <a:p>
            <a:pPr lvl="2"/>
            <a:r>
              <a:rPr lang="en-BE"/>
              <a:t>Generic data functions</a:t>
            </a:r>
          </a:p>
          <a:p>
            <a:pPr lvl="2"/>
            <a:r>
              <a:rPr lang="en-BE"/>
              <a:t>Knowledge graph</a:t>
            </a:r>
          </a:p>
          <a:p>
            <a:pPr lvl="2"/>
            <a:r>
              <a:rPr lang="en-BE"/>
              <a:t>Golden record</a:t>
            </a:r>
            <a:endParaRPr lang="en-GB" dirty="0"/>
          </a:p>
        </p:txBody>
      </p:sp>
      <p:sp>
        <p:nvSpPr>
          <p:cNvPr id="8" name="element_01_02">
            <a:extLst>
              <a:ext uri="{FF2B5EF4-FFF2-40B4-BE49-F238E27FC236}">
                <a16:creationId xmlns:a16="http://schemas.microsoft.com/office/drawing/2014/main" id="{8EC1EDC8-93FA-024B-A3B6-5777A523C51C}"/>
              </a:ext>
            </a:extLst>
          </p:cNvPr>
          <p:cNvSpPr txBox="1">
            <a:spLocks/>
          </p:cNvSpPr>
          <p:nvPr>
            <p:custDataLst>
              <p:tags r:id="rId3"/>
            </p:custDataLst>
          </p:nvPr>
        </p:nvSpPr>
        <p:spPr>
          <a:xfrm>
            <a:off x="7356140" y="4750927"/>
            <a:ext cx="3626800" cy="1460043"/>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Tx/>
              <a:buNone/>
              <a:defRPr lang="de-DE" sz="1600" b="1" kern="1200" smtClean="0">
                <a:solidFill>
                  <a:schemeClr val="tx1"/>
                </a:solidFill>
                <a:latin typeface="Aptos" panose="020B0004020202020204" pitchFamily="34" charset="0"/>
                <a:ea typeface="+mn-ea"/>
                <a:cs typeface="Arial" panose="020B0604020202020204" pitchFamily="34" charset="0"/>
              </a:defRPr>
            </a:lvl1pPr>
            <a:lvl2pPr marL="0" indent="0" algn="l" defTabSz="914400" rtl="0" eaLnBrk="1" latinLnBrk="0" hangingPunct="1">
              <a:lnSpc>
                <a:spcPct val="100000"/>
              </a:lnSpc>
              <a:spcBef>
                <a:spcPts val="900"/>
              </a:spcBef>
              <a:buClr>
                <a:srgbClr val="BA8748"/>
              </a:buClr>
              <a:buFontTx/>
              <a:buNone/>
              <a:defRPr lang="de-DE" sz="1600" kern="1200" smtClean="0">
                <a:solidFill>
                  <a:schemeClr val="tx1"/>
                </a:solidFill>
                <a:latin typeface="+mn-lt"/>
                <a:ea typeface="+mn-ea"/>
                <a:cs typeface="Arial" panose="020B0604020202020204" pitchFamily="34" charset="0"/>
              </a:defRPr>
            </a:lvl2pPr>
            <a:lvl3pPr marL="180000" indent="-180000" algn="l" defTabSz="914400" rtl="0" eaLnBrk="1" latinLnBrk="0" hangingPunct="1">
              <a:lnSpc>
                <a:spcPct val="100000"/>
              </a:lnSpc>
              <a:spcBef>
                <a:spcPts val="600"/>
              </a:spcBef>
              <a:buClr>
                <a:srgbClr val="BA8748"/>
              </a:buClr>
              <a:buSzPct val="100000"/>
              <a:buFont typeface="Wingdings" panose="05000000000000000000" pitchFamily="2" charset="2"/>
              <a:buChar char="§"/>
              <a:defRPr lang="de-DE" sz="1600" kern="1200" smtClean="0">
                <a:solidFill>
                  <a:schemeClr val="tx1"/>
                </a:solidFill>
                <a:latin typeface="+mn-lt"/>
                <a:ea typeface="+mn-ea"/>
                <a:cs typeface="Arial" panose="020B0604020202020204" pitchFamily="34" charset="0"/>
              </a:defRPr>
            </a:lvl3pPr>
            <a:lvl4pPr marL="360000" indent="-180000" algn="l" defTabSz="914400" rtl="0" eaLnBrk="1" latinLnBrk="0" hangingPunct="1">
              <a:lnSpc>
                <a:spcPct val="100000"/>
              </a:lnSpc>
              <a:spcBef>
                <a:spcPts val="600"/>
              </a:spcBef>
              <a:buClr>
                <a:srgbClr val="BA8748"/>
              </a:buClr>
              <a:buSzPct val="100000"/>
              <a:buFont typeface="Aptos" panose="020B0004020202020204" pitchFamily="34" charset="0"/>
              <a:buChar char="▫"/>
              <a:defRPr lang="de-DE" sz="1600" kern="1200" smtClean="0">
                <a:solidFill>
                  <a:schemeClr val="tx1"/>
                </a:solidFill>
                <a:latin typeface="+mn-lt"/>
                <a:ea typeface="+mn-ea"/>
                <a:cs typeface="Arial" panose="020B0604020202020204" pitchFamily="34" charset="0"/>
              </a:defRPr>
            </a:lvl4pPr>
            <a:lvl5pPr marL="540000" indent="-180000" algn="l" defTabSz="914400" rtl="0" eaLnBrk="1" latinLnBrk="0" hangingPunct="1">
              <a:lnSpc>
                <a:spcPct val="100000"/>
              </a:lnSpc>
              <a:spcBef>
                <a:spcPts val="600"/>
              </a:spcBef>
              <a:buClr>
                <a:srgbClr val="BA8748"/>
              </a:buClr>
              <a:buFont typeface="Aptos" panose="020B0004020202020204" pitchFamily="34" charset="0"/>
              <a:buChar char="▫"/>
              <a:defRPr lang="en-GB" sz="1600" kern="120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BE">
                <a:solidFill>
                  <a:schemeClr val="accent1"/>
                </a:solidFill>
              </a:rPr>
              <a:t>Enterprise data helpdesk</a:t>
            </a:r>
            <a:endParaRPr lang="en-GB" dirty="0">
              <a:solidFill>
                <a:schemeClr val="accent1"/>
              </a:solidFill>
            </a:endParaRPr>
          </a:p>
          <a:p>
            <a:pPr lvl="2"/>
            <a:r>
              <a:rPr lang="en-GB"/>
              <a:t>H</a:t>
            </a:r>
            <a:r>
              <a:rPr lang="en-BE"/>
              <a:t>elp employees with data </a:t>
            </a:r>
            <a:r>
              <a:rPr lang="en-BE" sz="1400"/>
              <a:t> </a:t>
            </a:r>
            <a:r>
              <a:rPr lang="en-BE"/>
              <a:t>questions</a:t>
            </a:r>
          </a:p>
          <a:p>
            <a:pPr lvl="2"/>
            <a:r>
              <a:rPr lang="en-BE"/>
              <a:t>Build an enterprise competence center</a:t>
            </a:r>
          </a:p>
          <a:p>
            <a:pPr lvl="2"/>
            <a:r>
              <a:rPr lang="en-BE"/>
              <a:t>Documentation is OK, helping is better</a:t>
            </a:r>
          </a:p>
          <a:p>
            <a:pPr lvl="2"/>
            <a:endParaRPr lang="en-GB" dirty="0"/>
          </a:p>
        </p:txBody>
      </p:sp>
      <p:grpSp>
        <p:nvGrpSpPr>
          <p:cNvPr id="9" name="easyElement">
            <a:extLst>
              <a:ext uri="{FF2B5EF4-FFF2-40B4-BE49-F238E27FC236}">
                <a16:creationId xmlns:a16="http://schemas.microsoft.com/office/drawing/2014/main" id="{72C361E5-CDD1-3618-F2B8-8E80FD6D819B}"/>
              </a:ext>
            </a:extLst>
          </p:cNvPr>
          <p:cNvGrpSpPr/>
          <p:nvPr>
            <p:custDataLst>
              <p:tags r:id="rId4"/>
            </p:custDataLst>
          </p:nvPr>
        </p:nvGrpSpPr>
        <p:grpSpPr>
          <a:xfrm>
            <a:off x="695400" y="1772816"/>
            <a:ext cx="9036917" cy="1486440"/>
            <a:chOff x="695400" y="1772816"/>
            <a:chExt cx="9036917" cy="1486440"/>
          </a:xfrm>
        </p:grpSpPr>
        <p:sp>
          <p:nvSpPr>
            <p:cNvPr id="10" name="element_03_01" hidden="1">
              <a:extLst>
                <a:ext uri="{FF2B5EF4-FFF2-40B4-BE49-F238E27FC236}">
                  <a16:creationId xmlns:a16="http://schemas.microsoft.com/office/drawing/2014/main" id="{2A4CAAB6-7C64-CE9D-6EAF-EF3887A8EA0D}"/>
                </a:ext>
              </a:extLst>
            </p:cNvPr>
            <p:cNvSpPr/>
            <p:nvPr>
              <p:custDataLst>
                <p:tags r:id="rId5"/>
              </p:custDataLst>
            </p:nvPr>
          </p:nvSpPr>
          <p:spPr>
            <a:xfrm>
              <a:off x="2459684" y="1772816"/>
              <a:ext cx="1440000" cy="1451900"/>
            </a:xfrm>
            <a:prstGeom prst="rect">
              <a:avLst/>
            </a:prstGeom>
            <a:solidFill>
              <a:srgbClr val="E8E8E8"/>
            </a:solidFill>
            <a:ln w="9525" cap="flat" cmpd="sng" algn="ctr">
              <a:noFill/>
              <a:prstDash val="solid"/>
            </a:ln>
            <a:effectLst/>
            <a:extLst>
              <a:ext uri="{91240B29-F687-4F45-9708-019B960494DF}">
                <a14:hiddenLine xmlns:a14="http://schemas.microsoft.com/office/drawing/2010/main" w="9525" cap="flat" cmpd="sng" algn="ctr">
                  <a:solidFill>
                    <a:srgbClr val="00ADEF"/>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00"/>
                </a:solidFill>
                <a:latin typeface="Aptos" panose="020B0004020202020204" pitchFamily="34" charset="0"/>
                <a:cs typeface="Segoe UI" panose="020B0502040204020203" pitchFamily="34" charset="0"/>
              </a:endParaRPr>
            </a:p>
          </p:txBody>
        </p:sp>
        <p:sp>
          <p:nvSpPr>
            <p:cNvPr id="11" name="element_03_02" hidden="1">
              <a:extLst>
                <a:ext uri="{FF2B5EF4-FFF2-40B4-BE49-F238E27FC236}">
                  <a16:creationId xmlns:a16="http://schemas.microsoft.com/office/drawing/2014/main" id="{F761EAC6-4964-99AC-938B-25B9511ED706}"/>
                </a:ext>
              </a:extLst>
            </p:cNvPr>
            <p:cNvSpPr/>
            <p:nvPr>
              <p:custDataLst>
                <p:tags r:id="rId6"/>
              </p:custDataLst>
            </p:nvPr>
          </p:nvSpPr>
          <p:spPr>
            <a:xfrm>
              <a:off x="8292317" y="1772816"/>
              <a:ext cx="1440000" cy="1451900"/>
            </a:xfrm>
            <a:prstGeom prst="rect">
              <a:avLst/>
            </a:prstGeom>
            <a:solidFill>
              <a:srgbClr val="E8E8E8"/>
            </a:solidFill>
            <a:ln w="9525" cap="flat" cmpd="sng" algn="ctr">
              <a:noFill/>
              <a:prstDash val="solid"/>
            </a:ln>
            <a:effectLst/>
            <a:extLst>
              <a:ext uri="{91240B29-F687-4F45-9708-019B960494DF}">
                <a14:hiddenLine xmlns:a14="http://schemas.microsoft.com/office/drawing/2010/main" w="9525" cap="flat" cmpd="sng" algn="ctr">
                  <a:solidFill>
                    <a:srgbClr val="00ADEF"/>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00"/>
                </a:solidFill>
                <a:latin typeface="Aptos" panose="020B0004020202020204" pitchFamily="34" charset="0"/>
                <a:cs typeface="Segoe UI" panose="020B0502040204020203" pitchFamily="34" charset="0"/>
              </a:endParaRPr>
            </a:p>
          </p:txBody>
        </p:sp>
        <p:sp>
          <p:nvSpPr>
            <p:cNvPr id="12" name="element_01_02">
              <a:extLst>
                <a:ext uri="{FF2B5EF4-FFF2-40B4-BE49-F238E27FC236}">
                  <a16:creationId xmlns:a16="http://schemas.microsoft.com/office/drawing/2014/main" id="{1B5D66C2-B728-70D3-C542-17352E2D31B5}"/>
                </a:ext>
              </a:extLst>
            </p:cNvPr>
            <p:cNvSpPr txBox="1">
              <a:spLocks/>
            </p:cNvSpPr>
            <p:nvPr>
              <p:custDataLst>
                <p:tags r:id="rId7"/>
              </p:custDataLst>
            </p:nvPr>
          </p:nvSpPr>
          <p:spPr>
            <a:xfrm>
              <a:off x="695400" y="2205490"/>
              <a:ext cx="3204356" cy="1053766"/>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Tx/>
                <a:buNone/>
                <a:defRPr lang="de-DE" sz="1600" b="1" kern="1200" smtClean="0">
                  <a:solidFill>
                    <a:schemeClr val="tx1"/>
                  </a:solidFill>
                  <a:latin typeface="Aptos" panose="020B0004020202020204" pitchFamily="34" charset="0"/>
                  <a:ea typeface="+mn-ea"/>
                  <a:cs typeface="Arial" panose="020B0604020202020204" pitchFamily="34" charset="0"/>
                </a:defRPr>
              </a:lvl1pPr>
              <a:lvl2pPr marL="0" indent="0" algn="l" defTabSz="914400" rtl="0" eaLnBrk="1" latinLnBrk="0" hangingPunct="1">
                <a:lnSpc>
                  <a:spcPct val="100000"/>
                </a:lnSpc>
                <a:spcBef>
                  <a:spcPts val="900"/>
                </a:spcBef>
                <a:buClr>
                  <a:srgbClr val="BA8748"/>
                </a:buClr>
                <a:buFontTx/>
                <a:buNone/>
                <a:defRPr lang="de-DE" sz="1600" kern="1200" smtClean="0">
                  <a:solidFill>
                    <a:schemeClr val="tx1"/>
                  </a:solidFill>
                  <a:latin typeface="+mn-lt"/>
                  <a:ea typeface="+mn-ea"/>
                  <a:cs typeface="Arial" panose="020B0604020202020204" pitchFamily="34" charset="0"/>
                </a:defRPr>
              </a:lvl2pPr>
              <a:lvl3pPr marL="180000" indent="-180000" algn="l" defTabSz="914400" rtl="0" eaLnBrk="1" latinLnBrk="0" hangingPunct="1">
                <a:lnSpc>
                  <a:spcPct val="100000"/>
                </a:lnSpc>
                <a:spcBef>
                  <a:spcPts val="600"/>
                </a:spcBef>
                <a:buClr>
                  <a:srgbClr val="BA8748"/>
                </a:buClr>
                <a:buSzPct val="100000"/>
                <a:buFont typeface="Wingdings" panose="05000000000000000000" pitchFamily="2" charset="2"/>
                <a:buChar char="§"/>
                <a:defRPr lang="de-DE" sz="1600" kern="1200" smtClean="0">
                  <a:solidFill>
                    <a:schemeClr val="tx1"/>
                  </a:solidFill>
                  <a:latin typeface="+mn-lt"/>
                  <a:ea typeface="+mn-ea"/>
                  <a:cs typeface="Arial" panose="020B0604020202020204" pitchFamily="34" charset="0"/>
                </a:defRPr>
              </a:lvl3pPr>
              <a:lvl4pPr marL="360000" indent="-180000" algn="l" defTabSz="914400" rtl="0" eaLnBrk="1" latinLnBrk="0" hangingPunct="1">
                <a:lnSpc>
                  <a:spcPct val="100000"/>
                </a:lnSpc>
                <a:spcBef>
                  <a:spcPts val="600"/>
                </a:spcBef>
                <a:buClr>
                  <a:srgbClr val="BA8748"/>
                </a:buClr>
                <a:buSzPct val="100000"/>
                <a:buFont typeface="Aptos" panose="020B0004020202020204" pitchFamily="34" charset="0"/>
                <a:buChar char="▫"/>
                <a:defRPr lang="de-DE" sz="1600" kern="1200" smtClean="0">
                  <a:solidFill>
                    <a:schemeClr val="tx1"/>
                  </a:solidFill>
                  <a:latin typeface="+mn-lt"/>
                  <a:ea typeface="+mn-ea"/>
                  <a:cs typeface="Arial" panose="020B0604020202020204" pitchFamily="34" charset="0"/>
                </a:defRPr>
              </a:lvl4pPr>
              <a:lvl5pPr marL="540000" indent="-180000" algn="l" defTabSz="914400" rtl="0" eaLnBrk="1" latinLnBrk="0" hangingPunct="1">
                <a:lnSpc>
                  <a:spcPct val="100000"/>
                </a:lnSpc>
                <a:spcBef>
                  <a:spcPts val="600"/>
                </a:spcBef>
                <a:buClr>
                  <a:srgbClr val="BA8748"/>
                </a:buClr>
                <a:buFont typeface="Aptos" panose="020B0004020202020204" pitchFamily="34" charset="0"/>
                <a:buChar char="▫"/>
                <a:defRPr lang="en-GB" sz="1600" kern="120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a:solidFill>
                    <a:schemeClr val="accent1"/>
                  </a:solidFill>
                </a:rPr>
                <a:t>E</a:t>
              </a:r>
              <a:r>
                <a:rPr lang="en-BE">
                  <a:solidFill>
                    <a:schemeClr val="accent1"/>
                  </a:solidFill>
                </a:rPr>
                <a:t>nterprise data model (EDM)</a:t>
              </a:r>
              <a:endParaRPr lang="en-GB" dirty="0">
                <a:solidFill>
                  <a:schemeClr val="accent1"/>
                </a:solidFill>
              </a:endParaRPr>
            </a:p>
            <a:p>
              <a:pPr lvl="2"/>
              <a:r>
                <a:rPr lang="en-GB"/>
                <a:t>K</a:t>
              </a:r>
              <a:r>
                <a:rPr lang="en-BE"/>
                <a:t>now what you are talking about</a:t>
              </a:r>
            </a:p>
            <a:p>
              <a:pPr lvl="2"/>
              <a:r>
                <a:rPr lang="en-BE"/>
                <a:t>Semantics, relations, constraints</a:t>
              </a:r>
            </a:p>
            <a:p>
              <a:pPr lvl="2"/>
              <a:r>
                <a:rPr lang="en-BE"/>
                <a:t>Enterprise Ontology</a:t>
              </a:r>
            </a:p>
            <a:p>
              <a:pPr lvl="2"/>
              <a:r>
                <a:rPr lang="en-BE"/>
                <a:t>Standardise</a:t>
              </a:r>
              <a:endParaRPr lang="en-GB" dirty="0"/>
            </a:p>
            <a:p>
              <a:pPr lvl="1" algn="ctr"/>
              <a:endParaRPr lang="en-GB" dirty="0"/>
            </a:p>
          </p:txBody>
        </p:sp>
      </p:grpSp>
      <p:sp>
        <p:nvSpPr>
          <p:cNvPr id="13" name="TextBox 12">
            <a:extLst>
              <a:ext uri="{FF2B5EF4-FFF2-40B4-BE49-F238E27FC236}">
                <a16:creationId xmlns:a16="http://schemas.microsoft.com/office/drawing/2014/main" id="{21C02506-5E19-E1E9-A0FB-37241C9443D2}"/>
              </a:ext>
            </a:extLst>
          </p:cNvPr>
          <p:cNvSpPr txBox="1"/>
          <p:nvPr/>
        </p:nvSpPr>
        <p:spPr>
          <a:xfrm rot="20240621">
            <a:off x="168372" y="2041659"/>
            <a:ext cx="891334" cy="246221"/>
          </a:xfrm>
          <a:prstGeom prst="rect">
            <a:avLst/>
          </a:prstGeom>
          <a:noFill/>
          <a:ln w="6350">
            <a:noFill/>
          </a:ln>
        </p:spPr>
        <p:txBody>
          <a:bodyPr wrap="none" lIns="0" tIns="0" rIns="0" bIns="0" rtlCol="0">
            <a:spAutoFit/>
          </a:bodyPr>
          <a:lstStyle/>
          <a:p>
            <a:pPr algn="l"/>
            <a:r>
              <a:rPr lang="en-BE" sz="1600" b="1">
                <a:solidFill>
                  <a:srgbClr val="FF0000"/>
                </a:solidFill>
                <a:latin typeface="Aptos" panose="020B0004020202020204" pitchFamily="34" charset="0"/>
              </a:rPr>
              <a:t>THE DATA</a:t>
            </a:r>
            <a:endParaRPr lang="nl-BE" sz="1600" b="1" dirty="0">
              <a:solidFill>
                <a:srgbClr val="FF0000"/>
              </a:solidFill>
              <a:latin typeface="Aptos" panose="020B0004020202020204" pitchFamily="34" charset="0"/>
            </a:endParaRPr>
          </a:p>
        </p:txBody>
      </p:sp>
      <p:sp>
        <p:nvSpPr>
          <p:cNvPr id="14" name="TextBox 13">
            <a:extLst>
              <a:ext uri="{FF2B5EF4-FFF2-40B4-BE49-F238E27FC236}">
                <a16:creationId xmlns:a16="http://schemas.microsoft.com/office/drawing/2014/main" id="{3BC4F5E7-0861-BFE2-84FB-0FDBA34B4E08}"/>
              </a:ext>
            </a:extLst>
          </p:cNvPr>
          <p:cNvSpPr txBox="1"/>
          <p:nvPr/>
        </p:nvSpPr>
        <p:spPr>
          <a:xfrm rot="1238142">
            <a:off x="10201636" y="1412156"/>
            <a:ext cx="1562607" cy="246221"/>
          </a:xfrm>
          <a:prstGeom prst="rect">
            <a:avLst/>
          </a:prstGeom>
          <a:noFill/>
          <a:ln w="6350">
            <a:noFill/>
          </a:ln>
        </p:spPr>
        <p:txBody>
          <a:bodyPr wrap="none" lIns="0" tIns="0" rIns="0" bIns="0" rtlCol="0">
            <a:spAutoFit/>
          </a:bodyPr>
          <a:lstStyle/>
          <a:p>
            <a:pPr algn="l"/>
            <a:r>
              <a:rPr lang="en-BE" sz="1600" b="1">
                <a:solidFill>
                  <a:srgbClr val="FF0000"/>
                </a:solidFill>
                <a:latin typeface="Aptos" panose="020B0004020202020204" pitchFamily="34" charset="0"/>
              </a:rPr>
              <a:t>THE PROCESSES</a:t>
            </a:r>
            <a:endParaRPr lang="nl-BE" sz="1600" b="1" dirty="0">
              <a:solidFill>
                <a:srgbClr val="FF0000"/>
              </a:solidFill>
              <a:latin typeface="Aptos" panose="020B0004020202020204" pitchFamily="34" charset="0"/>
            </a:endParaRPr>
          </a:p>
        </p:txBody>
      </p:sp>
      <p:sp>
        <p:nvSpPr>
          <p:cNvPr id="15" name="TextBox 14">
            <a:extLst>
              <a:ext uri="{FF2B5EF4-FFF2-40B4-BE49-F238E27FC236}">
                <a16:creationId xmlns:a16="http://schemas.microsoft.com/office/drawing/2014/main" id="{F41E03ED-163D-1664-6A6D-1EFFB92BC2E3}"/>
              </a:ext>
            </a:extLst>
          </p:cNvPr>
          <p:cNvSpPr txBox="1"/>
          <p:nvPr/>
        </p:nvSpPr>
        <p:spPr>
          <a:xfrm rot="520353">
            <a:off x="9760092" y="4471794"/>
            <a:ext cx="1150571" cy="246221"/>
          </a:xfrm>
          <a:prstGeom prst="rect">
            <a:avLst/>
          </a:prstGeom>
          <a:noFill/>
          <a:ln w="6350">
            <a:noFill/>
          </a:ln>
        </p:spPr>
        <p:txBody>
          <a:bodyPr wrap="none" lIns="0" tIns="0" rIns="0" bIns="0" rtlCol="0">
            <a:spAutoFit/>
          </a:bodyPr>
          <a:lstStyle/>
          <a:p>
            <a:pPr algn="l"/>
            <a:r>
              <a:rPr lang="en-BE" sz="1600" b="1">
                <a:solidFill>
                  <a:srgbClr val="FF0000"/>
                </a:solidFill>
                <a:latin typeface="Aptos" panose="020B0004020202020204" pitchFamily="34" charset="0"/>
              </a:rPr>
              <a:t>THE PEOPLE</a:t>
            </a:r>
            <a:endParaRPr lang="nl-BE" sz="1600" b="1" dirty="0">
              <a:solidFill>
                <a:srgbClr val="FF0000"/>
              </a:solidFill>
              <a:latin typeface="Aptos" panose="020B0004020202020204" pitchFamily="34" charset="0"/>
            </a:endParaRPr>
          </a:p>
        </p:txBody>
      </p:sp>
      <p:sp>
        <p:nvSpPr>
          <p:cNvPr id="16" name="TextBox 15">
            <a:extLst>
              <a:ext uri="{FF2B5EF4-FFF2-40B4-BE49-F238E27FC236}">
                <a16:creationId xmlns:a16="http://schemas.microsoft.com/office/drawing/2014/main" id="{051E9DF1-FCCF-1235-0545-E237D18B2547}"/>
              </a:ext>
            </a:extLst>
          </p:cNvPr>
          <p:cNvSpPr txBox="1"/>
          <p:nvPr/>
        </p:nvSpPr>
        <p:spPr>
          <a:xfrm rot="20990324">
            <a:off x="296723" y="4405090"/>
            <a:ext cx="1738296" cy="246221"/>
          </a:xfrm>
          <a:prstGeom prst="rect">
            <a:avLst/>
          </a:prstGeom>
          <a:noFill/>
          <a:ln w="6350">
            <a:noFill/>
          </a:ln>
        </p:spPr>
        <p:txBody>
          <a:bodyPr wrap="none" lIns="0" tIns="0" rIns="0" bIns="0" rtlCol="0">
            <a:spAutoFit/>
          </a:bodyPr>
          <a:lstStyle/>
          <a:p>
            <a:pPr algn="l"/>
            <a:r>
              <a:rPr lang="en-BE" sz="1600" b="1">
                <a:solidFill>
                  <a:srgbClr val="FF0000"/>
                </a:solidFill>
                <a:latin typeface="Aptos" panose="020B0004020202020204" pitchFamily="34" charset="0"/>
              </a:rPr>
              <a:t>THE TECHNOLOGY</a:t>
            </a:r>
            <a:endParaRPr lang="nl-BE" sz="1600" b="1" dirty="0">
              <a:solidFill>
                <a:srgbClr val="FF0000"/>
              </a:solidFill>
              <a:latin typeface="Aptos" panose="020B0004020202020204" pitchFamily="34" charset="0"/>
            </a:endParaRPr>
          </a:p>
        </p:txBody>
      </p:sp>
      <p:pic>
        <p:nvPicPr>
          <p:cNvPr id="17" name="Picture 2" descr="Commit2Data">
            <a:extLst>
              <a:ext uri="{FF2B5EF4-FFF2-40B4-BE49-F238E27FC236}">
                <a16:creationId xmlns:a16="http://schemas.microsoft.com/office/drawing/2014/main" id="{0CE4F234-9459-AE8F-5C65-9A7378DF7D76}"/>
              </a:ext>
            </a:extLst>
          </p:cNvPr>
          <p:cNvPicPr>
            <a:picLocks noChangeAspect="1" noChangeArrowheads="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534454" y="2085096"/>
            <a:ext cx="4764278" cy="3368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1622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algn="ctr"/>
            <a:r>
              <a:rPr lang="en-BE" noProof="0" dirty="0"/>
              <a:t>Questions?</a:t>
            </a:r>
          </a:p>
          <a:p>
            <a:pPr algn="ctr"/>
            <a:endParaRPr lang="en-BE" dirty="0"/>
          </a:p>
          <a:p>
            <a:r>
              <a:rPr lang="en-BE" sz="2800" noProof="0" dirty="0"/>
              <a:t>Good reads: </a:t>
            </a:r>
          </a:p>
          <a:p>
            <a:pPr marL="457200" indent="-457200">
              <a:buFont typeface="Arial" panose="020B0604020202020204" pitchFamily="34" charset="0"/>
              <a:buChar char="•"/>
            </a:pPr>
            <a:r>
              <a:rPr lang="nl-BE" sz="2400" noProof="0" dirty="0"/>
              <a:t>The Data-Centric </a:t>
            </a:r>
            <a:r>
              <a:rPr lang="nl-BE" sz="2400" noProof="0" dirty="0" err="1"/>
              <a:t>Revolution</a:t>
            </a:r>
            <a:r>
              <a:rPr lang="en-BE" sz="2400" noProof="0" dirty="0"/>
              <a:t> (ISBN: 978-1634625401)</a:t>
            </a:r>
          </a:p>
          <a:p>
            <a:pPr marL="457200" indent="-457200">
              <a:buFont typeface="Arial" panose="020B0604020202020204" pitchFamily="34" charset="0"/>
              <a:buChar char="•"/>
            </a:pPr>
            <a:r>
              <a:rPr lang="nl-BE" sz="2400">
                <a:hlinkClick r:id="rId2"/>
              </a:rPr>
              <a:t>https://ontola.io/blog/what-is-linked-data </a:t>
            </a:r>
            <a:endParaRPr lang="en-BE" sz="2400">
              <a:hlinkClick r:id="rId2"/>
            </a:endParaRPr>
          </a:p>
          <a:p>
            <a:pPr marL="457200" indent="-457200">
              <a:buFont typeface="Arial" panose="020B0604020202020204" pitchFamily="34" charset="0"/>
              <a:buChar char="•"/>
            </a:pPr>
            <a:r>
              <a:rPr lang="nl-BE" sz="2400">
                <a:hlinkClick r:id="rId2"/>
              </a:rPr>
              <a:t>https</a:t>
            </a:r>
            <a:r>
              <a:rPr lang="nl-BE" sz="2400" dirty="0">
                <a:hlinkClick r:id="rId2"/>
              </a:rPr>
              <a:t>://tdan.com/the-data-centric-revolution/18780</a:t>
            </a:r>
            <a:r>
              <a:rPr lang="en-BE" sz="2400" dirty="0"/>
              <a:t> </a:t>
            </a:r>
          </a:p>
          <a:p>
            <a:pPr marL="457200" indent="-457200">
              <a:buFont typeface="Arial" panose="020B0604020202020204" pitchFamily="34" charset="0"/>
              <a:buChar char="•"/>
            </a:pPr>
            <a:r>
              <a:rPr lang="nl-BE" sz="2400" noProof="0" dirty="0">
                <a:hlinkClick r:id="rId3"/>
              </a:rPr>
              <a:t>https://en.wikipedia.org/wiki/FAIR_data</a:t>
            </a:r>
            <a:r>
              <a:rPr lang="en-BE" sz="2400" noProof="0" dirty="0"/>
              <a:t> </a:t>
            </a:r>
          </a:p>
          <a:p>
            <a:pPr marL="457200" indent="-457200">
              <a:buFont typeface="Arial" panose="020B0604020202020204" pitchFamily="34" charset="0"/>
              <a:buChar char="•"/>
            </a:pPr>
            <a:r>
              <a:rPr lang="nl-BE" sz="2400" dirty="0" err="1">
                <a:effectLst/>
                <a:latin typeface="Calibri" panose="020F0502020204030204" pitchFamily="34" charset="0"/>
                <a:hlinkClick r:id="rId4"/>
              </a:rPr>
              <a:t>What</a:t>
            </a:r>
            <a:r>
              <a:rPr lang="nl-BE" sz="2400" dirty="0">
                <a:effectLst/>
                <a:latin typeface="Calibri" panose="020F0502020204030204" pitchFamily="34" charset="0"/>
                <a:hlinkClick r:id="rId4"/>
              </a:rPr>
              <a:t> is a </a:t>
            </a:r>
            <a:r>
              <a:rPr lang="nl-BE" sz="2400" dirty="0" err="1">
                <a:effectLst/>
                <a:latin typeface="Calibri" panose="020F0502020204030204" pitchFamily="34" charset="0"/>
                <a:hlinkClick r:id="rId4"/>
              </a:rPr>
              <a:t>knowledge</a:t>
            </a:r>
            <a:r>
              <a:rPr lang="nl-BE" sz="2400" dirty="0">
                <a:effectLst/>
                <a:latin typeface="Calibri" panose="020F0502020204030204" pitchFamily="34" charset="0"/>
                <a:hlinkClick r:id="rId4"/>
              </a:rPr>
              <a:t> </a:t>
            </a:r>
            <a:r>
              <a:rPr lang="nl-BE" sz="2400" dirty="0" err="1">
                <a:effectLst/>
                <a:latin typeface="Calibri" panose="020F0502020204030204" pitchFamily="34" charset="0"/>
                <a:hlinkClick r:id="rId4"/>
              </a:rPr>
              <a:t>graph</a:t>
            </a:r>
            <a:r>
              <a:rPr lang="nl-BE" sz="2400" dirty="0">
                <a:effectLst/>
                <a:latin typeface="Calibri" panose="020F0502020204030204" pitchFamily="34" charset="0"/>
                <a:hlinkClick r:id="rId4"/>
              </a:rPr>
              <a:t> - Pokémon </a:t>
            </a:r>
            <a:r>
              <a:rPr lang="nl-BE" sz="2400" dirty="0" err="1">
                <a:effectLst/>
                <a:latin typeface="Calibri" panose="020F0502020204030204" pitchFamily="34" charset="0"/>
                <a:hlinkClick r:id="rId4"/>
              </a:rPr>
              <a:t>edition</a:t>
            </a:r>
            <a:r>
              <a:rPr lang="nl-BE" sz="2400" dirty="0">
                <a:effectLst/>
                <a:latin typeface="Calibri" panose="020F0502020204030204" pitchFamily="34" charset="0"/>
                <a:hlinkClick r:id="rId4"/>
              </a:rPr>
              <a:t> | Pieter Heyvaert</a:t>
            </a:r>
            <a:endParaRPr lang="nl-BE" sz="2400" noProof="0" dirty="0"/>
          </a:p>
        </p:txBody>
      </p:sp>
    </p:spTree>
    <p:extLst>
      <p:ext uri="{BB962C8B-B14F-4D97-AF65-F5344CB8AC3E}">
        <p14:creationId xmlns:p14="http://schemas.microsoft.com/office/powerpoint/2010/main" val="20895389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ELEMENTS" val="3"/>
  <p:tag name="EASYCHECK" val=";TIPU"/>
  <p:tag name="ISAUTOSHAPE" val="1"/>
  <p:tag name="FLOWDIRECTION" val="1"/>
  <p:tag name="ABSTANDH" val="8"/>
  <p:tag name="ELEMENT3" val="placeholder;fixedWidth=400;hAlign=center"/>
  <p:tag name="ABSTANDV" val="5.669292"/>
  <p:tag name="MARGINH" val="0"/>
  <p:tag name="MARGINV" val="0"/>
</p:tagLst>
</file>

<file path=ppt/tags/tag2.xml><?xml version="1.0" encoding="utf-8"?>
<p:tagLst xmlns:a="http://schemas.openxmlformats.org/drawingml/2006/main" xmlns:r="http://schemas.openxmlformats.org/officeDocument/2006/relationships" xmlns:p="http://schemas.openxmlformats.org/presentationml/2006/main">
  <p:tag name="NELEMENTS" val="3"/>
  <p:tag name="EASYCHECK" val=";TIPU"/>
  <p:tag name="ISAUTOSHAPE" val="1"/>
  <p:tag name="FLOWDIRECTION" val="1"/>
  <p:tag name="ABSTANDH" val="8"/>
  <p:tag name="ELEMENT3" val="placeholder;fixedWidth=400;hAlign=center"/>
  <p:tag name="ABSTANDV" val="5.669292"/>
  <p:tag name="MARGINH" val="0"/>
  <p:tag name="MARGINV" val="0"/>
</p:tagLst>
</file>

<file path=ppt/tags/tag3.xml><?xml version="1.0" encoding="utf-8"?>
<p:tagLst xmlns:a="http://schemas.openxmlformats.org/drawingml/2006/main" xmlns:r="http://schemas.openxmlformats.org/officeDocument/2006/relationships" xmlns:p="http://schemas.openxmlformats.org/presentationml/2006/main">
  <p:tag name="NELEMENTS" val="3"/>
  <p:tag name="EASYCHECK" val=";TIPU"/>
  <p:tag name="ISAUTOSHAPE" val="1"/>
  <p:tag name="FLOWDIRECTION" val="1"/>
  <p:tag name="ABSTANDH" val="8"/>
  <p:tag name="ELEMENT3" val="placeholder;fixedWidth=400;hAlign=center"/>
  <p:tag name="ABSTANDV" val="5.669292"/>
  <p:tag name="MARGINH" val="0"/>
  <p:tag name="MARGINV" val="0"/>
</p:tagLst>
</file>

<file path=ppt/tags/tag4.xml><?xml version="1.0" encoding="utf-8"?>
<p:tagLst xmlns:a="http://schemas.openxmlformats.org/drawingml/2006/main" xmlns:r="http://schemas.openxmlformats.org/officeDocument/2006/relationships" xmlns:p="http://schemas.openxmlformats.org/presentationml/2006/main">
  <p:tag name="EASYELEMENTTAGGED" val="yes"/>
  <p:tag name="NELEMENTS" val="2"/>
</p:tagLst>
</file>

<file path=ppt/tags/tag5.xml><?xml version="1.0" encoding="utf-8"?>
<p:tagLst xmlns:a="http://schemas.openxmlformats.org/drawingml/2006/main" xmlns:r="http://schemas.openxmlformats.org/officeDocument/2006/relationships" xmlns:p="http://schemas.openxmlformats.org/presentationml/2006/main">
  <p:tag name="NELEMENTS" val="3"/>
  <p:tag name="FLOWDIRECTION" val="1"/>
  <p:tag name="ABSTANDH" val="8"/>
  <p:tag name="ELEMENT3" val="placeholder;fixedWidth=400;hAlign=center"/>
  <p:tag name="ABSTANDV" val="5.669292"/>
  <p:tag name="MARGINH" val="0"/>
  <p:tag name="MARGINV" val="0"/>
</p:tagLst>
</file>

<file path=ppt/tags/tag6.xml><?xml version="1.0" encoding="utf-8"?>
<p:tagLst xmlns:a="http://schemas.openxmlformats.org/drawingml/2006/main" xmlns:r="http://schemas.openxmlformats.org/officeDocument/2006/relationships" xmlns:p="http://schemas.openxmlformats.org/presentationml/2006/main">
  <p:tag name="NELEMENTS" val="3"/>
  <p:tag name="FLOWDIRECTION" val="1"/>
  <p:tag name="ABSTANDH" val="8"/>
  <p:tag name="ELEMENT3" val="placeholder;fixedWidth=400;hAlign=center"/>
  <p:tag name="ABSTANDV" val="5.669292"/>
  <p:tag name="MARGINH" val="0"/>
  <p:tag name="MARGINV" val="0"/>
</p:tagLst>
</file>

<file path=ppt/tags/tag7.xml><?xml version="1.0" encoding="utf-8"?>
<p:tagLst xmlns:a="http://schemas.openxmlformats.org/drawingml/2006/main" xmlns:r="http://schemas.openxmlformats.org/officeDocument/2006/relationships" xmlns:p="http://schemas.openxmlformats.org/presentationml/2006/main">
  <p:tag name="NELEMENTS" val="3"/>
  <p:tag name="EASYCHECK" val=";TIPU"/>
  <p:tag name="ISAUTOSHAPE" val="1"/>
  <p:tag name="FLOWDIRECTION" val="1"/>
  <p:tag name="ABSTANDH" val="8"/>
  <p:tag name="ELEMENT3" val="placeholder;fixedWidth=400;hAlign=center"/>
  <p:tag name="ABSTANDV" val="5.669292"/>
  <p:tag name="MARGINH" val="0"/>
  <p:tag name="MARGINV" val="0"/>
</p:tagLst>
</file>

<file path=ppt/theme/theme1.xml><?xml version="1.0" encoding="utf-8"?>
<a:theme xmlns:a="http://schemas.openxmlformats.org/drawingml/2006/main" name="Presentation Cover Slides">
  <a:themeElements>
    <a:clrScheme name="Lichtkrant">
      <a:dk1>
        <a:srgbClr val="000000"/>
      </a:dk1>
      <a:lt1>
        <a:sysClr val="window" lastClr="FFFFFF"/>
      </a:lt1>
      <a:dk2>
        <a:srgbClr val="FFFFFF"/>
      </a:dk2>
      <a:lt2>
        <a:srgbClr val="02BCF0"/>
      </a:lt2>
      <a:accent1>
        <a:srgbClr val="025DA4"/>
      </a:accent1>
      <a:accent2>
        <a:srgbClr val="213A53"/>
      </a:accent2>
      <a:accent3>
        <a:srgbClr val="FF6200"/>
      </a:accent3>
      <a:accent4>
        <a:srgbClr val="00BD6A"/>
      </a:accent4>
      <a:accent5>
        <a:srgbClr val="000000"/>
      </a:accent5>
      <a:accent6>
        <a:srgbClr val="000000"/>
      </a:accent6>
      <a:hlink>
        <a:srgbClr val="F59E00"/>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rabel_template_Final version" id="{96213472-7153-40CE-8905-36F3EC6E1B2F}" vid="{31BE245E-9840-43BA-82CC-424A0EFF3C80}"/>
    </a:ext>
  </a:extLst>
</a:theme>
</file>

<file path=ppt/theme/theme2.xml><?xml version="1.0" encoding="utf-8"?>
<a:theme xmlns:a="http://schemas.openxmlformats.org/drawingml/2006/main" name="Title Slides">
  <a:themeElements>
    <a:clrScheme name="Lichtkrant">
      <a:dk1>
        <a:srgbClr val="000000"/>
      </a:dk1>
      <a:lt1>
        <a:sysClr val="window" lastClr="FFFFFF"/>
      </a:lt1>
      <a:dk2>
        <a:srgbClr val="FFFFFF"/>
      </a:dk2>
      <a:lt2>
        <a:srgbClr val="02BCF0"/>
      </a:lt2>
      <a:accent1>
        <a:srgbClr val="025DA4"/>
      </a:accent1>
      <a:accent2>
        <a:srgbClr val="213A53"/>
      </a:accent2>
      <a:accent3>
        <a:srgbClr val="FF6200"/>
      </a:accent3>
      <a:accent4>
        <a:srgbClr val="00BD6A"/>
      </a:accent4>
      <a:accent5>
        <a:srgbClr val="000000"/>
      </a:accent5>
      <a:accent6>
        <a:srgbClr val="000000"/>
      </a:accent6>
      <a:hlink>
        <a:srgbClr val="F59E00"/>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rabel_template_Final version" id="{96213472-7153-40CE-8905-36F3EC6E1B2F}" vid="{1BC3C816-5813-45CE-BD3D-6E3CAAFFAED3}"/>
    </a:ext>
  </a:extLst>
</a:theme>
</file>

<file path=ppt/theme/theme3.xml><?xml version="1.0" encoding="utf-8"?>
<a:theme xmlns:a="http://schemas.openxmlformats.org/drawingml/2006/main" name="Content Slides">
  <a:themeElements>
    <a:clrScheme name="Lichtkrant">
      <a:dk1>
        <a:srgbClr val="000000"/>
      </a:dk1>
      <a:lt1>
        <a:sysClr val="window" lastClr="FFFFFF"/>
      </a:lt1>
      <a:dk2>
        <a:srgbClr val="FFFFFF"/>
      </a:dk2>
      <a:lt2>
        <a:srgbClr val="02BCF0"/>
      </a:lt2>
      <a:accent1>
        <a:srgbClr val="025DA4"/>
      </a:accent1>
      <a:accent2>
        <a:srgbClr val="213A53"/>
      </a:accent2>
      <a:accent3>
        <a:srgbClr val="FF6200"/>
      </a:accent3>
      <a:accent4>
        <a:srgbClr val="00BD6A"/>
      </a:accent4>
      <a:accent5>
        <a:srgbClr val="000000"/>
      </a:accent5>
      <a:accent6>
        <a:srgbClr val="000000"/>
      </a:accent6>
      <a:hlink>
        <a:srgbClr val="F59E00"/>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rabel_template_Final version" id="{96213472-7153-40CE-8905-36F3EC6E1B2F}" vid="{B6D51653-5D8F-4A8B-9BFA-1B05C355D8D1}"/>
    </a:ext>
  </a:extLst>
</a:theme>
</file>

<file path=ppt/theme/theme4.xml><?xml version="1.0" encoding="utf-8"?>
<a:theme xmlns:a="http://schemas.openxmlformats.org/drawingml/2006/main" name="Chart slides">
  <a:themeElements>
    <a:clrScheme name="Lichtkrant">
      <a:dk1>
        <a:srgbClr val="000000"/>
      </a:dk1>
      <a:lt1>
        <a:sysClr val="window" lastClr="FFFFFF"/>
      </a:lt1>
      <a:dk2>
        <a:srgbClr val="FFFFFF"/>
      </a:dk2>
      <a:lt2>
        <a:srgbClr val="02BCF0"/>
      </a:lt2>
      <a:accent1>
        <a:srgbClr val="025DA4"/>
      </a:accent1>
      <a:accent2>
        <a:srgbClr val="213A53"/>
      </a:accent2>
      <a:accent3>
        <a:srgbClr val="FF6200"/>
      </a:accent3>
      <a:accent4>
        <a:srgbClr val="00BD6A"/>
      </a:accent4>
      <a:accent5>
        <a:srgbClr val="000000"/>
      </a:accent5>
      <a:accent6>
        <a:srgbClr val="000000"/>
      </a:accent6>
      <a:hlink>
        <a:srgbClr val="F59E00"/>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rabel_template_Final version" id="{96213472-7153-40CE-8905-36F3EC6E1B2F}" vid="{C3832CE2-7BE9-48D8-98AB-0A4982109993}"/>
    </a:ext>
  </a:extLst>
</a:theme>
</file>

<file path=ppt/theme/theme5.xml><?xml version="1.0" encoding="utf-8"?>
<a:theme xmlns:a="http://schemas.openxmlformats.org/drawingml/2006/main" name="Image Title Slide">
  <a:themeElements>
    <a:clrScheme name="Lichtkrant">
      <a:dk1>
        <a:srgbClr val="000000"/>
      </a:dk1>
      <a:lt1>
        <a:sysClr val="window" lastClr="FFFFFF"/>
      </a:lt1>
      <a:dk2>
        <a:srgbClr val="FFFFFF"/>
      </a:dk2>
      <a:lt2>
        <a:srgbClr val="02BCF0"/>
      </a:lt2>
      <a:accent1>
        <a:srgbClr val="025DA4"/>
      </a:accent1>
      <a:accent2>
        <a:srgbClr val="213A53"/>
      </a:accent2>
      <a:accent3>
        <a:srgbClr val="FF6200"/>
      </a:accent3>
      <a:accent4>
        <a:srgbClr val="00BD6A"/>
      </a:accent4>
      <a:accent5>
        <a:srgbClr val="000000"/>
      </a:accent5>
      <a:accent6>
        <a:srgbClr val="000000"/>
      </a:accent6>
      <a:hlink>
        <a:srgbClr val="F59E00"/>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rabel_template_Final version" id="{96213472-7153-40CE-8905-36F3EC6E1B2F}" vid="{631E62FD-DD6D-40EB-A228-075E4DFF00F1}"/>
    </a:ext>
  </a:extLst>
</a:theme>
</file>

<file path=ppt/theme/theme6.xml><?xml version="1.0" encoding="utf-8"?>
<a:theme xmlns:a="http://schemas.openxmlformats.org/drawingml/2006/main" name="Closing Slide Light Blue">
  <a:themeElements>
    <a:clrScheme name="Lichtkrant">
      <a:dk1>
        <a:srgbClr val="000000"/>
      </a:dk1>
      <a:lt1>
        <a:sysClr val="window" lastClr="FFFFFF"/>
      </a:lt1>
      <a:dk2>
        <a:srgbClr val="FFFFFF"/>
      </a:dk2>
      <a:lt2>
        <a:srgbClr val="02BCF0"/>
      </a:lt2>
      <a:accent1>
        <a:srgbClr val="025DA4"/>
      </a:accent1>
      <a:accent2>
        <a:srgbClr val="213A53"/>
      </a:accent2>
      <a:accent3>
        <a:srgbClr val="FF6200"/>
      </a:accent3>
      <a:accent4>
        <a:srgbClr val="00BD6A"/>
      </a:accent4>
      <a:accent5>
        <a:srgbClr val="000000"/>
      </a:accent5>
      <a:accent6>
        <a:srgbClr val="000000"/>
      </a:accent6>
      <a:hlink>
        <a:srgbClr val="F59E00"/>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rabel_template_Final version" id="{96213472-7153-40CE-8905-36F3EC6E1B2F}" vid="{7C912F14-0B74-47A2-893B-4FFF78FE047C}"/>
    </a:ext>
  </a:extLst>
</a:theme>
</file>

<file path=ppt/theme/theme7.xml><?xml version="1.0" encoding="utf-8"?>
<a:theme xmlns:a="http://schemas.openxmlformats.org/drawingml/2006/main" name="Closing Slide Dark Blue">
  <a:themeElements>
    <a:clrScheme name="Lichtkrant">
      <a:dk1>
        <a:srgbClr val="000000"/>
      </a:dk1>
      <a:lt1>
        <a:sysClr val="window" lastClr="FFFFFF"/>
      </a:lt1>
      <a:dk2>
        <a:srgbClr val="FFFFFF"/>
      </a:dk2>
      <a:lt2>
        <a:srgbClr val="02BCF0"/>
      </a:lt2>
      <a:accent1>
        <a:srgbClr val="025DA4"/>
      </a:accent1>
      <a:accent2>
        <a:srgbClr val="213A53"/>
      </a:accent2>
      <a:accent3>
        <a:srgbClr val="FF6200"/>
      </a:accent3>
      <a:accent4>
        <a:srgbClr val="00BD6A"/>
      </a:accent4>
      <a:accent5>
        <a:srgbClr val="000000"/>
      </a:accent5>
      <a:accent6>
        <a:srgbClr val="000000"/>
      </a:accent6>
      <a:hlink>
        <a:srgbClr val="F59E00"/>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rabel_template_Final version" id="{96213472-7153-40CE-8905-36F3EC6E1B2F}" vid="{DB6CC19F-BFBF-4917-A9A3-F9FC96D1268A}"/>
    </a:ext>
  </a:extLst>
</a:theme>
</file>

<file path=ppt/theme/theme8.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BD7A7A916522F458C4967F29AC0773D" ma:contentTypeVersion="14" ma:contentTypeDescription="Create a new document." ma:contentTypeScope="" ma:versionID="7f12efcd826f52fade040d810e2e546f">
  <xsd:schema xmlns:xsd="http://www.w3.org/2001/XMLSchema" xmlns:xs="http://www.w3.org/2001/XMLSchema" xmlns:p="http://schemas.microsoft.com/office/2006/metadata/properties" xmlns:ns3="b782f173-9eee-4703-abe8-24f6c9257036" xmlns:ns4="f5a6ceb9-a2fe-41b3-9bc6-814abaf85c7d" targetNamespace="http://schemas.microsoft.com/office/2006/metadata/properties" ma:root="true" ma:fieldsID="215f880900db6746a029c3b722cfa622" ns3:_="" ns4:_="">
    <xsd:import namespace="b782f173-9eee-4703-abe8-24f6c9257036"/>
    <xsd:import namespace="f5a6ceb9-a2fe-41b3-9bc6-814abaf85c7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MediaServiceLocation" minOccurs="0"/>
                <xsd:element ref="ns4:MediaServiceAutoKeyPoints" minOccurs="0"/>
                <xsd:element ref="ns4:MediaServiceKeyPoints"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82f173-9eee-4703-abe8-24f6c9257036"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5a6ceb9-a2fe-41b3-9bc6-814abaf85c7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07E9B55-F307-4ADE-8016-A81280FC65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782f173-9eee-4703-abe8-24f6c9257036"/>
    <ds:schemaRef ds:uri="f5a6ceb9-a2fe-41b3-9bc6-814abaf85c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A17772D-2EA4-4794-A987-589142458127}">
  <ds:schemaRefs>
    <ds:schemaRef ds:uri="http://www.w3.org/XML/1998/namespace"/>
    <ds:schemaRef ds:uri="http://purl.org/dc/terms/"/>
    <ds:schemaRef ds:uri="http://purl.org/dc/elements/1.1/"/>
    <ds:schemaRef ds:uri="http://schemas.openxmlformats.org/package/2006/metadata/core-properties"/>
    <ds:schemaRef ds:uri="http://purl.org/dc/dcmitype/"/>
    <ds:schemaRef ds:uri="http://schemas.microsoft.com/office/2006/documentManagement/types"/>
    <ds:schemaRef ds:uri="f5a6ceb9-a2fe-41b3-9bc6-814abaf85c7d"/>
    <ds:schemaRef ds:uri="http://schemas.microsoft.com/office/2006/metadata/properties"/>
    <ds:schemaRef ds:uri="b782f173-9eee-4703-abe8-24f6c9257036"/>
    <ds:schemaRef ds:uri="http://schemas.microsoft.com/office/infopath/2007/PartnerControls"/>
  </ds:schemaRefs>
</ds:datastoreItem>
</file>

<file path=customXml/itemProps3.xml><?xml version="1.0" encoding="utf-8"?>
<ds:datastoreItem xmlns:ds="http://schemas.openxmlformats.org/officeDocument/2006/customXml" ds:itemID="{C1CE39C4-D821-4324-8D7A-279AA1DE8B9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Infrabel_template_v201910</Template>
  <TotalTime>0</TotalTime>
  <Words>1015</Words>
  <Application>Microsoft Office PowerPoint</Application>
  <PresentationFormat>Widescreen</PresentationFormat>
  <Paragraphs>150</Paragraphs>
  <Slides>10</Slides>
  <Notes>8</Notes>
  <HiddenSlides>1</HiddenSlides>
  <MMClips>0</MMClips>
  <ScaleCrop>false</ScaleCrop>
  <HeadingPairs>
    <vt:vector size="8" baseType="variant">
      <vt:variant>
        <vt:lpstr>Fonts Used</vt:lpstr>
      </vt:variant>
      <vt:variant>
        <vt:i4>6</vt:i4>
      </vt:variant>
      <vt:variant>
        <vt:lpstr>Theme</vt:lpstr>
      </vt:variant>
      <vt:variant>
        <vt:i4>7</vt:i4>
      </vt:variant>
      <vt:variant>
        <vt:lpstr>Embedded OLE Servers</vt:lpstr>
      </vt:variant>
      <vt:variant>
        <vt:i4>1</vt:i4>
      </vt:variant>
      <vt:variant>
        <vt:lpstr>Slide Titles</vt:lpstr>
      </vt:variant>
      <vt:variant>
        <vt:i4>10</vt:i4>
      </vt:variant>
    </vt:vector>
  </HeadingPairs>
  <TitlesOfParts>
    <vt:vector size="24" baseType="lpstr">
      <vt:lpstr>Aptos</vt:lpstr>
      <vt:lpstr>Arial</vt:lpstr>
      <vt:lpstr>Calibri</vt:lpstr>
      <vt:lpstr>Calibri Light</vt:lpstr>
      <vt:lpstr>Courier New</vt:lpstr>
      <vt:lpstr>Symbol</vt:lpstr>
      <vt:lpstr>Presentation Cover Slides</vt:lpstr>
      <vt:lpstr>Title Slides</vt:lpstr>
      <vt:lpstr>Content Slides</vt:lpstr>
      <vt:lpstr>Chart slides</vt:lpstr>
      <vt:lpstr>Image Title Slide</vt:lpstr>
      <vt:lpstr>Closing Slide Light Blue</vt:lpstr>
      <vt:lpstr>Closing Slide Dark Blue</vt:lpstr>
      <vt:lpstr>Presentation</vt:lpstr>
      <vt:lpstr>Why you should be Linking your Data now!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Infrabel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Visie I-Ops data centricity</dc:title>
  <dc:creator>Vanden Auweele Mathias</dc:creator>
  <cp:lastModifiedBy>Vanden Auweele Mathias</cp:lastModifiedBy>
  <cp:revision>206</cp:revision>
  <dcterms:created xsi:type="dcterms:W3CDTF">2022-05-11T09:57:18Z</dcterms:created>
  <dcterms:modified xsi:type="dcterms:W3CDTF">2024-06-18T05:45:18Z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c027b6a-4485-4806-97d1-72523ad2cf76_Enabled">
    <vt:lpwstr>True</vt:lpwstr>
  </property>
  <property fmtid="{D5CDD505-2E9C-101B-9397-08002B2CF9AE}" pid="3" name="MSIP_Label_4c027b6a-4485-4806-97d1-72523ad2cf76_SiteId">
    <vt:lpwstr>b82bc314-ab8e-4d6f-b189-46f02e1f27f2</vt:lpwstr>
  </property>
  <property fmtid="{D5CDD505-2E9C-101B-9397-08002B2CF9AE}" pid="4" name="MSIP_Label_4c027b6a-4485-4806-97d1-72523ad2cf76_Owner">
    <vt:lpwstr>philippe.verbist@infrabel.be</vt:lpwstr>
  </property>
  <property fmtid="{D5CDD505-2E9C-101B-9397-08002B2CF9AE}" pid="5" name="MSIP_Label_4c027b6a-4485-4806-97d1-72523ad2cf76_SetDate">
    <vt:lpwstr>2019-10-01T13:23:02.2266514Z</vt:lpwstr>
  </property>
  <property fmtid="{D5CDD505-2E9C-101B-9397-08002B2CF9AE}" pid="6" name="MSIP_Label_4c027b6a-4485-4806-97d1-72523ad2cf76_Name">
    <vt:lpwstr>Internal Use</vt:lpwstr>
  </property>
  <property fmtid="{D5CDD505-2E9C-101B-9397-08002B2CF9AE}" pid="7" name="MSIP_Label_4c027b6a-4485-4806-97d1-72523ad2cf76_Application">
    <vt:lpwstr>Microsoft Azure Information Protection</vt:lpwstr>
  </property>
  <property fmtid="{D5CDD505-2E9C-101B-9397-08002B2CF9AE}" pid="8" name="MSIP_Label_4c027b6a-4485-4806-97d1-72523ad2cf76_ActionId">
    <vt:lpwstr>6ab563d7-d5b6-4033-b52a-f19b5c82439d</vt:lpwstr>
  </property>
  <property fmtid="{D5CDD505-2E9C-101B-9397-08002B2CF9AE}" pid="9" name="MSIP_Label_4c027b6a-4485-4806-97d1-72523ad2cf76_Extended_MSFT_Method">
    <vt:lpwstr>Automatic</vt:lpwstr>
  </property>
  <property fmtid="{D5CDD505-2E9C-101B-9397-08002B2CF9AE}" pid="10" name="Sensitivity">
    <vt:lpwstr>Internal Use</vt:lpwstr>
  </property>
  <property fmtid="{D5CDD505-2E9C-101B-9397-08002B2CF9AE}" pid="11" name="ContentTypeId">
    <vt:lpwstr>0x0101002BD7A7A916522F458C4967F29AC0773D</vt:lpwstr>
  </property>
</Properties>
</file>