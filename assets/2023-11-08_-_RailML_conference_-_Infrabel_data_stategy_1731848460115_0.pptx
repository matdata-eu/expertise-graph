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6" r:id="rId5"/>
    <p:sldMasterId id="2147483682" r:id="rId6"/>
    <p:sldMasterId id="2147483802" r:id="rId7"/>
    <p:sldMasterId id="2147483785" r:id="rId8"/>
    <p:sldMasterId id="2147483773" r:id="rId9"/>
    <p:sldMasterId id="2147483774" r:id="rId10"/>
    <p:sldMasterId id="2147483805" r:id="rId11"/>
  </p:sldMasterIdLst>
  <p:notesMasterIdLst>
    <p:notesMasterId r:id="rId27"/>
  </p:notesMasterIdLst>
  <p:sldIdLst>
    <p:sldId id="256" r:id="rId12"/>
    <p:sldId id="2147376907" r:id="rId13"/>
    <p:sldId id="2147376908" r:id="rId14"/>
    <p:sldId id="2147376923" r:id="rId15"/>
    <p:sldId id="2147376928" r:id="rId16"/>
    <p:sldId id="2147376929" r:id="rId17"/>
    <p:sldId id="2147376930" r:id="rId18"/>
    <p:sldId id="2147376933" r:id="rId19"/>
    <p:sldId id="2147376924" r:id="rId20"/>
    <p:sldId id="2147376935" r:id="rId21"/>
    <p:sldId id="2147376932" r:id="rId22"/>
    <p:sldId id="2147376931" r:id="rId23"/>
    <p:sldId id="1207" r:id="rId24"/>
    <p:sldId id="2147376934" r:id="rId25"/>
    <p:sldId id="263" r:id="rId2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ABDBE4-D3DA-4391-9FC3-F451EE7E5A5D}">
          <p14:sldIdLst>
            <p14:sldId id="256"/>
            <p14:sldId id="2147376907"/>
            <p14:sldId id="2147376908"/>
            <p14:sldId id="2147376923"/>
            <p14:sldId id="2147376928"/>
            <p14:sldId id="2147376929"/>
            <p14:sldId id="2147376930"/>
            <p14:sldId id="2147376933"/>
            <p14:sldId id="2147376924"/>
            <p14:sldId id="2147376935"/>
            <p14:sldId id="2147376932"/>
            <p14:sldId id="2147376931"/>
            <p14:sldId id="1207"/>
            <p14:sldId id="2147376934"/>
          </p14:sldIdLst>
        </p14:section>
        <p14:section name="Vervolg" id="{5D48B1C7-C8AA-46C4-B70A-4B5A7D48E5F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40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n Auweele Mathias" initials="VAM" lastIdx="6" clrIdx="0">
    <p:extLst>
      <p:ext uri="{19B8F6BF-5375-455C-9EA6-DF929625EA0E}">
        <p15:presenceInfo xmlns:p15="http://schemas.microsoft.com/office/powerpoint/2012/main" userId="S::mathias.vandenauweele@infrabel.be::dddcb3b8-0dc8-4962-8c48-adc0cff5df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6" autoAdjust="0"/>
    <p:restoredTop sz="90452" autoAdjust="0"/>
  </p:normalViewPr>
  <p:slideViewPr>
    <p:cSldViewPr snapToGrid="0" snapToObjects="1">
      <p:cViewPr varScale="1">
        <p:scale>
          <a:sx n="93" d="100"/>
          <a:sy n="93" d="100"/>
        </p:scale>
        <p:origin x="96" y="258"/>
      </p:cViewPr>
      <p:guideLst>
        <p:guide orient="horz" pos="232"/>
        <p:guide pos="4089"/>
      </p:guideLst>
    </p:cSldViewPr>
  </p:slideViewPr>
  <p:outlineViewPr>
    <p:cViewPr>
      <p:scale>
        <a:sx n="33" d="100"/>
        <a:sy n="33" d="100"/>
      </p:scale>
      <p:origin x="0" y="-73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commentAuthors" Target="comment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669430774278213"/>
          <c:y val="6.4020477285141306E-2"/>
          <c:w val="0.34805142904212483"/>
          <c:h val="0.79864982223883096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Content</c:v>
                </c:pt>
              </c:strCache>
            </c:strRef>
          </c:tx>
          <c:dPt>
            <c:idx val="0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9D-4A31-B152-16E17B9B2E5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9D-4A31-B152-16E17B9B2E5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9D-4A31-B152-16E17B9B2E5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9D-4A31-B152-16E17B9B2E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Blad1!$A$2:$A$5</c:f>
              <c:strCache>
                <c:ptCount val="4"/>
                <c:pt idx="0">
                  <c:v>Info 1</c:v>
                </c:pt>
                <c:pt idx="1">
                  <c:v>Info 2</c:v>
                </c:pt>
                <c:pt idx="2">
                  <c:v>Info 3</c:v>
                </c:pt>
                <c:pt idx="3">
                  <c:v>Info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9D-4A31-B152-16E17B9B2E5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7686950459317588"/>
          <c:y val="0.94075897558207255"/>
          <c:w val="0.64382386212338205"/>
          <c:h val="5.9241106982515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Info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63-4A30-B373-70E72F91DFD9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Info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63-4A30-B373-70E72F91DFD9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Info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63-4A30-B373-70E72F91DF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5526527"/>
        <c:axId val="446502015"/>
      </c:barChart>
      <c:catAx>
        <c:axId val="445526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446502015"/>
        <c:crosses val="autoZero"/>
        <c:auto val="1"/>
        <c:lblAlgn val="ctr"/>
        <c:lblOffset val="100"/>
        <c:noMultiLvlLbl val="0"/>
      </c:catAx>
      <c:valAx>
        <c:axId val="446502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445526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656188484251966"/>
          <c:y val="0.94359979722392262"/>
          <c:w val="0.28375110728346459"/>
          <c:h val="5.37718279644216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nl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640B5-F1E4-CB44-89AF-B521291F69F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0A393-39A7-5C44-9942-E5E6E3DB97A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922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0392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06015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10942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/>
              <a:t>I was asked to give an executive summary on what Linked data is. I was told to keep it as simple as possible. </a:t>
            </a:r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3524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156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1423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D6D0D3FB-DE49-5D46-81B2-9E2BF69EA7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491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0BB3378-C5FD-0E42-8B0F-1E66EE15FE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2214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68E521F-019F-1C4A-8728-0564038533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56E3B219-2633-CA4F-8AF5-DBB60C0854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C64D2338-5654-1F4A-9C62-121157932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7B97786C-8004-0943-991A-184A22C0CD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5131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5174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0529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D4219415-A53B-2B41-90B9-5BABB6529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3AE94913-E972-EE41-AB37-F6C7F66F31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C78BD40C-9F65-7846-9B08-0C3F7E8879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00" y="5877000"/>
            <a:ext cx="2006045" cy="327600"/>
          </a:xfrm>
          <a:prstGeom prst="rect">
            <a:avLst/>
          </a:prstGeom>
        </p:spPr>
      </p:pic>
      <p:sp>
        <p:nvSpPr>
          <p:cNvPr id="19" name="Titel 28">
            <a:extLst>
              <a:ext uri="{FF2B5EF4-FFF2-40B4-BE49-F238E27FC236}">
                <a16:creationId xmlns:a16="http://schemas.microsoft.com/office/drawing/2014/main" id="{42A5EE27-DBC1-6A40-8B8E-82EA9D3E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5605" y="1797222"/>
            <a:ext cx="7800789" cy="234371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0" name="Tijdelijke aanduiding voor tekst 32">
            <a:extLst>
              <a:ext uri="{FF2B5EF4-FFF2-40B4-BE49-F238E27FC236}">
                <a16:creationId xmlns:a16="http://schemas.microsoft.com/office/drawing/2014/main" id="{6DACC24D-78C0-C14E-B9A6-23AFD9BFC3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5606" y="4180122"/>
            <a:ext cx="780078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5" name="Tijdelijke aanduiding voor tekst 32">
            <a:extLst>
              <a:ext uri="{FF2B5EF4-FFF2-40B4-BE49-F238E27FC236}">
                <a16:creationId xmlns:a16="http://schemas.microsoft.com/office/drawing/2014/main" id="{CB788083-CA0D-D24B-8B18-9F58675CCE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2760" y="5871600"/>
            <a:ext cx="4406400" cy="352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sp>
        <p:nvSpPr>
          <p:cNvPr id="9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8937" y="5871600"/>
            <a:ext cx="1627457" cy="352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7735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1BC7-DDF0-47D8-ACC9-AC198C9A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3AE-0147-43B3-832E-7BB540FA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0A5C1-E949-4CF2-B5FF-94CA7709F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0BFD-317A-4A82-AC66-6AA14B90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DD30-6946-41D5-99B2-10D76270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293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36FC954-2F44-964F-86CF-E29D3A207F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4025" y="1568450"/>
            <a:ext cx="9180409" cy="3721100"/>
          </a:xfrm>
          <a:prstGeom prst="rect">
            <a:avLst/>
          </a:prstGeom>
        </p:spPr>
        <p:txBody>
          <a:bodyPr anchor="ctr"/>
          <a:lstStyle>
            <a:lvl1pPr marL="514350" indent="-514350">
              <a:buClr>
                <a:schemeClr val="accent2"/>
              </a:buClr>
              <a:buSzPct val="50000"/>
              <a:buFont typeface="+mj-lt"/>
              <a:buAutoNum type="arabicPeriod"/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NL" dirty="0" err="1"/>
              <a:t>Chaptertitle</a:t>
            </a:r>
            <a:endParaRPr lang="nl-NL" dirty="0"/>
          </a:p>
          <a:p>
            <a:pPr lvl="0"/>
            <a:r>
              <a:rPr lang="nl-NL" dirty="0" err="1"/>
              <a:t>Chapter</a:t>
            </a:r>
            <a:r>
              <a:rPr lang="nl-BE" dirty="0" err="1"/>
              <a:t>title</a:t>
            </a:r>
            <a:endParaRPr lang="nl-BE" dirty="0"/>
          </a:p>
          <a:p>
            <a:pPr lvl="0"/>
            <a:r>
              <a:rPr lang="nl-NL" dirty="0" err="1"/>
              <a:t>Chapter</a:t>
            </a:r>
            <a:r>
              <a:rPr lang="nl-BE" dirty="0" err="1"/>
              <a:t>title</a:t>
            </a:r>
            <a:endParaRPr lang="nl-BE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4A00E1B-6954-564A-AF5B-F8E0E07540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8DA4520-533D-FC46-B423-04FB72E24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7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8">
            <a:extLst>
              <a:ext uri="{FF2B5EF4-FFF2-40B4-BE49-F238E27FC236}">
                <a16:creationId xmlns:a16="http://schemas.microsoft.com/office/drawing/2014/main" id="{60C35238-2B0F-7647-BA98-57300A635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1079" y="2505041"/>
            <a:ext cx="9180612" cy="18479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 err="1"/>
              <a:t>Chapter</a:t>
            </a:r>
            <a:br>
              <a:rPr lang="nl-NL" dirty="0"/>
            </a:br>
            <a:r>
              <a:rPr lang="nl-NL" dirty="0" err="1"/>
              <a:t>title</a:t>
            </a:r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43E66E9-C5E4-1A45-8CF8-36B426F139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3ADF651-E558-EB41-9E20-DB7BFFC66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C43E66E9-C5E4-1A45-8CF8-36B426F139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3ADF651-E558-EB41-9E20-DB7BFFC66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3D7F391-6CD7-3445-99D8-816D3EA1D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6797" y="2439096"/>
            <a:ext cx="9578403" cy="177922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r>
              <a:rPr lang="nl-BE" dirty="0" err="1"/>
              <a:t>This</a:t>
            </a:r>
            <a:r>
              <a:rPr lang="nl-BE" dirty="0"/>
              <a:t> is a quote slide.</a:t>
            </a:r>
          </a:p>
          <a:p>
            <a:r>
              <a:rPr lang="nl-BE" dirty="0"/>
              <a:t>— xxx</a:t>
            </a:r>
            <a:endParaRPr lang="fr-FR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689B9A-DB81-B14F-9356-30B539086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7508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C8024A50-C834-4B4C-8F86-86D51C05A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4617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3" userDrawn="1">
          <p15:clr>
            <a:srgbClr val="FBAE40"/>
          </p15:clr>
        </p15:guide>
        <p15:guide id="2" pos="7446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BD70334-D006-854B-BA49-9D20F1B8A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342339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71FAD9FF-DCB0-7A4C-BC0D-214903CE7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10858858" cy="4518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1131745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08F3A2BC-D0BC-C747-AA3B-0FF2A563B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666572" y="1779342"/>
            <a:ext cx="5137821" cy="4535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6378844" y="1779342"/>
            <a:ext cx="5146586" cy="4535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868218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+ Title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378844" y="1786070"/>
            <a:ext cx="5146585" cy="45121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A4850083-8533-5542-929E-63A9BABBC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763" y="845232"/>
            <a:ext cx="4726425" cy="55768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A07981A4-B8D1-144A-91E1-9E6707E18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844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666279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pos="726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+ Title + Tex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1D8F43-F467-6241-A72E-B8BAA36077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0" y="448921"/>
            <a:ext cx="5653088" cy="6409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F0E76C92-10B1-5746-8A5B-50335A732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8" name="Afbeelding 1">
            <a:extLst>
              <a:ext uri="{FF2B5EF4-FFF2-40B4-BE49-F238E27FC236}">
                <a16:creationId xmlns:a16="http://schemas.microsoft.com/office/drawing/2014/main" id="{9FE3A4A6-650B-AF4D-A7C7-2D53918445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0000" cy="36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378844" y="1786071"/>
            <a:ext cx="5146585" cy="398742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844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538071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Obje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766763" y="1786070"/>
            <a:ext cx="5146585" cy="45207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A4850083-8533-5542-929E-63A9BABBC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06763" y="845232"/>
            <a:ext cx="4726425" cy="55873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A07981A4-B8D1-144A-91E1-9E6707E18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6763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05387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  <p15:guide id="3" pos="726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Objec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B18433-8BE9-BB40-A990-BEE1341FD4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38912" y="-1"/>
            <a:ext cx="5653088" cy="6409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3DC0EF3F-9C1C-A547-8D7D-17031E942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766763" y="1786071"/>
            <a:ext cx="5146585" cy="398742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6763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286472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3BB5F19F-D3C7-3A49-9867-D2A2A8E5B5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latin typeface="+mn-lt"/>
              </a:defRPr>
            </a:lvl1pPr>
          </a:lstStyle>
          <a:p>
            <a:pPr algn="ctr"/>
            <a:r>
              <a:rPr lang="nl-BE" dirty="0" err="1"/>
              <a:t>Pie</a:t>
            </a:r>
            <a:r>
              <a:rPr lang="nl-BE" dirty="0"/>
              <a:t> </a:t>
            </a:r>
            <a:r>
              <a:rPr lang="nl-BE" dirty="0" err="1"/>
              <a:t>chart</a:t>
            </a:r>
            <a:r>
              <a:rPr lang="nl-BE" dirty="0"/>
              <a:t> </a:t>
            </a:r>
            <a:r>
              <a:rPr lang="nl-BE" dirty="0" err="1"/>
              <a:t>example</a:t>
            </a:r>
            <a:endParaRPr lang="nl-BE" dirty="0"/>
          </a:p>
        </p:txBody>
      </p:sp>
      <p:graphicFrame>
        <p:nvGraphicFramePr>
          <p:cNvPr id="10" name="Grafiek 5">
            <a:extLst>
              <a:ext uri="{FF2B5EF4-FFF2-40B4-BE49-F238E27FC236}">
                <a16:creationId xmlns:a16="http://schemas.microsoft.com/office/drawing/2014/main" id="{BB5CFF34-5D9F-474B-8C5B-879A3079F84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06473891"/>
              </p:ext>
            </p:extLst>
          </p:nvPr>
        </p:nvGraphicFramePr>
        <p:xfrm>
          <a:off x="0" y="1399648"/>
          <a:ext cx="12192000" cy="4695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7653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3">
            <a:extLst>
              <a:ext uri="{FF2B5EF4-FFF2-40B4-BE49-F238E27FC236}">
                <a16:creationId xmlns:a16="http://schemas.microsoft.com/office/drawing/2014/main" id="{D64CAAF9-474C-524F-9F49-FFC3F86198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latin typeface="+mn-lt"/>
              </a:defRPr>
            </a:lvl1pPr>
          </a:lstStyle>
          <a:p>
            <a:pPr algn="ctr"/>
            <a:r>
              <a:rPr lang="nl-BE" dirty="0"/>
              <a:t>Column </a:t>
            </a:r>
            <a:r>
              <a:rPr lang="nl-BE" dirty="0" err="1"/>
              <a:t>chart</a:t>
            </a:r>
            <a:r>
              <a:rPr lang="nl-BE" dirty="0"/>
              <a:t> </a:t>
            </a:r>
            <a:r>
              <a:rPr lang="nl-BE" dirty="0" err="1"/>
              <a:t>example</a:t>
            </a:r>
            <a:endParaRPr lang="nl-BE" dirty="0"/>
          </a:p>
        </p:txBody>
      </p:sp>
      <p:graphicFrame>
        <p:nvGraphicFramePr>
          <p:cNvPr id="4" name="Grafiek 4">
            <a:extLst>
              <a:ext uri="{FF2B5EF4-FFF2-40B4-BE49-F238E27FC236}">
                <a16:creationId xmlns:a16="http://schemas.microsoft.com/office/drawing/2014/main" id="{56E3972B-35B5-A441-8D92-53F0787C25B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457357292"/>
              </p:ext>
            </p:extLst>
          </p:nvPr>
        </p:nvGraphicFramePr>
        <p:xfrm>
          <a:off x="2032000" y="1553029"/>
          <a:ext cx="8128000" cy="4582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15701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B449E24F-1457-C441-87BA-E2660BD4A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34400"/>
            <a:ext cx="12192000" cy="5223600"/>
          </a:xfrm>
          <a:prstGeom prst="rect">
            <a:avLst/>
          </a:prstGeom>
        </p:spPr>
      </p:pic>
      <p:sp>
        <p:nvSpPr>
          <p:cNvPr id="11" name="Titel 28">
            <a:extLst>
              <a:ext uri="{FF2B5EF4-FFF2-40B4-BE49-F238E27FC236}">
                <a16:creationId xmlns:a16="http://schemas.microsoft.com/office/drawing/2014/main" id="{60C35238-2B0F-7647-BA98-57300A635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587" y="0"/>
            <a:ext cx="9712533" cy="1634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3500" b="1" i="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1. </a:t>
            </a:r>
            <a:r>
              <a:rPr lang="nl-NL" dirty="0" err="1"/>
              <a:t>Chapter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F1ACC805-6897-BC44-BC1E-3C12B8BFA9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8B127527-812D-8B48-9226-19EBD26C57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9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34400"/>
            <a:ext cx="12192000" cy="5223600"/>
          </a:xfrm>
          <a:prstGeom prst="rect">
            <a:avLst/>
          </a:prstGeom>
        </p:spPr>
      </p:pic>
      <p:sp>
        <p:nvSpPr>
          <p:cNvPr id="11" name="Titel 28">
            <a:extLst>
              <a:ext uri="{FF2B5EF4-FFF2-40B4-BE49-F238E27FC236}">
                <a16:creationId xmlns:a16="http://schemas.microsoft.com/office/drawing/2014/main" id="{60C35238-2B0F-7647-BA98-57300A635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587" y="0"/>
            <a:ext cx="9712533" cy="1634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3500" b="1" i="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1. </a:t>
            </a:r>
            <a:r>
              <a:rPr lang="nl-NL" dirty="0" err="1"/>
              <a:t>Chapter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F1ACC805-6897-BC44-BC1E-3C12B8BFA9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8B127527-812D-8B48-9226-19EBD26C57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3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2">
            <a:extLst>
              <a:ext uri="{FF2B5EF4-FFF2-40B4-BE49-F238E27FC236}">
                <a16:creationId xmlns:a16="http://schemas.microsoft.com/office/drawing/2014/main" id="{7B988CEB-0277-F24F-A6DB-DB8E4E98DB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34400"/>
            <a:ext cx="12192000" cy="5223599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5730318-361E-1845-825B-37BE184BE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AAE89601-BCD0-F047-8EF2-BCF0A7E4E3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9" name="Titel 28">
            <a:extLst>
              <a:ext uri="{FF2B5EF4-FFF2-40B4-BE49-F238E27FC236}">
                <a16:creationId xmlns:a16="http://schemas.microsoft.com/office/drawing/2014/main" id="{075D6290-91D2-F24A-BD56-BB897A714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587" y="0"/>
            <a:ext cx="9712533" cy="1634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3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1. </a:t>
            </a:r>
            <a:r>
              <a:rPr lang="nl-NL" dirty="0" err="1"/>
              <a:t>Chapter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35171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2">
            <a:extLst>
              <a:ext uri="{FF2B5EF4-FFF2-40B4-BE49-F238E27FC236}">
                <a16:creationId xmlns:a16="http://schemas.microsoft.com/office/drawing/2014/main" id="{7B988CEB-0277-F24F-A6DB-DB8E4E98DB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85C66D8-F688-5644-91F9-D0F623418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C9FB7BE-06A8-404E-AD31-B8BEE16B3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63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6798" y="1306800"/>
            <a:ext cx="9300878" cy="424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closing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phrase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989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5350FA6-7A12-8242-BC1E-5B8101F363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552E9BE-C5B0-2243-9B17-5CE4F5BEB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6798" y="1306800"/>
            <a:ext cx="9300878" cy="424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closing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phrase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2871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 + Text 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Ontwikkelt </a:t>
            </a:r>
          </a:p>
          <a:p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Faciliteert </a:t>
            </a:r>
          </a:p>
          <a:p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Verbindt</a:t>
            </a:r>
          </a:p>
        </p:txBody>
      </p:sp>
    </p:spTree>
    <p:extLst>
      <p:ext uri="{BB962C8B-B14F-4D97-AF65-F5344CB8AC3E}">
        <p14:creationId xmlns:p14="http://schemas.microsoft.com/office/powerpoint/2010/main" val="37144067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 + Text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Développe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Facilite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Rapproche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561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 + Text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Develops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BE" b="1" dirty="0" err="1"/>
              <a:t>Facilitates</a:t>
            </a:r>
            <a:endParaRPr lang="nl-BE" b="1" dirty="0"/>
          </a:p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Bringstogether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474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9D82-90C8-4DE0-9120-F68D39236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1F5B0-7208-4BFB-A6EB-639C5C5FC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14418-8B7C-4D4C-88F2-F5BCEED1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EE768-76FF-4B59-92FA-43AA8083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C783B-8CEB-4624-9704-06B4E7C7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33121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1BC7-DDF0-47D8-ACC9-AC198C9A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3AE-0147-43B3-832E-7BB540FA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0A5C1-E949-4CF2-B5FF-94CA7709F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0BFD-317A-4A82-AC66-6AA14B90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DD30-6946-41D5-99B2-10D76270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51544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D065-BB9D-4405-B540-C3B2D674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8E071-8B5A-448F-9CCF-4F8EC2FC1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22A96-7ADD-406F-9F5D-089F3D0E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8CD7-1EFC-4F52-82EC-36FA53FC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383B7-3ADF-4B1D-834D-BFB50E65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73700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9046-5AB3-4C5E-8ACC-16F53408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8E5DC-5EFF-447A-9727-65B93E3BA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C902E-162A-4092-B99E-067209540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76CB2-F648-40AD-A15D-F3167079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F8D89-5C32-4812-8D30-D508CC99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615D1-5E26-4DA3-8639-BBB3995D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038031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A02A-02B7-4414-B81C-557FCC4D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7B993-3217-480A-B567-7B9A0130E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A5A76-4E1C-4966-8F35-53B3CC997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55021-FAA0-40B1-9803-49B03CC15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2C649-0D9E-4F1E-B2AB-B5983FC7D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C2BC7-9A9D-45DE-8093-5B786A13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5CDBD-E736-4409-96E5-6BD66781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58C76-762F-4EAD-8B3E-ABDDF727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00426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2F85B-DE4A-4107-A938-2DFF1762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86FCD-AB38-4916-B6FB-62897ADF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827F-A701-4EDA-B22B-7C00C403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45023-C4E5-4AB7-8BB5-D844A330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84750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A48B0-F586-4FEB-AE48-BD7BA152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63265-9818-4170-9710-0E0F3933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C0124-6241-4370-850D-B771B227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8920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B9A3-DA29-493F-98AF-B67AB8FC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2F623-535E-4006-8DE1-B65D4CB16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51666-2283-4BCB-A946-290DF988E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7730E-4ED7-4B9A-B8D4-CE603A04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B48F1-8FCA-4F17-ACEC-FC4E6F76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C3512-EF51-4F80-9A9F-36287AB0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1124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F3D9-F25A-4597-9B1E-64959AE8F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77201-B5F1-4652-9762-CA69A9733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E83C9-FA7D-4343-B587-02910FF03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487D8-E3C2-4D0F-BD95-32908884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4C2EA-BB88-4945-8A62-F1FC5325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AD5C3-0C4B-49BF-8056-4ECC7473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27294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7BA3-9B54-4FE7-91C7-091BC19F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E7A2F-2EE0-41D0-873A-4065136C5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3A294-5D18-4E46-95AC-DD33599D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A3CA3-3B5D-4A1A-8D0D-BF2DEB77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43CF-280A-4983-8754-E70F9176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156853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ED37C7-D7C1-4041-B0ED-8D0A05980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1F3D8-0040-492D-9C5A-07D72B7D4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6C6DA-1156-4169-ADA2-5562C5BB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2F10-B015-44A2-A1C7-44385761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EE2E-1DB8-4F3F-AF47-9DAB9C83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3183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9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1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80" r:id="rId2"/>
    <p:sldLayoutId id="2147483777" r:id="rId3"/>
    <p:sldLayoutId id="2147483779" r:id="rId4"/>
    <p:sldLayoutId id="2147483778" r:id="rId5"/>
    <p:sldLayoutId id="2147483752" r:id="rId6"/>
    <p:sldLayoutId id="214748381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7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7" r:id="rId2"/>
    <p:sldLayoutId id="214748379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F9C57023-7CE4-824C-8E0E-D8797537E412}"/>
              </a:ext>
            </a:extLst>
          </p:cNvPr>
          <p:cNvSpPr/>
          <p:nvPr userDrawn="1"/>
        </p:nvSpPr>
        <p:spPr>
          <a:xfrm>
            <a:off x="0" y="6495880"/>
            <a:ext cx="12192000" cy="362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9FE3A4A6-650B-AF4D-A7C7-2D539184454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0000" cy="3600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9222961-87D7-D445-A5B6-9CB31A193F8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000" y="6498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87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92" r:id="rId3"/>
    <p:sldLayoutId id="2147483770" r:id="rId4"/>
    <p:sldLayoutId id="2147483782" r:id="rId5"/>
    <p:sldLayoutId id="2147483703" r:id="rId6"/>
    <p:sldLayoutId id="2147483783" r:id="rId7"/>
    <p:sldLayoutId id="214748370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1">
            <a:extLst>
              <a:ext uri="{FF2B5EF4-FFF2-40B4-BE49-F238E27FC236}">
                <a16:creationId xmlns:a16="http://schemas.microsoft.com/office/drawing/2014/main" id="{9FE3A4A6-650B-AF4D-A7C7-2D53918445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0000" cy="360000"/>
          </a:xfrm>
          <a:prstGeom prst="rect">
            <a:avLst/>
          </a:prstGeom>
        </p:spPr>
      </p:pic>
      <p:pic>
        <p:nvPicPr>
          <p:cNvPr id="5" name="Afbeelding 5">
            <a:extLst>
              <a:ext uri="{FF2B5EF4-FFF2-40B4-BE49-F238E27FC236}">
                <a16:creationId xmlns:a16="http://schemas.microsoft.com/office/drawing/2014/main" id="{D9222961-87D7-D445-A5B6-9CB31A193F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000" y="6498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0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1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95" r:id="rId2"/>
    <p:sldLayoutId id="2147483787" r:id="rId3"/>
    <p:sldLayoutId id="214748379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136B0-1AB2-9C47-AC9F-ACFCCD2DEA8D}"/>
              </a:ext>
            </a:extLst>
          </p:cNvPr>
          <p:cNvSpPr/>
          <p:nvPr userDrawn="1"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Afbeelding 6">
            <a:extLst>
              <a:ext uri="{FF2B5EF4-FFF2-40B4-BE49-F238E27FC236}">
                <a16:creationId xmlns:a16="http://schemas.microsoft.com/office/drawing/2014/main" id="{37A65FAF-7228-264A-8AFA-F74C32CDC4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4" name="Afbeelding 9">
            <a:extLst>
              <a:ext uri="{FF2B5EF4-FFF2-40B4-BE49-F238E27FC236}">
                <a16:creationId xmlns:a16="http://schemas.microsoft.com/office/drawing/2014/main" id="{20C8C401-6BA1-674F-B962-BAC7E365E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4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7549CE-FD82-8448-A724-EC6236E59F6B}"/>
              </a:ext>
            </a:extLst>
          </p:cNvPr>
          <p:cNvSpPr/>
          <p:nvPr userDrawn="1"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Afbeelding 6">
            <a:extLst>
              <a:ext uri="{FF2B5EF4-FFF2-40B4-BE49-F238E27FC236}">
                <a16:creationId xmlns:a16="http://schemas.microsoft.com/office/drawing/2014/main" id="{AC581ACF-D180-594E-ADD8-444B928B320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4" name="Afbeelding 9">
            <a:extLst>
              <a:ext uri="{FF2B5EF4-FFF2-40B4-BE49-F238E27FC236}">
                <a16:creationId xmlns:a16="http://schemas.microsoft.com/office/drawing/2014/main" id="{F4667DEA-D29A-FB45-AAFA-03ADA78174C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96" r:id="rId2"/>
    <p:sldLayoutId id="2147483797" r:id="rId3"/>
    <p:sldLayoutId id="2147483798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6168B-9743-4674-A741-C7B492D23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FDA48-0E9A-439C-8143-69FC62DFA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DAE32-B5C2-4FD9-B8BB-63F849B69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7E72C-F1D3-4119-A7FE-8C2833FF5067}" type="datetimeFigureOut">
              <a:rPr lang="nl-BE" smtClean="0"/>
              <a:t>7/11/2023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A0A9F-2B7D-47CA-A3A1-0F3DAD6A8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FE778-2A83-4517-ADB6-CF7BB9663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1D69-2149-454E-BC8B-3CE3D0C5F1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601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elitchkov.eu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elitchkov.eu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europa.eu/949/.../operationalPoints/BEFBCL" TargetMode="External"/><Relationship Id="rId7" Type="http://schemas.openxmlformats.org/officeDocument/2006/relationships/hyperlink" Target="http://data.europa.eu/949/inCountr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data.europa.eu/949/opType" TargetMode="External"/><Relationship Id="rId5" Type="http://schemas.openxmlformats.org/officeDocument/2006/relationships/hyperlink" Target="http://publications.europa.eu/resource/authority/country/BEL" TargetMode="External"/><Relationship Id="rId4" Type="http://schemas.openxmlformats.org/officeDocument/2006/relationships/hyperlink" Target="http://data.europa.eu/949/.../op-types/rinf/1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AIR_data" TargetMode="External"/><Relationship Id="rId2" Type="http://schemas.openxmlformats.org/officeDocument/2006/relationships/hyperlink" Target="https://tdan.com/the-data-centric-revolution/18780" TargetMode="Externa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pieterheyvaert.com/blog/2019/12/27/kg-pkm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noProof="0" dirty="0"/>
              <a:t>D</a:t>
            </a:r>
            <a:r>
              <a:rPr lang="nl-BE" noProof="0" dirty="0"/>
              <a:t>at</a:t>
            </a:r>
            <a:r>
              <a:rPr lang="en-BE" noProof="0"/>
              <a:t>a strategy at Infrabel</a:t>
            </a:r>
            <a:endParaRPr lang="nl-BE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411600" y="4074459"/>
            <a:ext cx="5380773" cy="354013"/>
          </a:xfrm>
        </p:spPr>
        <p:txBody>
          <a:bodyPr/>
          <a:lstStyle/>
          <a:p>
            <a:r>
              <a:rPr lang="en-BE" noProof="0"/>
              <a:t>The importance of the RailML ontology</a:t>
            </a:r>
            <a:endParaRPr lang="nl-BE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411600" y="4633415"/>
            <a:ext cx="4406478" cy="1271799"/>
          </a:xfrm>
        </p:spPr>
        <p:txBody>
          <a:bodyPr/>
          <a:lstStyle/>
          <a:p>
            <a:r>
              <a:rPr lang="en-BE" noProof="0" dirty="0"/>
              <a:t>M</a:t>
            </a:r>
            <a:r>
              <a:rPr lang="nl-BE" noProof="0" dirty="0" err="1"/>
              <a:t>athias</a:t>
            </a:r>
            <a:r>
              <a:rPr lang="nl-BE" noProof="0" dirty="0"/>
              <a:t> Vanden Auweele</a:t>
            </a:r>
            <a:endParaRPr lang="en-BE" noProof="0" dirty="0"/>
          </a:p>
          <a:p>
            <a:r>
              <a:rPr lang="en-BE"/>
              <a:t>Infrabel</a:t>
            </a:r>
            <a:endParaRPr lang="nl-BE" noProof="0" dirty="0"/>
          </a:p>
          <a:p>
            <a:endParaRPr lang="nl-BE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BE" noProof="0"/>
              <a:t>08</a:t>
            </a:r>
            <a:r>
              <a:rPr lang="nl-BE" noProof="0"/>
              <a:t>/</a:t>
            </a:r>
            <a:r>
              <a:rPr lang="en-BE" noProof="0"/>
              <a:t>11</a:t>
            </a:r>
            <a:r>
              <a:rPr lang="nl-BE" noProof="0"/>
              <a:t>/202</a:t>
            </a:r>
            <a:r>
              <a:rPr lang="en-BE" noProof="0"/>
              <a:t>3</a:t>
            </a:r>
            <a:endParaRPr lang="nl-BE" noProof="0" dirty="0"/>
          </a:p>
        </p:txBody>
      </p:sp>
    </p:spTree>
    <p:extLst>
      <p:ext uri="{BB962C8B-B14F-4D97-AF65-F5344CB8AC3E}">
        <p14:creationId xmlns:p14="http://schemas.microsoft.com/office/powerpoint/2010/main" val="354408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E61D-3697-4C39-B893-DA995CB95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22185"/>
            <a:ext cx="4368602" cy="1597192"/>
          </a:xfrm>
        </p:spPr>
        <p:txBody>
          <a:bodyPr anchor="b">
            <a:normAutofit/>
          </a:bodyPr>
          <a:lstStyle/>
          <a:p>
            <a:r>
              <a:rPr lang="en-BE" dirty="0"/>
              <a:t>Cost of data management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F0C06-2EFE-41EB-875D-7D4341B0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BE" sz="2600"/>
              <a:t>Visible:</a:t>
            </a:r>
            <a:endParaRPr lang="en-BE" sz="2600" dirty="0"/>
          </a:p>
          <a:p>
            <a:r>
              <a:rPr lang="en-BE" sz="2600"/>
              <a:t>People managing data</a:t>
            </a:r>
            <a:endParaRPr lang="en-BE" sz="2600" dirty="0"/>
          </a:p>
          <a:p>
            <a:r>
              <a:rPr lang="en-BE" sz="2600"/>
              <a:t>Applications</a:t>
            </a:r>
            <a:endParaRPr lang="en-BE" sz="2600" dirty="0"/>
          </a:p>
          <a:p>
            <a:r>
              <a:rPr lang="en-BE" sz="2600"/>
              <a:t>Infrastructure </a:t>
            </a:r>
            <a:r>
              <a:rPr lang="en-BE" sz="2600" dirty="0"/>
              <a:t>(servers, ..)</a:t>
            </a:r>
          </a:p>
          <a:p>
            <a:pPr lvl="1"/>
            <a:endParaRPr lang="en-BE" sz="2200" dirty="0"/>
          </a:p>
          <a:p>
            <a:pPr marL="0" indent="0">
              <a:buNone/>
            </a:pPr>
            <a:r>
              <a:rPr lang="en-BE" sz="2600"/>
              <a:t>Invisible:</a:t>
            </a:r>
            <a:endParaRPr lang="en-BE" sz="2600" dirty="0"/>
          </a:p>
          <a:p>
            <a:r>
              <a:rPr lang="en-BE" sz="2600" dirty="0"/>
              <a:t>Interfaces</a:t>
            </a:r>
          </a:p>
          <a:p>
            <a:r>
              <a:rPr lang="en-BE" sz="2600"/>
              <a:t>Data cleansing</a:t>
            </a:r>
            <a:endParaRPr lang="en-BE" sz="2600" dirty="0"/>
          </a:p>
          <a:p>
            <a:r>
              <a:rPr lang="nl-BE" sz="2600" dirty="0"/>
              <a:t>D</a:t>
            </a:r>
            <a:r>
              <a:rPr lang="en-BE" sz="2600" err="1"/>
              <a:t>ata</a:t>
            </a:r>
            <a:r>
              <a:rPr lang="en-BE" sz="2600"/>
              <a:t> integration projects</a:t>
            </a:r>
          </a:p>
          <a:p>
            <a:r>
              <a:rPr lang="en-BE" sz="2600"/>
              <a:t>Same or similar data leading to different applications</a:t>
            </a:r>
            <a:endParaRPr lang="en-BE" sz="2600" dirty="0"/>
          </a:p>
        </p:txBody>
      </p:sp>
      <p:pic>
        <p:nvPicPr>
          <p:cNvPr id="1026" name="Picture 2" descr="Why Are Icebergs Dangerous? - WorldAtlas">
            <a:extLst>
              <a:ext uri="{FF2B5EF4-FFF2-40B4-BE49-F238E27FC236}">
                <a16:creationId xmlns:a16="http://schemas.microsoft.com/office/drawing/2014/main" id="{35E11157-1B2E-4930-B08F-D9A4870BB2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51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Spaghetti recipes | BBC Good Food">
            <a:extLst>
              <a:ext uri="{FF2B5EF4-FFF2-40B4-BE49-F238E27FC236}">
                <a16:creationId xmlns:a16="http://schemas.microsoft.com/office/drawing/2014/main" id="{69EA3F29-A4C9-9A87-6892-2E11736DAA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9" r="9089" b="9595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97D1C-CA39-4285-98D6-42E5BDFB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BE" sz="4800"/>
              <a:t>The</a:t>
            </a:r>
            <a:r>
              <a:rPr lang="en-US" sz="4800"/>
              <a:t> spaghetti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586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6BBF8B-2413-9EA6-6BE0-1DDC27749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587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5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8BC41E55-71EC-8CCB-FF01-4388C96DB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70B80B4-B953-6547-A044-6E303DFD4AF3}" type="slidenum">
              <a:rPr kumimoji="0" lang="nl-BE" sz="1300" b="0" i="0" u="none" strike="noStrike" kern="1200" cap="none" spc="0" normalizeH="0" baseline="0" noProof="0" smtClean="0">
                <a:ln>
                  <a:noFill/>
                </a:ln>
                <a:solidFill>
                  <a:srgbClr val="213A53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BE" sz="1300" b="0" i="0" u="none" strike="noStrike" kern="1200" cap="none" spc="0" normalizeH="0" baseline="0" noProof="0">
              <a:ln>
                <a:noFill/>
              </a:ln>
              <a:solidFill>
                <a:srgbClr val="213A53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07ABFF4-416F-8633-C76C-21621309CE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73617" y="154522"/>
            <a:ext cx="2237174" cy="360363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F7800F4-EAFF-3B83-4EA2-F907D993B9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8844" y="1786071"/>
            <a:ext cx="5146585" cy="3987420"/>
          </a:xfrm>
        </p:spPr>
        <p:txBody>
          <a:bodyPr/>
          <a:lstStyle/>
          <a:p>
            <a:r>
              <a:rPr lang="en-BE"/>
              <a:t>The application is owner of the data</a:t>
            </a:r>
            <a:endParaRPr lang="en-BE" dirty="0"/>
          </a:p>
          <a:p>
            <a:endParaRPr lang="en-BE" dirty="0"/>
          </a:p>
          <a:p>
            <a:r>
              <a:rPr lang="en-BE"/>
              <a:t>Every application comes with its own data model and you need to adapt to it. </a:t>
            </a:r>
          </a:p>
          <a:p>
            <a:endParaRPr lang="en-BE" dirty="0"/>
          </a:p>
          <a:p>
            <a:r>
              <a:rPr lang="en-BE"/>
              <a:t>Integration is expensive</a:t>
            </a:r>
            <a:endParaRPr lang="en-BE" dirty="0"/>
          </a:p>
          <a:p>
            <a:endParaRPr lang="en-BE" dirty="0"/>
          </a:p>
          <a:p>
            <a:r>
              <a:rPr lang="en-BE"/>
              <a:t>Too many different data concepts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52DED2-EB39-4A1F-A209-F0A5F9E8B7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78844" y="845232"/>
            <a:ext cx="5146585" cy="478554"/>
          </a:xfrm>
        </p:spPr>
        <p:txBody>
          <a:bodyPr anchor="t">
            <a:normAutofit/>
          </a:bodyPr>
          <a:lstStyle/>
          <a:p>
            <a:r>
              <a:rPr lang="en-BE" sz="2800"/>
              <a:t>Application centric</a:t>
            </a:r>
            <a:endParaRPr lang="nl-BE" sz="2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C8A082-95CF-4D4E-AB5B-2D79069AC9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" t="1637"/>
          <a:stretch/>
        </p:blipFill>
        <p:spPr>
          <a:xfrm>
            <a:off x="434341" y="154521"/>
            <a:ext cx="5266594" cy="6520915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F19FD1C-CAED-20EA-88AA-553859569802}"/>
              </a:ext>
            </a:extLst>
          </p:cNvPr>
          <p:cNvSpPr txBox="1">
            <a:spLocks/>
          </p:cNvSpPr>
          <p:nvPr/>
        </p:nvSpPr>
        <p:spPr>
          <a:xfrm>
            <a:off x="161795" y="6463045"/>
            <a:ext cx="2146739" cy="28696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26511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623888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B0F0"/>
              </a:buClr>
              <a:buFont typeface="Calibri Light" panose="020F0302020204030204" pitchFamily="34" charset="0"/>
              <a:buChar char="̶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896938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B0F0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sz="1100"/>
              <a:t>Illustration credits: </a:t>
            </a:r>
            <a:r>
              <a:rPr lang="en-BE" sz="1100">
                <a:hlinkClick r:id="rId3"/>
              </a:rPr>
              <a:t>Ivo Velitchkov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356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Placeholder 1">
            <a:extLst>
              <a:ext uri="{FF2B5EF4-FFF2-40B4-BE49-F238E27FC236}">
                <a16:creationId xmlns:a16="http://schemas.microsoft.com/office/drawing/2014/main" id="{68A95A13-2D22-C3E4-B04D-9BA6832FC3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6763" y="1786070"/>
            <a:ext cx="5565457" cy="4520725"/>
          </a:xfrm>
        </p:spPr>
        <p:txBody>
          <a:bodyPr/>
          <a:lstStyle/>
          <a:p>
            <a:r>
              <a:rPr lang="en-BE"/>
              <a:t>The data is independent of the application. Applications come and go, but the data remains.</a:t>
            </a:r>
          </a:p>
          <a:p>
            <a:endParaRPr lang="en-BE" dirty="0"/>
          </a:p>
          <a:p>
            <a:r>
              <a:rPr lang="en-BE"/>
              <a:t>1 common data model</a:t>
            </a:r>
          </a:p>
          <a:p>
            <a:endParaRPr lang="en-BE" dirty="0"/>
          </a:p>
          <a:p>
            <a:r>
              <a:rPr lang="en-BE"/>
              <a:t>Shared data functionalities</a:t>
            </a:r>
            <a:endParaRPr lang="en-BE" dirty="0"/>
          </a:p>
          <a:p>
            <a:endParaRPr lang="en-BE" dirty="0"/>
          </a:p>
          <a:p>
            <a:r>
              <a:rPr lang="en-BE"/>
              <a:t>Integration is a fact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238772-E528-4312-8DF2-4FFD27057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06763" y="1213529"/>
            <a:ext cx="4726425" cy="485080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F048E-7FE2-42ED-B433-8701C1B06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70B80B4-B953-6547-A044-6E303DFD4AF3}" type="slidenum">
              <a:rPr kumimoji="0" lang="nl-BE" sz="1300" b="0" i="0" u="none" strike="noStrike" kern="1200" cap="none" spc="0" normalizeH="0" baseline="0" noProof="0" smtClean="0">
                <a:ln>
                  <a:noFill/>
                </a:ln>
                <a:solidFill>
                  <a:srgbClr val="213A53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BE" sz="1300" b="0" i="0" u="none" strike="noStrike" kern="1200" cap="none" spc="0" normalizeH="0" baseline="0" noProof="0">
              <a:ln>
                <a:noFill/>
              </a:ln>
              <a:solidFill>
                <a:srgbClr val="213A53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33" name="Text Placeholder 4">
            <a:extLst>
              <a:ext uri="{FF2B5EF4-FFF2-40B4-BE49-F238E27FC236}">
                <a16:creationId xmlns:a16="http://schemas.microsoft.com/office/drawing/2014/main" id="{33C4776F-A5B8-7653-CFCE-535F4A2513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73617" y="154522"/>
            <a:ext cx="2237174" cy="360363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459B3D-8FE8-494F-83FA-D7632EB8F4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6763" y="845232"/>
            <a:ext cx="5146585" cy="478554"/>
          </a:xfrm>
        </p:spPr>
        <p:txBody>
          <a:bodyPr anchor="t">
            <a:normAutofit/>
          </a:bodyPr>
          <a:lstStyle/>
          <a:p>
            <a:r>
              <a:rPr lang="en-BE" sz="2800"/>
              <a:t>Data centric</a:t>
            </a:r>
            <a:endParaRPr lang="nl-BE" sz="280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AA69294-28D1-FAB8-5149-F4AC0D16792C}"/>
              </a:ext>
            </a:extLst>
          </p:cNvPr>
          <p:cNvSpPr txBox="1">
            <a:spLocks/>
          </p:cNvSpPr>
          <p:nvPr/>
        </p:nvSpPr>
        <p:spPr>
          <a:xfrm>
            <a:off x="10045261" y="6163315"/>
            <a:ext cx="2146739" cy="28696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26511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623888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B0F0"/>
              </a:buClr>
              <a:buFont typeface="Calibri Light" panose="020F0302020204030204" pitchFamily="34" charset="0"/>
              <a:buChar char="̶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896938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B0F0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sz="1100"/>
              <a:t>Illustration credits: </a:t>
            </a:r>
            <a:r>
              <a:rPr lang="en-BE" sz="1100">
                <a:hlinkClick r:id="rId3"/>
              </a:rPr>
              <a:t>Ivo Velitchkov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1568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3B9802-1111-3B25-1917-6B7C37E2BE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841DA-602A-B32F-A673-ACB5236FD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0B80B4-B953-6547-A044-6E303DFD4AF3}" type="slidenum">
              <a:rPr kumimoji="0" lang="nl-BE" sz="1300" b="0" i="0" u="none" strike="noStrike" kern="1200" cap="none" spc="0" normalizeH="0" baseline="0" noProof="0" smtClean="0">
                <a:ln>
                  <a:noFill/>
                </a:ln>
                <a:solidFill>
                  <a:srgbClr val="213A53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BE" sz="1300" b="0" i="0" u="none" strike="noStrike" kern="1200" cap="none" spc="0" normalizeH="0" baseline="0" noProof="0" dirty="0">
              <a:ln>
                <a:noFill/>
              </a:ln>
              <a:solidFill>
                <a:srgbClr val="213A53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8A80F-21C4-2FFA-A1F4-86C8CFB4E1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Play with the parts</a:t>
            </a:r>
            <a:endParaRPr lang="nl-BE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6C77EC-0FF5-2003-A20E-83833BA2681D}"/>
              </a:ext>
            </a:extLst>
          </p:cNvPr>
          <p:cNvGrpSpPr/>
          <p:nvPr/>
        </p:nvGrpSpPr>
        <p:grpSpPr>
          <a:xfrm>
            <a:off x="371260" y="2007555"/>
            <a:ext cx="1739423" cy="3086960"/>
            <a:chOff x="220006" y="2007554"/>
            <a:chExt cx="2151934" cy="39326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11D19E-D8E1-72B8-0C77-708C67A22F0C}"/>
                </a:ext>
              </a:extLst>
            </p:cNvPr>
            <p:cNvSpPr/>
            <p:nvPr/>
          </p:nvSpPr>
          <p:spPr>
            <a:xfrm>
              <a:off x="220006" y="2007554"/>
              <a:ext cx="2151934" cy="393260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07ABB2-D6FA-E7D2-68F0-17D0664CFC1F}"/>
                </a:ext>
              </a:extLst>
            </p:cNvPr>
            <p:cNvSpPr/>
            <p:nvPr/>
          </p:nvSpPr>
          <p:spPr>
            <a:xfrm>
              <a:off x="474388" y="3441673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8086BD-964C-D491-B409-EB1F480210CD}"/>
                </a:ext>
              </a:extLst>
            </p:cNvPr>
            <p:cNvSpPr/>
            <p:nvPr/>
          </p:nvSpPr>
          <p:spPr>
            <a:xfrm>
              <a:off x="474388" y="3886841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Rules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B88389-3F9A-4D03-98C2-229C74FD110D}"/>
                </a:ext>
              </a:extLst>
            </p:cNvPr>
            <p:cNvSpPr/>
            <p:nvPr/>
          </p:nvSpPr>
          <p:spPr>
            <a:xfrm>
              <a:off x="474388" y="4396750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model</a:t>
              </a:r>
              <a:endParaRPr kumimoji="0" lang="nl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CCB5C4-0D50-39F0-A6AC-E2F3E023372F}"/>
                </a:ext>
              </a:extLst>
            </p:cNvPr>
            <p:cNvSpPr/>
            <p:nvPr/>
          </p:nvSpPr>
          <p:spPr>
            <a:xfrm>
              <a:off x="474388" y="4857674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...</a:t>
              </a:r>
              <a:endParaRPr kumimoji="0" lang="nl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4E892E-B4E0-EC4B-6635-E60350ACE0D2}"/>
                </a:ext>
              </a:extLst>
            </p:cNvPr>
            <p:cNvSpPr/>
            <p:nvPr/>
          </p:nvSpPr>
          <p:spPr>
            <a:xfrm>
              <a:off x="474388" y="2192614"/>
              <a:ext cx="1643170" cy="3575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GUI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728C5E-9B3D-6BB6-D450-8C5A202A0AE0}"/>
                </a:ext>
              </a:extLst>
            </p:cNvPr>
            <p:cNvSpPr/>
            <p:nvPr/>
          </p:nvSpPr>
          <p:spPr>
            <a:xfrm>
              <a:off x="474388" y="2654112"/>
              <a:ext cx="1643170" cy="3575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 logic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E7D9BE-3A54-002A-E7BC-0EEDEED29285}"/>
                </a:ext>
              </a:extLst>
            </p:cNvPr>
            <p:cNvSpPr/>
            <p:nvPr/>
          </p:nvSpPr>
          <p:spPr>
            <a:xfrm>
              <a:off x="474388" y="5367583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DB</a:t>
              </a:r>
              <a:endParaRPr kumimoji="0" lang="nl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A868584-C10A-2278-2152-ED5A7BA295E3}"/>
              </a:ext>
            </a:extLst>
          </p:cNvPr>
          <p:cNvGrpSpPr/>
          <p:nvPr/>
        </p:nvGrpSpPr>
        <p:grpSpPr>
          <a:xfrm>
            <a:off x="2263083" y="2007555"/>
            <a:ext cx="1739423" cy="3086960"/>
            <a:chOff x="220006" y="2007554"/>
            <a:chExt cx="2151934" cy="393260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4649E4-4901-CF41-DF99-84FA6CA1129C}"/>
                </a:ext>
              </a:extLst>
            </p:cNvPr>
            <p:cNvSpPr/>
            <p:nvPr/>
          </p:nvSpPr>
          <p:spPr>
            <a:xfrm>
              <a:off x="220006" y="2007554"/>
              <a:ext cx="2151934" cy="393260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E6CF68-3316-9CAF-F2CC-88BC4C2FDCB3}"/>
                </a:ext>
              </a:extLst>
            </p:cNvPr>
            <p:cNvSpPr/>
            <p:nvPr/>
          </p:nvSpPr>
          <p:spPr>
            <a:xfrm>
              <a:off x="474388" y="3441673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34A0499-6D46-F776-6A13-3CC84845CCBF}"/>
                </a:ext>
              </a:extLst>
            </p:cNvPr>
            <p:cNvSpPr/>
            <p:nvPr/>
          </p:nvSpPr>
          <p:spPr>
            <a:xfrm>
              <a:off x="474388" y="3886841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Rules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91F5771-820A-BE86-7D1A-2117E4C8DFEE}"/>
                </a:ext>
              </a:extLst>
            </p:cNvPr>
            <p:cNvSpPr/>
            <p:nvPr/>
          </p:nvSpPr>
          <p:spPr>
            <a:xfrm>
              <a:off x="474388" y="4396750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model</a:t>
              </a:r>
              <a:endParaRPr kumimoji="0" lang="nl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38EE139-E891-36F9-0E0F-13B3B6A6E060}"/>
                </a:ext>
              </a:extLst>
            </p:cNvPr>
            <p:cNvSpPr/>
            <p:nvPr/>
          </p:nvSpPr>
          <p:spPr>
            <a:xfrm>
              <a:off x="474388" y="4857674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...</a:t>
              </a:r>
              <a:endParaRPr kumimoji="0" lang="nl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FE5C4DB-3E48-B620-CA7A-90017054E1DB}"/>
                </a:ext>
              </a:extLst>
            </p:cNvPr>
            <p:cNvSpPr/>
            <p:nvPr/>
          </p:nvSpPr>
          <p:spPr>
            <a:xfrm>
              <a:off x="474388" y="2192614"/>
              <a:ext cx="1643170" cy="3575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GUI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389C8B-59C2-AE94-68F8-BCDAE5FFEC95}"/>
                </a:ext>
              </a:extLst>
            </p:cNvPr>
            <p:cNvSpPr/>
            <p:nvPr/>
          </p:nvSpPr>
          <p:spPr>
            <a:xfrm>
              <a:off x="474388" y="2654112"/>
              <a:ext cx="1643170" cy="3575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 logic</a:t>
              </a:r>
              <a:endPara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3A6EDC7-4C8E-F65A-D785-7EF5B443500E}"/>
                </a:ext>
              </a:extLst>
            </p:cNvPr>
            <p:cNvSpPr/>
            <p:nvPr/>
          </p:nvSpPr>
          <p:spPr>
            <a:xfrm>
              <a:off x="474388" y="5367583"/>
              <a:ext cx="1643170" cy="357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DB</a:t>
              </a:r>
              <a:endParaRPr kumimoji="0" lang="nl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5F4F2368-5788-E3D0-2B95-415786AD473D}"/>
              </a:ext>
            </a:extLst>
          </p:cNvPr>
          <p:cNvSpPr/>
          <p:nvPr/>
        </p:nvSpPr>
        <p:spPr>
          <a:xfrm>
            <a:off x="8065232" y="2935218"/>
            <a:ext cx="1739423" cy="2069821"/>
          </a:xfrm>
          <a:prstGeom prst="rect">
            <a:avLst/>
          </a:prstGeom>
          <a:solidFill>
            <a:srgbClr val="E1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BADCA53-9A5E-5654-7AF0-0B1711A5CA42}"/>
              </a:ext>
            </a:extLst>
          </p:cNvPr>
          <p:cNvSpPr/>
          <p:nvPr/>
        </p:nvSpPr>
        <p:spPr>
          <a:xfrm>
            <a:off x="8270851" y="3043813"/>
            <a:ext cx="1328186" cy="2806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DD12F-3609-50E5-91A3-F4008B57E9AF}"/>
              </a:ext>
            </a:extLst>
          </p:cNvPr>
          <p:cNvSpPr/>
          <p:nvPr/>
        </p:nvSpPr>
        <p:spPr>
          <a:xfrm>
            <a:off x="8270850" y="3408227"/>
            <a:ext cx="1328186" cy="2806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Rules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C147AD-E070-8E81-1AAB-A668AEAF201F}"/>
              </a:ext>
            </a:extLst>
          </p:cNvPr>
          <p:cNvSpPr/>
          <p:nvPr/>
        </p:nvSpPr>
        <p:spPr>
          <a:xfrm>
            <a:off x="8270851" y="3793515"/>
            <a:ext cx="1328186" cy="2806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model</a:t>
            </a:r>
            <a:endParaRPr kumimoji="0" lang="nl-B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E3016C-309F-5B6D-1AE2-AB93B8E15D99}"/>
              </a:ext>
            </a:extLst>
          </p:cNvPr>
          <p:cNvSpPr/>
          <p:nvPr/>
        </p:nvSpPr>
        <p:spPr>
          <a:xfrm>
            <a:off x="8270851" y="4155325"/>
            <a:ext cx="1328186" cy="2806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nl-B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A04A6C4-2D2A-3633-B0B0-4EDE4C696C6B}"/>
              </a:ext>
            </a:extLst>
          </p:cNvPr>
          <p:cNvSpPr/>
          <p:nvPr/>
        </p:nvSpPr>
        <p:spPr>
          <a:xfrm>
            <a:off x="8270851" y="4555585"/>
            <a:ext cx="1328186" cy="2806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</a:t>
            </a:r>
            <a:endParaRPr kumimoji="0" lang="nl-B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D24F85-2DE5-CE4A-0FDA-7BD78E5E667A}"/>
              </a:ext>
            </a:extLst>
          </p:cNvPr>
          <p:cNvSpPr/>
          <p:nvPr/>
        </p:nvSpPr>
        <p:spPr>
          <a:xfrm>
            <a:off x="6135088" y="2155898"/>
            <a:ext cx="1739423" cy="9139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E3A5D65-CEBF-76C1-40B5-863A01D0D088}"/>
              </a:ext>
            </a:extLst>
          </p:cNvPr>
          <p:cNvSpPr/>
          <p:nvPr/>
        </p:nvSpPr>
        <p:spPr>
          <a:xfrm>
            <a:off x="6340707" y="2301164"/>
            <a:ext cx="1328186" cy="2806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558DB66-D489-A23F-F7B5-9D1973EE88CA}"/>
              </a:ext>
            </a:extLst>
          </p:cNvPr>
          <p:cNvSpPr/>
          <p:nvPr/>
        </p:nvSpPr>
        <p:spPr>
          <a:xfrm>
            <a:off x="6340707" y="2663423"/>
            <a:ext cx="1328186" cy="2806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logic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3A6D84B-110C-C4D5-D75C-127857A8318D}"/>
              </a:ext>
            </a:extLst>
          </p:cNvPr>
          <p:cNvSpPr/>
          <p:nvPr/>
        </p:nvSpPr>
        <p:spPr>
          <a:xfrm>
            <a:off x="6135088" y="4668596"/>
            <a:ext cx="1739423" cy="9139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0FF8DC8-6D74-0CBF-36FB-9F292B11D745}"/>
              </a:ext>
            </a:extLst>
          </p:cNvPr>
          <p:cNvSpPr/>
          <p:nvPr/>
        </p:nvSpPr>
        <p:spPr>
          <a:xfrm>
            <a:off x="6340707" y="4813862"/>
            <a:ext cx="1328186" cy="2806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AD5A410-12F1-F597-A348-E6B9D673D814}"/>
              </a:ext>
            </a:extLst>
          </p:cNvPr>
          <p:cNvSpPr/>
          <p:nvPr/>
        </p:nvSpPr>
        <p:spPr>
          <a:xfrm>
            <a:off x="6340707" y="5176121"/>
            <a:ext cx="1328186" cy="2806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logic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1275B0A-6A03-FF80-4704-8107446A8A47}"/>
              </a:ext>
            </a:extLst>
          </p:cNvPr>
          <p:cNvSpPr/>
          <p:nvPr/>
        </p:nvSpPr>
        <p:spPr>
          <a:xfrm>
            <a:off x="9995376" y="3458718"/>
            <a:ext cx="1739423" cy="9139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427CCF9-E560-2F56-471E-9C898DA1796F}"/>
              </a:ext>
            </a:extLst>
          </p:cNvPr>
          <p:cNvSpPr/>
          <p:nvPr/>
        </p:nvSpPr>
        <p:spPr>
          <a:xfrm>
            <a:off x="10200995" y="3603984"/>
            <a:ext cx="1328186" cy="2806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0123C76-D018-ED29-6D68-433F1C4ADBCC}"/>
              </a:ext>
            </a:extLst>
          </p:cNvPr>
          <p:cNvSpPr/>
          <p:nvPr/>
        </p:nvSpPr>
        <p:spPr>
          <a:xfrm>
            <a:off x="10200995" y="3966243"/>
            <a:ext cx="1328186" cy="2806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logic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EEF676-C79F-450E-E9C2-E933ED9038E1}"/>
              </a:ext>
            </a:extLst>
          </p:cNvPr>
          <p:cNvSpPr txBox="1"/>
          <p:nvPr/>
        </p:nvSpPr>
        <p:spPr>
          <a:xfrm>
            <a:off x="371260" y="1699778"/>
            <a:ext cx="1739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1</a:t>
            </a:r>
            <a:endParaRPr kumimoji="0" lang="nl-B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C0862A-8DFC-F5E3-30C2-F4BEB176AA22}"/>
              </a:ext>
            </a:extLst>
          </p:cNvPr>
          <p:cNvSpPr txBox="1"/>
          <p:nvPr/>
        </p:nvSpPr>
        <p:spPr>
          <a:xfrm>
            <a:off x="2263083" y="1677566"/>
            <a:ext cx="1739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2</a:t>
            </a:r>
            <a:endParaRPr kumimoji="0" lang="nl-B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D4B111-B43A-D19C-4851-6B8E4D278EFC}"/>
              </a:ext>
            </a:extLst>
          </p:cNvPr>
          <p:cNvSpPr txBox="1"/>
          <p:nvPr/>
        </p:nvSpPr>
        <p:spPr>
          <a:xfrm>
            <a:off x="6135088" y="1839520"/>
            <a:ext cx="1739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1</a:t>
            </a:r>
            <a:endParaRPr kumimoji="0" lang="nl-B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BC461E-6B07-D1C0-111D-F42656D3EB08}"/>
              </a:ext>
            </a:extLst>
          </p:cNvPr>
          <p:cNvSpPr txBox="1"/>
          <p:nvPr/>
        </p:nvSpPr>
        <p:spPr>
          <a:xfrm>
            <a:off x="6135088" y="4360819"/>
            <a:ext cx="1739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2</a:t>
            </a:r>
            <a:endParaRPr kumimoji="0" lang="nl-B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42CBAE-E15A-1198-9A3A-47152401FD7E}"/>
              </a:ext>
            </a:extLst>
          </p:cNvPr>
          <p:cNvSpPr txBox="1"/>
          <p:nvPr/>
        </p:nvSpPr>
        <p:spPr>
          <a:xfrm>
            <a:off x="9995375" y="3184140"/>
            <a:ext cx="1739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3</a:t>
            </a:r>
            <a:endParaRPr kumimoji="0" lang="nl-B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1AF9EA5A-320F-7332-6BB1-FB3C83A26BE9}"/>
              </a:ext>
            </a:extLst>
          </p:cNvPr>
          <p:cNvSpPr/>
          <p:nvPr/>
        </p:nvSpPr>
        <p:spPr>
          <a:xfrm>
            <a:off x="4584604" y="3360777"/>
            <a:ext cx="1017528" cy="61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320BB3-90C8-E9FD-996F-5DD5C71FD1C1}"/>
              </a:ext>
            </a:extLst>
          </p:cNvPr>
          <p:cNvSpPr txBox="1"/>
          <p:nvPr/>
        </p:nvSpPr>
        <p:spPr>
          <a:xfrm>
            <a:off x="1175656" y="5880213"/>
            <a:ext cx="1938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centric</a:t>
            </a: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A2987D7-6A03-619E-D983-3A7116DE02A7}"/>
              </a:ext>
            </a:extLst>
          </p:cNvPr>
          <p:cNvSpPr txBox="1"/>
          <p:nvPr/>
        </p:nvSpPr>
        <p:spPr>
          <a:xfrm>
            <a:off x="8199851" y="5894927"/>
            <a:ext cx="1314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centric</a:t>
            </a: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E03CB78-0720-0B6B-0A71-CE4D81329CF2}"/>
              </a:ext>
            </a:extLst>
          </p:cNvPr>
          <p:cNvSpPr/>
          <p:nvPr/>
        </p:nvSpPr>
        <p:spPr>
          <a:xfrm>
            <a:off x="268132" y="1588168"/>
            <a:ext cx="3884481" cy="4778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D9D8DB0-071D-3149-B1D4-5DBE3E094747}"/>
              </a:ext>
            </a:extLst>
          </p:cNvPr>
          <p:cNvSpPr/>
          <p:nvPr/>
        </p:nvSpPr>
        <p:spPr>
          <a:xfrm>
            <a:off x="5882868" y="1588168"/>
            <a:ext cx="5957351" cy="4778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98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4CD260-EA6A-10C6-2584-F95E02431F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6763" y="1786070"/>
            <a:ext cx="5740717" cy="4520725"/>
          </a:xfrm>
        </p:spPr>
        <p:txBody>
          <a:bodyPr>
            <a:normAutofit/>
          </a:bodyPr>
          <a:lstStyle/>
          <a:p>
            <a:r>
              <a:rPr lang="en-BE"/>
              <a:t>In the end, data centricity is about “</a:t>
            </a:r>
            <a:r>
              <a:rPr lang="en-BE">
                <a:solidFill>
                  <a:schemeClr val="bg2"/>
                </a:solidFill>
              </a:rPr>
              <a:t>sharing</a:t>
            </a:r>
            <a:r>
              <a:rPr lang="en-BE"/>
              <a:t> the same [data/model/code/spaghetti]”.</a:t>
            </a:r>
          </a:p>
          <a:p>
            <a:endParaRPr lang="en-BE"/>
          </a:p>
          <a:p>
            <a:r>
              <a:rPr lang="en-BE"/>
              <a:t>Data centricity is best achieved using </a:t>
            </a:r>
            <a:r>
              <a:rPr lang="en-BE">
                <a:solidFill>
                  <a:schemeClr val="bg2"/>
                </a:solidFill>
              </a:rPr>
              <a:t>Linked data</a:t>
            </a:r>
            <a:r>
              <a:rPr lang="en-BE"/>
              <a:t> technologies. Because Linked data is better at sharing. It is better at enabling reuse then conventional data technologies.</a:t>
            </a:r>
          </a:p>
        </p:txBody>
      </p:sp>
      <p:pic>
        <p:nvPicPr>
          <p:cNvPr id="8" name="Picture 7" descr="A couple of young girls eating spaghetti&#10;&#10;Description automatically generated">
            <a:extLst>
              <a:ext uri="{FF2B5EF4-FFF2-40B4-BE49-F238E27FC236}">
                <a16:creationId xmlns:a16="http://schemas.microsoft.com/office/drawing/2014/main" id="{6E9E5DD4-882B-7B3D-544D-B550F61DF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48" r="11610" b="2"/>
          <a:stretch/>
        </p:blipFill>
        <p:spPr>
          <a:xfrm>
            <a:off x="6806763" y="845232"/>
            <a:ext cx="4726425" cy="5587398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064DA0-0B16-A8CE-79C6-FCF96B5E5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0B80B4-B953-6547-A044-6E303DFD4AF3}" type="slidenum">
              <a:rPr lang="nl-BE" smtClean="0"/>
              <a:pPr>
                <a:spcAft>
                  <a:spcPts val="600"/>
                </a:spcAft>
              </a:pPr>
              <a:t>8</a:t>
            </a:fld>
            <a:endParaRPr lang="nl-BE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7B188BF-4ACC-E18D-CBC3-38929D2175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73617" y="154522"/>
            <a:ext cx="2237174" cy="3603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3943B-0254-BCE9-B29B-70F5D033103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6763" y="845232"/>
            <a:ext cx="5146585" cy="478554"/>
          </a:xfrm>
        </p:spPr>
        <p:txBody>
          <a:bodyPr anchor="t">
            <a:normAutofit/>
          </a:bodyPr>
          <a:lstStyle/>
          <a:p>
            <a:r>
              <a:rPr lang="en-BE" sz="2800"/>
              <a:t>How?</a:t>
            </a:r>
            <a:endParaRPr lang="nl-BE" sz="2800"/>
          </a:p>
        </p:txBody>
      </p:sp>
    </p:spTree>
    <p:extLst>
      <p:ext uri="{BB962C8B-B14F-4D97-AF65-F5344CB8AC3E}">
        <p14:creationId xmlns:p14="http://schemas.microsoft.com/office/powerpoint/2010/main" val="396134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834FB8-0830-A959-3F44-86CF12172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6B8D97-A332-E713-90B6-3171E2959F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D8A0F-DB47-87E7-3E81-B1356EEFB0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BE"/>
          </a:p>
          <a:p>
            <a:endParaRPr lang="en-BE"/>
          </a:p>
          <a:p>
            <a:endParaRPr lang="en-BE"/>
          </a:p>
          <a:p>
            <a:pPr algn="ctr"/>
            <a:r>
              <a:rPr lang="en-BE" sz="4000"/>
              <a:t>Linked data is all about smart </a:t>
            </a:r>
            <a:r>
              <a:rPr lang="en-BE" sz="4000">
                <a:solidFill>
                  <a:schemeClr val="accent1"/>
                </a:solidFill>
              </a:rPr>
              <a:t>standardisation</a:t>
            </a:r>
          </a:p>
          <a:p>
            <a:pPr algn="ctr"/>
            <a:endParaRPr lang="en-BE" sz="4000">
              <a:solidFill>
                <a:schemeClr val="accent1"/>
              </a:solidFill>
            </a:endParaRPr>
          </a:p>
          <a:p>
            <a:pPr algn="ctr"/>
            <a:r>
              <a:rPr lang="en-BE" sz="3200"/>
              <a:t>Identity – Structure – Meaning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6DD490-9153-A7AA-AFFD-752274C0E7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Linked data is...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13615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F07C50-CFFE-E1FC-512F-5BC96A90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88EA5-D78F-1136-80E5-2D7B65840F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F00A0-4B88-E80A-A581-10D8B08924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5119373" cy="4518909"/>
          </a:xfrm>
        </p:spPr>
        <p:txBody>
          <a:bodyPr/>
          <a:lstStyle/>
          <a:p>
            <a:r>
              <a:rPr lang="en-BE"/>
              <a:t>How to identify data entities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BE"/>
              <a:t>Use URI’s</a:t>
            </a:r>
          </a:p>
          <a:p>
            <a:endParaRPr lang="en-BE"/>
          </a:p>
          <a:p>
            <a:r>
              <a:rPr lang="en-BE"/>
              <a:t>How to structure data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BE"/>
              <a:t>Use RDF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en-BE"/>
          </a:p>
          <a:p>
            <a:r>
              <a:rPr lang="en-BE"/>
              <a:t>How to define the meaning of data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BE"/>
              <a:t>Use ontologies / vocabulaires</a:t>
            </a:r>
          </a:p>
          <a:p>
            <a:endParaRPr lang="en-BE"/>
          </a:p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CEF-AF2D-CB61-B8DA-5ADAD26373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Linked data standardises...</a:t>
            </a:r>
            <a:endParaRPr lang="nl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AB6CAB-FBFD-C984-6D19-43FD5A14ED38}"/>
              </a:ext>
            </a:extLst>
          </p:cNvPr>
          <p:cNvSpPr/>
          <p:nvPr/>
        </p:nvSpPr>
        <p:spPr>
          <a:xfrm>
            <a:off x="5889187" y="1611548"/>
            <a:ext cx="5575778" cy="45189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nl-BE">
                <a:solidFill>
                  <a:schemeClr val="tx1"/>
                </a:solidFill>
              </a:rPr>
              <a:t>Brussel-Centraal</a:t>
            </a:r>
            <a:r>
              <a:rPr lang="en-BE">
                <a:solidFill>
                  <a:schemeClr val="tx1"/>
                </a:solidFill>
              </a:rPr>
              <a:t> </a:t>
            </a:r>
            <a:r>
              <a:rPr lang="en-BE">
                <a:solidFill>
                  <a:schemeClr val="bg2"/>
                </a:solidFill>
              </a:rPr>
              <a:t>is a </a:t>
            </a:r>
            <a:r>
              <a:rPr lang="en-BE">
                <a:solidFill>
                  <a:schemeClr val="tx1"/>
                </a:solidFill>
              </a:rPr>
              <a:t>station</a:t>
            </a:r>
            <a:r>
              <a:rPr lang="en-BE">
                <a:solidFill>
                  <a:schemeClr val="bg2"/>
                </a:solidFill>
              </a:rPr>
              <a:t> in </a:t>
            </a:r>
            <a:r>
              <a:rPr lang="en-BE">
                <a:solidFill>
                  <a:schemeClr val="tx1"/>
                </a:solidFill>
              </a:rPr>
              <a:t>Belgium.</a:t>
            </a:r>
          </a:p>
          <a:p>
            <a:endParaRPr lang="en-BE">
              <a:solidFill>
                <a:schemeClr val="tx1"/>
              </a:solidFill>
            </a:endParaRPr>
          </a:p>
          <a:p>
            <a:r>
              <a:rPr lang="nl-BE" sz="1600">
                <a:solidFill>
                  <a:schemeClr val="tx1"/>
                </a:solidFill>
              </a:rPr>
              <a:t>Brussel-Centraal</a:t>
            </a:r>
            <a:r>
              <a:rPr lang="en-BE" sz="1600">
                <a:solidFill>
                  <a:schemeClr val="tx1"/>
                </a:solidFill>
              </a:rPr>
              <a:t> = </a:t>
            </a:r>
            <a:r>
              <a:rPr lang="nl-BE" sz="1200">
                <a:solidFill>
                  <a:schemeClr val="tx1"/>
                </a:solidFill>
                <a:hlinkClick r:id="rId3"/>
              </a:rPr>
              <a:t>http://data.europa.eu/949/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...</a:t>
            </a:r>
            <a:r>
              <a:rPr lang="nl-BE" sz="1200">
                <a:solidFill>
                  <a:schemeClr val="tx1"/>
                </a:solidFill>
                <a:hlinkClick r:id="rId3"/>
              </a:rPr>
              <a:t>/operationalPoints/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BEFBCL</a:t>
            </a:r>
            <a:endParaRPr lang="en-BE" sz="1200">
              <a:solidFill>
                <a:schemeClr val="tx1"/>
              </a:solidFill>
            </a:endParaRPr>
          </a:p>
          <a:p>
            <a:r>
              <a:rPr lang="en-BE" sz="1600">
                <a:solidFill>
                  <a:schemeClr val="tx1"/>
                </a:solidFill>
              </a:rPr>
              <a:t>Station = </a:t>
            </a:r>
            <a:r>
              <a:rPr lang="nl-BE" sz="1200">
                <a:solidFill>
                  <a:schemeClr val="tx1"/>
                </a:solidFill>
                <a:hlinkClick r:id="rId4"/>
              </a:rPr>
              <a:t>http://data.europa.eu/949/</a:t>
            </a:r>
            <a:r>
              <a:rPr lang="en-BE" sz="1200">
                <a:solidFill>
                  <a:schemeClr val="tx1"/>
                </a:solidFill>
                <a:hlinkClick r:id="rId4"/>
              </a:rPr>
              <a:t>...</a:t>
            </a:r>
            <a:r>
              <a:rPr lang="nl-BE" sz="1200">
                <a:solidFill>
                  <a:schemeClr val="tx1"/>
                </a:solidFill>
                <a:hlinkClick r:id="rId4"/>
              </a:rPr>
              <a:t>/op-types/rinf/10</a:t>
            </a:r>
            <a:endParaRPr lang="en-BE" sz="1200">
              <a:solidFill>
                <a:schemeClr val="tx1"/>
              </a:solidFill>
            </a:endParaRPr>
          </a:p>
          <a:p>
            <a:r>
              <a:rPr lang="en-BE" sz="1600">
                <a:solidFill>
                  <a:schemeClr val="tx1"/>
                </a:solidFill>
              </a:rPr>
              <a:t>Belgium = </a:t>
            </a:r>
            <a:r>
              <a:rPr lang="nl-BE" sz="1200">
                <a:solidFill>
                  <a:schemeClr val="tx1"/>
                </a:solidFill>
                <a:hlinkClick r:id="rId5"/>
              </a:rPr>
              <a:t>http://publications.europa.eu/resource/authority/country/</a:t>
            </a:r>
            <a:r>
              <a:rPr lang="en-BE" sz="1200">
                <a:solidFill>
                  <a:schemeClr val="tx1"/>
                </a:solidFill>
                <a:hlinkClick r:id="rId5"/>
              </a:rPr>
              <a:t>BEL</a:t>
            </a:r>
            <a:endParaRPr lang="en-BE" sz="1200">
              <a:solidFill>
                <a:schemeClr val="tx1"/>
              </a:solidFill>
            </a:endParaRPr>
          </a:p>
          <a:p>
            <a:endParaRPr lang="en-BE" sz="12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r>
              <a:rPr lang="nl-BE" sz="1600">
                <a:solidFill>
                  <a:schemeClr val="tx1"/>
                </a:solidFill>
              </a:rPr>
              <a:t>Brussel-Centraal is a station</a:t>
            </a:r>
            <a:r>
              <a:rPr lang="en-BE" sz="1600">
                <a:solidFill>
                  <a:schemeClr val="tx1"/>
                </a:solidFill>
              </a:rPr>
              <a:t>.</a:t>
            </a:r>
          </a:p>
          <a:p>
            <a:r>
              <a:rPr lang="nl-BE" sz="1600">
                <a:solidFill>
                  <a:schemeClr val="tx1"/>
                </a:solidFill>
              </a:rPr>
              <a:t>Brussel-Centraal</a:t>
            </a:r>
            <a:r>
              <a:rPr lang="en-BE" sz="1600">
                <a:solidFill>
                  <a:schemeClr val="tx1"/>
                </a:solidFill>
              </a:rPr>
              <a:t> lies in Belgium.</a:t>
            </a: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r>
              <a:rPr lang="en-BE" sz="1600">
                <a:solidFill>
                  <a:schemeClr val="tx1"/>
                </a:solidFill>
              </a:rPr>
              <a:t>Let’s agree on using ERA vocabulary!</a:t>
            </a:r>
          </a:p>
          <a:p>
            <a:r>
              <a:rPr lang="en-BE" sz="1600">
                <a:solidFill>
                  <a:schemeClr val="tx1"/>
                </a:solidFill>
              </a:rPr>
              <a:t>Type of operational point = </a:t>
            </a:r>
            <a:r>
              <a:rPr lang="nl-BE" sz="1600">
                <a:solidFill>
                  <a:schemeClr val="tx1"/>
                </a:solidFill>
                <a:hlinkClick r:id="rId6"/>
              </a:rPr>
              <a:t>http://data.europa.eu/949/opType</a:t>
            </a:r>
            <a:r>
              <a:rPr lang="en-BE" sz="1600">
                <a:solidFill>
                  <a:schemeClr val="tx1"/>
                </a:solidFill>
              </a:rPr>
              <a:t> </a:t>
            </a:r>
          </a:p>
          <a:p>
            <a:r>
              <a:rPr lang="nl-BE" sz="1600">
                <a:solidFill>
                  <a:schemeClr val="tx1"/>
                </a:solidFill>
              </a:rPr>
              <a:t>I</a:t>
            </a:r>
            <a:r>
              <a:rPr lang="en-BE" sz="1600">
                <a:solidFill>
                  <a:schemeClr val="tx1"/>
                </a:solidFill>
              </a:rPr>
              <a:t>n country = </a:t>
            </a:r>
            <a:r>
              <a:rPr lang="nl-BE" sz="1600">
                <a:solidFill>
                  <a:schemeClr val="tx1"/>
                </a:solidFill>
                <a:hlinkClick r:id="rId7"/>
              </a:rPr>
              <a:t>http://data.europa.eu/949/inCountr</a:t>
            </a:r>
            <a:r>
              <a:rPr lang="en-BE" sz="1600">
                <a:solidFill>
                  <a:schemeClr val="tx1"/>
                </a:solidFill>
                <a:hlinkClick r:id="rId7"/>
              </a:rPr>
              <a:t>y</a:t>
            </a:r>
            <a:r>
              <a:rPr lang="en-BE" sz="1600">
                <a:solidFill>
                  <a:schemeClr val="tx1"/>
                </a:solidFill>
              </a:rPr>
              <a:t> </a:t>
            </a: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88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375334-A48D-4E54-DCAD-5D1D9B1D1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C664F-28A8-D0AE-FAC2-AF47231EBD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8AD96-3090-9627-5788-E46A7B82ED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BE"/>
              <a:t>Removes ambiguity</a:t>
            </a:r>
          </a:p>
          <a:p>
            <a:r>
              <a:rPr lang="en-BE"/>
              <a:t>Machine reabability, everything is data</a:t>
            </a:r>
          </a:p>
          <a:p>
            <a:r>
              <a:rPr lang="en-BE"/>
              <a:t>Enables interoperability (of models, data ánd software)</a:t>
            </a:r>
          </a:p>
          <a:p>
            <a:r>
              <a:rPr lang="en-BE"/>
              <a:t>Enables reuse (of models, data ánd software)</a:t>
            </a:r>
          </a:p>
          <a:p>
            <a:r>
              <a:rPr lang="en-BE"/>
              <a:t>Allows easy model exten</a:t>
            </a:r>
            <a:r>
              <a:rPr lang="nl-BE"/>
              <a:t>s</a:t>
            </a:r>
            <a:r>
              <a:rPr lang="en-BE"/>
              <a:t>ion</a:t>
            </a:r>
          </a:p>
          <a:p>
            <a:r>
              <a:rPr lang="en-BE"/>
              <a:t>Just uses HTTP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E44B5-5E32-2A7E-A84E-EF53512228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Why is Linked data a good idea?</a:t>
            </a:r>
            <a:endParaRPr lang="nl-B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48F3F19-7709-398C-9110-962EEE32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92903" l="10000" r="90000">
                        <a14:foregroundMark x1="37979" y1="89793" x2="52872" y2="90112"/>
                        <a14:foregroundMark x1="79362" y1="92424" x2="74468" y2="929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571" y="1410939"/>
            <a:ext cx="3663220" cy="488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447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AF157F-C0FD-6944-973B-A0C90820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C456F-35C2-C876-E312-A327D3B7C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F588C-71B5-C898-392F-8CCDFB2A6D3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BE"/>
              <a:t>Started building an Enterprise ontology (using ERA vocabulary, RTM/RSM, E</a:t>
            </a:r>
            <a:r>
              <a:rPr lang="nl-BE"/>
              <a:t>u</a:t>
            </a:r>
            <a:r>
              <a:rPr lang="en-BE"/>
              <a:t>lynx, RailML and other international standard models).</a:t>
            </a:r>
          </a:p>
          <a:p>
            <a:endParaRPr lang="en-BE"/>
          </a:p>
          <a:p>
            <a:r>
              <a:rPr lang="en-BE"/>
              <a:t>Started 3 courses on Linked </a:t>
            </a:r>
            <a:r>
              <a:rPr lang="en-BE">
                <a:solidFill>
                  <a:schemeClr val="bg2"/>
                </a:solidFill>
              </a:rPr>
              <a:t>data</a:t>
            </a:r>
            <a:r>
              <a:rPr lang="en-BE"/>
              <a:t> for &gt;60 employees.</a:t>
            </a:r>
          </a:p>
          <a:p>
            <a:endParaRPr lang="en-BE"/>
          </a:p>
          <a:p>
            <a:r>
              <a:rPr lang="en-BE"/>
              <a:t>Started building a </a:t>
            </a:r>
            <a:r>
              <a:rPr lang="en-BE">
                <a:solidFill>
                  <a:schemeClr val="bg2"/>
                </a:solidFill>
              </a:rPr>
              <a:t>data</a:t>
            </a:r>
            <a:r>
              <a:rPr lang="en-BE"/>
              <a:t> centric software architecture based on Linked </a:t>
            </a:r>
            <a:r>
              <a:rPr lang="en-BE">
                <a:solidFill>
                  <a:schemeClr val="bg2"/>
                </a:solidFill>
              </a:rPr>
              <a:t>data</a:t>
            </a:r>
            <a:r>
              <a:rPr lang="en-BE"/>
              <a:t>.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31716-DE7A-14C8-FE8A-A34FE6D741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What’s happening at Infrabel?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338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579B2FE-D2B0-4818-94E5-7993647198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98577" y="1916888"/>
            <a:ext cx="2280390" cy="1772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E1AEB242-293A-4685-9AC1-50C4B56460FF}"/>
              </a:ext>
            </a:extLst>
          </p:cNvPr>
          <p:cNvSpPr/>
          <p:nvPr/>
        </p:nvSpPr>
        <p:spPr>
          <a:xfrm>
            <a:off x="10276048" y="3617254"/>
            <a:ext cx="976724" cy="612648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RINF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RDF/TTL</a:t>
            </a:r>
          </a:p>
        </p:txBody>
      </p:sp>
      <p:pic>
        <p:nvPicPr>
          <p:cNvPr id="35" name="Picture 2" descr="Commit2Data">
            <a:extLst>
              <a:ext uri="{FF2B5EF4-FFF2-40B4-BE49-F238E27FC236}">
                <a16:creationId xmlns:a16="http://schemas.microsoft.com/office/drawing/2014/main" id="{B8B27726-05BA-3D6E-15D7-613B0EF17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454" y="2085096"/>
            <a:ext cx="4764278" cy="3368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C9490C6-EC35-F230-FBA1-930230B6A8D6}"/>
              </a:ext>
            </a:extLst>
          </p:cNvPr>
          <p:cNvSpPr txBox="1"/>
          <p:nvPr/>
        </p:nvSpPr>
        <p:spPr>
          <a:xfrm>
            <a:off x="3181184" y="2364843"/>
            <a:ext cx="1796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Asset Repository</a:t>
            </a:r>
            <a:endParaRPr lang="nl-B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76C887-C71E-D639-31F4-0A6BBB7E1A30}"/>
              </a:ext>
            </a:extLst>
          </p:cNvPr>
          <p:cNvSpPr txBox="1"/>
          <p:nvPr/>
        </p:nvSpPr>
        <p:spPr>
          <a:xfrm>
            <a:off x="1918423" y="4266675"/>
            <a:ext cx="190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BE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Transactional data</a:t>
            </a:r>
            <a:endParaRPr lang="nl-BE" dirty="0"/>
          </a:p>
        </p:txBody>
      </p:sp>
      <p:pic>
        <p:nvPicPr>
          <p:cNvPr id="1028" name="Picture 4" descr="gist - The Semantic Arts Minimalist Upper Ontology">
            <a:extLst>
              <a:ext uri="{FF2B5EF4-FFF2-40B4-BE49-F238E27FC236}">
                <a16:creationId xmlns:a16="http://schemas.microsoft.com/office/drawing/2014/main" id="{8AF3975B-B0F5-3873-232F-48B57B9EA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401" y="5471903"/>
            <a:ext cx="846160" cy="45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A032882-9155-D48E-CC7A-2A7308D492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5353" y="6152394"/>
            <a:ext cx="1719912" cy="56955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68186C3-DEA7-DBE9-A2E6-D3CAC133DA5B}"/>
              </a:ext>
            </a:extLst>
          </p:cNvPr>
          <p:cNvSpPr txBox="1"/>
          <p:nvPr/>
        </p:nvSpPr>
        <p:spPr>
          <a:xfrm>
            <a:off x="6546358" y="4645072"/>
            <a:ext cx="190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BE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data</a:t>
            </a:r>
            <a:endParaRPr lang="nl-BE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1EDECA-BBAB-5D65-3552-ACFE683AA2CF}"/>
              </a:ext>
            </a:extLst>
          </p:cNvPr>
          <p:cNvSpPr txBox="1"/>
          <p:nvPr/>
        </p:nvSpPr>
        <p:spPr>
          <a:xfrm>
            <a:off x="6446876" y="2364843"/>
            <a:ext cx="1005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BE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 data</a:t>
            </a:r>
            <a:endParaRPr lang="nl-BE" dirty="0"/>
          </a:p>
        </p:txBody>
      </p:sp>
      <p:sp>
        <p:nvSpPr>
          <p:cNvPr id="43" name="Google Shape;706;g127c66a52d3_0_2086">
            <a:extLst>
              <a:ext uri="{FF2B5EF4-FFF2-40B4-BE49-F238E27FC236}">
                <a16:creationId xmlns:a16="http://schemas.microsoft.com/office/drawing/2014/main" id="{B7BBF98B-E9E0-9BC0-5E93-C2DCF7260B79}"/>
              </a:ext>
            </a:extLst>
          </p:cNvPr>
          <p:cNvSpPr txBox="1"/>
          <p:nvPr/>
        </p:nvSpPr>
        <p:spPr>
          <a:xfrm>
            <a:off x="8108057" y="5414363"/>
            <a:ext cx="1315200" cy="535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885B6"/>
                </a:solidFill>
                <a:latin typeface="Arial"/>
                <a:ea typeface="Arial"/>
                <a:cs typeface="Arial"/>
                <a:sym typeface="Arial"/>
              </a:rPr>
              <a:t>ERA Ontology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1" i="0" u="none" strike="noStrike" cap="none" dirty="0">
                <a:solidFill>
                  <a:srgbClr val="0885B6"/>
                </a:solidFill>
                <a:latin typeface="Arial"/>
                <a:ea typeface="Arial"/>
                <a:cs typeface="Arial"/>
                <a:sym typeface="Arial"/>
              </a:rPr>
              <a:t>Semantic Vocabulary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9FC7D27D-CD17-F97B-FDE5-69E3FEE381F0}"/>
              </a:ext>
            </a:extLst>
          </p:cNvPr>
          <p:cNvSpPr/>
          <p:nvPr/>
        </p:nvSpPr>
        <p:spPr>
          <a:xfrm>
            <a:off x="9086919" y="3653407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2A7E5EC7-114B-4760-3025-D52EB816E56C}"/>
              </a:ext>
            </a:extLst>
          </p:cNvPr>
          <p:cNvSpPr/>
          <p:nvPr/>
        </p:nvSpPr>
        <p:spPr>
          <a:xfrm rot="12203248">
            <a:off x="2685991" y="3009797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04AFA33-17FA-DD0C-3445-4055FDC334E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2" b="20263"/>
          <a:stretch/>
        </p:blipFill>
        <p:spPr>
          <a:xfrm>
            <a:off x="3884675" y="245516"/>
            <a:ext cx="2237020" cy="1319636"/>
          </a:xfrm>
          <a:prstGeom prst="rect">
            <a:avLst/>
          </a:prstGeom>
          <a:noFill/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F4D55C2-6C2C-7BD6-58F6-FB08D3952F50}"/>
              </a:ext>
            </a:extLst>
          </p:cNvPr>
          <p:cNvSpPr txBox="1"/>
          <p:nvPr/>
        </p:nvSpPr>
        <p:spPr>
          <a:xfrm>
            <a:off x="5500311" y="1214410"/>
            <a:ext cx="621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BE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BIM</a:t>
            </a:r>
            <a:endParaRPr lang="nl-BE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29D61D-1CC3-DC01-BA23-9582C648F357}"/>
              </a:ext>
            </a:extLst>
          </p:cNvPr>
          <p:cNvSpPr txBox="1"/>
          <p:nvPr/>
        </p:nvSpPr>
        <p:spPr>
          <a:xfrm>
            <a:off x="5860891" y="6075620"/>
            <a:ext cx="20321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BE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OWL RDFS SKOS </a:t>
            </a:r>
            <a:r>
              <a:rPr kumimoji="0" lang="en-BE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GeoSPARQL</a:t>
            </a:r>
            <a:r>
              <a:rPr kumimoji="0" lang="en-BE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</a:t>
            </a:r>
            <a:endParaRPr lang="nl-BE" dirty="0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7DC7568B-38C8-0247-A1B4-8E7F2452FB56}"/>
              </a:ext>
            </a:extLst>
          </p:cNvPr>
          <p:cNvSpPr/>
          <p:nvPr/>
        </p:nvSpPr>
        <p:spPr>
          <a:xfrm rot="15300000">
            <a:off x="4836205" y="2050355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D65BD69F-D766-8D0D-F212-95F346B045B5}"/>
              </a:ext>
            </a:extLst>
          </p:cNvPr>
          <p:cNvSpPr/>
          <p:nvPr/>
        </p:nvSpPr>
        <p:spPr>
          <a:xfrm rot="4500000">
            <a:off x="5364017" y="1986339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10AA696-0E08-FF6B-5F94-D9CC73D9D5D5}"/>
              </a:ext>
            </a:extLst>
          </p:cNvPr>
          <p:cNvGrpSpPr/>
          <p:nvPr/>
        </p:nvGrpSpPr>
        <p:grpSpPr>
          <a:xfrm>
            <a:off x="1771925" y="5443035"/>
            <a:ext cx="919080" cy="519097"/>
            <a:chOff x="5942707" y="95483"/>
            <a:chExt cx="1854856" cy="1137016"/>
          </a:xfrm>
        </p:grpSpPr>
        <p:sp>
          <p:nvSpPr>
            <p:cNvPr id="1192" name="Rectangle 1191">
              <a:extLst>
                <a:ext uri="{FF2B5EF4-FFF2-40B4-BE49-F238E27FC236}">
                  <a16:creationId xmlns:a16="http://schemas.microsoft.com/office/drawing/2014/main" id="{19FB92AE-C90D-8690-A82F-B28E9B94F0DE}"/>
                </a:ext>
              </a:extLst>
            </p:cNvPr>
            <p:cNvSpPr/>
            <p:nvPr/>
          </p:nvSpPr>
          <p:spPr>
            <a:xfrm>
              <a:off x="5942707" y="95483"/>
              <a:ext cx="1854856" cy="11370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8" noProof="1">
                <a:solidFill>
                  <a:srgbClr val="4D4F53"/>
                </a:solidFill>
              </a:endParaRPr>
            </a:p>
          </p:txBody>
        </p:sp>
        <p:grpSp>
          <p:nvGrpSpPr>
            <p:cNvPr id="1193" name="Group 1192">
              <a:extLst>
                <a:ext uri="{FF2B5EF4-FFF2-40B4-BE49-F238E27FC236}">
                  <a16:creationId xmlns:a16="http://schemas.microsoft.com/office/drawing/2014/main" id="{18CB6A1A-239C-0C66-C3D7-E25EC215E3A9}"/>
                </a:ext>
              </a:extLst>
            </p:cNvPr>
            <p:cNvGrpSpPr/>
            <p:nvPr/>
          </p:nvGrpSpPr>
          <p:grpSpPr>
            <a:xfrm>
              <a:off x="6152626" y="193188"/>
              <a:ext cx="1521838" cy="940846"/>
              <a:chOff x="4076701" y="1604964"/>
              <a:chExt cx="1201737" cy="742950"/>
            </a:xfrm>
          </p:grpSpPr>
          <p:sp>
            <p:nvSpPr>
              <p:cNvPr id="1194" name="Freeform 70">
                <a:extLst>
                  <a:ext uri="{FF2B5EF4-FFF2-40B4-BE49-F238E27FC236}">
                    <a16:creationId xmlns:a16="http://schemas.microsoft.com/office/drawing/2014/main" id="{C2BCFFE4-2F15-D0E8-DAFE-F5825A8FE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013" y="2006601"/>
                <a:ext cx="74613" cy="330200"/>
              </a:xfrm>
              <a:custGeom>
                <a:avLst/>
                <a:gdLst>
                  <a:gd name="T0" fmla="*/ 0 w 94"/>
                  <a:gd name="T1" fmla="*/ 67 h 414"/>
                  <a:gd name="T2" fmla="*/ 0 w 94"/>
                  <a:gd name="T3" fmla="*/ 67 h 414"/>
                  <a:gd name="T4" fmla="*/ 0 w 94"/>
                  <a:gd name="T5" fmla="*/ 53 h 414"/>
                  <a:gd name="T6" fmla="*/ 4 w 94"/>
                  <a:gd name="T7" fmla="*/ 41 h 414"/>
                  <a:gd name="T8" fmla="*/ 7 w 94"/>
                  <a:gd name="T9" fmla="*/ 30 h 414"/>
                  <a:gd name="T10" fmla="*/ 14 w 94"/>
                  <a:gd name="T11" fmla="*/ 19 h 414"/>
                  <a:gd name="T12" fmla="*/ 20 w 94"/>
                  <a:gd name="T13" fmla="*/ 12 h 414"/>
                  <a:gd name="T14" fmla="*/ 29 w 94"/>
                  <a:gd name="T15" fmla="*/ 5 h 414"/>
                  <a:gd name="T16" fmla="*/ 38 w 94"/>
                  <a:gd name="T17" fmla="*/ 1 h 414"/>
                  <a:gd name="T18" fmla="*/ 46 w 94"/>
                  <a:gd name="T19" fmla="*/ 0 h 414"/>
                  <a:gd name="T20" fmla="*/ 46 w 94"/>
                  <a:gd name="T21" fmla="*/ 0 h 414"/>
                  <a:gd name="T22" fmla="*/ 46 w 94"/>
                  <a:gd name="T23" fmla="*/ 0 h 414"/>
                  <a:gd name="T24" fmla="*/ 57 w 94"/>
                  <a:gd name="T25" fmla="*/ 1 h 414"/>
                  <a:gd name="T26" fmla="*/ 64 w 94"/>
                  <a:gd name="T27" fmla="*/ 5 h 414"/>
                  <a:gd name="T28" fmla="*/ 73 w 94"/>
                  <a:gd name="T29" fmla="*/ 12 h 414"/>
                  <a:gd name="T30" fmla="*/ 80 w 94"/>
                  <a:gd name="T31" fmla="*/ 19 h 414"/>
                  <a:gd name="T32" fmla="*/ 86 w 94"/>
                  <a:gd name="T33" fmla="*/ 30 h 414"/>
                  <a:gd name="T34" fmla="*/ 91 w 94"/>
                  <a:gd name="T35" fmla="*/ 41 h 414"/>
                  <a:gd name="T36" fmla="*/ 93 w 94"/>
                  <a:gd name="T37" fmla="*/ 53 h 414"/>
                  <a:gd name="T38" fmla="*/ 94 w 94"/>
                  <a:gd name="T39" fmla="*/ 67 h 414"/>
                  <a:gd name="T40" fmla="*/ 94 w 94"/>
                  <a:gd name="T41" fmla="*/ 349 h 414"/>
                  <a:gd name="T42" fmla="*/ 94 w 94"/>
                  <a:gd name="T43" fmla="*/ 349 h 414"/>
                  <a:gd name="T44" fmla="*/ 93 w 94"/>
                  <a:gd name="T45" fmla="*/ 361 h 414"/>
                  <a:gd name="T46" fmla="*/ 91 w 94"/>
                  <a:gd name="T47" fmla="*/ 374 h 414"/>
                  <a:gd name="T48" fmla="*/ 86 w 94"/>
                  <a:gd name="T49" fmla="*/ 386 h 414"/>
                  <a:gd name="T50" fmla="*/ 80 w 94"/>
                  <a:gd name="T51" fmla="*/ 395 h 414"/>
                  <a:gd name="T52" fmla="*/ 73 w 94"/>
                  <a:gd name="T53" fmla="*/ 404 h 414"/>
                  <a:gd name="T54" fmla="*/ 64 w 94"/>
                  <a:gd name="T55" fmla="*/ 409 h 414"/>
                  <a:gd name="T56" fmla="*/ 57 w 94"/>
                  <a:gd name="T57" fmla="*/ 414 h 414"/>
                  <a:gd name="T58" fmla="*/ 46 w 94"/>
                  <a:gd name="T59" fmla="*/ 414 h 414"/>
                  <a:gd name="T60" fmla="*/ 46 w 94"/>
                  <a:gd name="T61" fmla="*/ 414 h 414"/>
                  <a:gd name="T62" fmla="*/ 46 w 94"/>
                  <a:gd name="T63" fmla="*/ 414 h 414"/>
                  <a:gd name="T64" fmla="*/ 38 w 94"/>
                  <a:gd name="T65" fmla="*/ 414 h 414"/>
                  <a:gd name="T66" fmla="*/ 29 w 94"/>
                  <a:gd name="T67" fmla="*/ 409 h 414"/>
                  <a:gd name="T68" fmla="*/ 20 w 94"/>
                  <a:gd name="T69" fmla="*/ 404 h 414"/>
                  <a:gd name="T70" fmla="*/ 14 w 94"/>
                  <a:gd name="T71" fmla="*/ 395 h 414"/>
                  <a:gd name="T72" fmla="*/ 7 w 94"/>
                  <a:gd name="T73" fmla="*/ 386 h 414"/>
                  <a:gd name="T74" fmla="*/ 4 w 94"/>
                  <a:gd name="T75" fmla="*/ 374 h 414"/>
                  <a:gd name="T76" fmla="*/ 0 w 94"/>
                  <a:gd name="T77" fmla="*/ 361 h 414"/>
                  <a:gd name="T78" fmla="*/ 0 w 94"/>
                  <a:gd name="T79" fmla="*/ 349 h 414"/>
                  <a:gd name="T80" fmla="*/ 0 w 94"/>
                  <a:gd name="T81" fmla="*/ 67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4" h="414">
                    <a:moveTo>
                      <a:pt x="0" y="67"/>
                    </a:moveTo>
                    <a:lnTo>
                      <a:pt x="0" y="67"/>
                    </a:lnTo>
                    <a:lnTo>
                      <a:pt x="0" y="53"/>
                    </a:lnTo>
                    <a:lnTo>
                      <a:pt x="4" y="41"/>
                    </a:lnTo>
                    <a:lnTo>
                      <a:pt x="7" y="30"/>
                    </a:lnTo>
                    <a:lnTo>
                      <a:pt x="14" y="19"/>
                    </a:lnTo>
                    <a:lnTo>
                      <a:pt x="20" y="12"/>
                    </a:lnTo>
                    <a:lnTo>
                      <a:pt x="29" y="5"/>
                    </a:lnTo>
                    <a:lnTo>
                      <a:pt x="38" y="1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57" y="1"/>
                    </a:lnTo>
                    <a:lnTo>
                      <a:pt x="64" y="5"/>
                    </a:lnTo>
                    <a:lnTo>
                      <a:pt x="73" y="12"/>
                    </a:lnTo>
                    <a:lnTo>
                      <a:pt x="80" y="19"/>
                    </a:lnTo>
                    <a:lnTo>
                      <a:pt x="86" y="30"/>
                    </a:lnTo>
                    <a:lnTo>
                      <a:pt x="91" y="41"/>
                    </a:lnTo>
                    <a:lnTo>
                      <a:pt x="93" y="53"/>
                    </a:lnTo>
                    <a:lnTo>
                      <a:pt x="94" y="67"/>
                    </a:lnTo>
                    <a:lnTo>
                      <a:pt x="94" y="349"/>
                    </a:lnTo>
                    <a:lnTo>
                      <a:pt x="94" y="349"/>
                    </a:lnTo>
                    <a:lnTo>
                      <a:pt x="93" y="361"/>
                    </a:lnTo>
                    <a:lnTo>
                      <a:pt x="91" y="374"/>
                    </a:lnTo>
                    <a:lnTo>
                      <a:pt x="86" y="386"/>
                    </a:lnTo>
                    <a:lnTo>
                      <a:pt x="80" y="395"/>
                    </a:lnTo>
                    <a:lnTo>
                      <a:pt x="73" y="404"/>
                    </a:lnTo>
                    <a:lnTo>
                      <a:pt x="64" y="409"/>
                    </a:lnTo>
                    <a:lnTo>
                      <a:pt x="57" y="414"/>
                    </a:lnTo>
                    <a:lnTo>
                      <a:pt x="46" y="414"/>
                    </a:lnTo>
                    <a:lnTo>
                      <a:pt x="46" y="414"/>
                    </a:lnTo>
                    <a:lnTo>
                      <a:pt x="46" y="414"/>
                    </a:lnTo>
                    <a:lnTo>
                      <a:pt x="38" y="414"/>
                    </a:lnTo>
                    <a:lnTo>
                      <a:pt x="29" y="409"/>
                    </a:lnTo>
                    <a:lnTo>
                      <a:pt x="20" y="404"/>
                    </a:lnTo>
                    <a:lnTo>
                      <a:pt x="14" y="395"/>
                    </a:lnTo>
                    <a:lnTo>
                      <a:pt x="7" y="386"/>
                    </a:lnTo>
                    <a:lnTo>
                      <a:pt x="4" y="374"/>
                    </a:lnTo>
                    <a:lnTo>
                      <a:pt x="0" y="361"/>
                    </a:lnTo>
                    <a:lnTo>
                      <a:pt x="0" y="349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195" name="Freeform 71">
                <a:extLst>
                  <a:ext uri="{FF2B5EF4-FFF2-40B4-BE49-F238E27FC236}">
                    <a16:creationId xmlns:a16="http://schemas.microsoft.com/office/drawing/2014/main" id="{AD87F7BD-702B-4FEA-59AA-B6D5C2959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4026" y="2006601"/>
                <a:ext cx="74613" cy="330200"/>
              </a:xfrm>
              <a:custGeom>
                <a:avLst/>
                <a:gdLst>
                  <a:gd name="T0" fmla="*/ 0 w 92"/>
                  <a:gd name="T1" fmla="*/ 67 h 414"/>
                  <a:gd name="T2" fmla="*/ 0 w 92"/>
                  <a:gd name="T3" fmla="*/ 67 h 414"/>
                  <a:gd name="T4" fmla="*/ 0 w 92"/>
                  <a:gd name="T5" fmla="*/ 53 h 414"/>
                  <a:gd name="T6" fmla="*/ 3 w 92"/>
                  <a:gd name="T7" fmla="*/ 41 h 414"/>
                  <a:gd name="T8" fmla="*/ 7 w 92"/>
                  <a:gd name="T9" fmla="*/ 30 h 414"/>
                  <a:gd name="T10" fmla="*/ 12 w 92"/>
                  <a:gd name="T11" fmla="*/ 19 h 414"/>
                  <a:gd name="T12" fmla="*/ 19 w 92"/>
                  <a:gd name="T13" fmla="*/ 12 h 414"/>
                  <a:gd name="T14" fmla="*/ 28 w 92"/>
                  <a:gd name="T15" fmla="*/ 5 h 414"/>
                  <a:gd name="T16" fmla="*/ 37 w 92"/>
                  <a:gd name="T17" fmla="*/ 1 h 414"/>
                  <a:gd name="T18" fmla="*/ 46 w 92"/>
                  <a:gd name="T19" fmla="*/ 0 h 414"/>
                  <a:gd name="T20" fmla="*/ 46 w 92"/>
                  <a:gd name="T21" fmla="*/ 0 h 414"/>
                  <a:gd name="T22" fmla="*/ 46 w 92"/>
                  <a:gd name="T23" fmla="*/ 0 h 414"/>
                  <a:gd name="T24" fmla="*/ 55 w 92"/>
                  <a:gd name="T25" fmla="*/ 1 h 414"/>
                  <a:gd name="T26" fmla="*/ 64 w 92"/>
                  <a:gd name="T27" fmla="*/ 5 h 414"/>
                  <a:gd name="T28" fmla="*/ 73 w 92"/>
                  <a:gd name="T29" fmla="*/ 12 h 414"/>
                  <a:gd name="T30" fmla="*/ 80 w 92"/>
                  <a:gd name="T31" fmla="*/ 19 h 414"/>
                  <a:gd name="T32" fmla="*/ 85 w 92"/>
                  <a:gd name="T33" fmla="*/ 30 h 414"/>
                  <a:gd name="T34" fmla="*/ 89 w 92"/>
                  <a:gd name="T35" fmla="*/ 41 h 414"/>
                  <a:gd name="T36" fmla="*/ 92 w 92"/>
                  <a:gd name="T37" fmla="*/ 53 h 414"/>
                  <a:gd name="T38" fmla="*/ 92 w 92"/>
                  <a:gd name="T39" fmla="*/ 67 h 414"/>
                  <a:gd name="T40" fmla="*/ 92 w 92"/>
                  <a:gd name="T41" fmla="*/ 349 h 414"/>
                  <a:gd name="T42" fmla="*/ 92 w 92"/>
                  <a:gd name="T43" fmla="*/ 349 h 414"/>
                  <a:gd name="T44" fmla="*/ 92 w 92"/>
                  <a:gd name="T45" fmla="*/ 361 h 414"/>
                  <a:gd name="T46" fmla="*/ 89 w 92"/>
                  <a:gd name="T47" fmla="*/ 374 h 414"/>
                  <a:gd name="T48" fmla="*/ 85 w 92"/>
                  <a:gd name="T49" fmla="*/ 386 h 414"/>
                  <a:gd name="T50" fmla="*/ 80 w 92"/>
                  <a:gd name="T51" fmla="*/ 395 h 414"/>
                  <a:gd name="T52" fmla="*/ 73 w 92"/>
                  <a:gd name="T53" fmla="*/ 404 h 414"/>
                  <a:gd name="T54" fmla="*/ 64 w 92"/>
                  <a:gd name="T55" fmla="*/ 409 h 414"/>
                  <a:gd name="T56" fmla="*/ 55 w 92"/>
                  <a:gd name="T57" fmla="*/ 414 h 414"/>
                  <a:gd name="T58" fmla="*/ 46 w 92"/>
                  <a:gd name="T59" fmla="*/ 414 h 414"/>
                  <a:gd name="T60" fmla="*/ 46 w 92"/>
                  <a:gd name="T61" fmla="*/ 414 h 414"/>
                  <a:gd name="T62" fmla="*/ 46 w 92"/>
                  <a:gd name="T63" fmla="*/ 414 h 414"/>
                  <a:gd name="T64" fmla="*/ 37 w 92"/>
                  <a:gd name="T65" fmla="*/ 414 h 414"/>
                  <a:gd name="T66" fmla="*/ 28 w 92"/>
                  <a:gd name="T67" fmla="*/ 409 h 414"/>
                  <a:gd name="T68" fmla="*/ 19 w 92"/>
                  <a:gd name="T69" fmla="*/ 404 h 414"/>
                  <a:gd name="T70" fmla="*/ 12 w 92"/>
                  <a:gd name="T71" fmla="*/ 395 h 414"/>
                  <a:gd name="T72" fmla="*/ 7 w 92"/>
                  <a:gd name="T73" fmla="*/ 386 h 414"/>
                  <a:gd name="T74" fmla="*/ 3 w 92"/>
                  <a:gd name="T75" fmla="*/ 374 h 414"/>
                  <a:gd name="T76" fmla="*/ 0 w 92"/>
                  <a:gd name="T77" fmla="*/ 361 h 414"/>
                  <a:gd name="T78" fmla="*/ 0 w 92"/>
                  <a:gd name="T79" fmla="*/ 349 h 414"/>
                  <a:gd name="T80" fmla="*/ 0 w 92"/>
                  <a:gd name="T81" fmla="*/ 67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" h="414">
                    <a:moveTo>
                      <a:pt x="0" y="67"/>
                    </a:moveTo>
                    <a:lnTo>
                      <a:pt x="0" y="67"/>
                    </a:lnTo>
                    <a:lnTo>
                      <a:pt x="0" y="53"/>
                    </a:lnTo>
                    <a:lnTo>
                      <a:pt x="3" y="41"/>
                    </a:lnTo>
                    <a:lnTo>
                      <a:pt x="7" y="30"/>
                    </a:lnTo>
                    <a:lnTo>
                      <a:pt x="12" y="19"/>
                    </a:lnTo>
                    <a:lnTo>
                      <a:pt x="19" y="12"/>
                    </a:lnTo>
                    <a:lnTo>
                      <a:pt x="28" y="5"/>
                    </a:lnTo>
                    <a:lnTo>
                      <a:pt x="37" y="1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55" y="1"/>
                    </a:lnTo>
                    <a:lnTo>
                      <a:pt x="64" y="5"/>
                    </a:lnTo>
                    <a:lnTo>
                      <a:pt x="73" y="12"/>
                    </a:lnTo>
                    <a:lnTo>
                      <a:pt x="80" y="19"/>
                    </a:lnTo>
                    <a:lnTo>
                      <a:pt x="85" y="30"/>
                    </a:lnTo>
                    <a:lnTo>
                      <a:pt x="89" y="41"/>
                    </a:lnTo>
                    <a:lnTo>
                      <a:pt x="92" y="53"/>
                    </a:lnTo>
                    <a:lnTo>
                      <a:pt x="92" y="67"/>
                    </a:lnTo>
                    <a:lnTo>
                      <a:pt x="92" y="349"/>
                    </a:lnTo>
                    <a:lnTo>
                      <a:pt x="92" y="349"/>
                    </a:lnTo>
                    <a:lnTo>
                      <a:pt x="92" y="361"/>
                    </a:lnTo>
                    <a:lnTo>
                      <a:pt x="89" y="374"/>
                    </a:lnTo>
                    <a:lnTo>
                      <a:pt x="85" y="386"/>
                    </a:lnTo>
                    <a:lnTo>
                      <a:pt x="80" y="395"/>
                    </a:lnTo>
                    <a:lnTo>
                      <a:pt x="73" y="404"/>
                    </a:lnTo>
                    <a:lnTo>
                      <a:pt x="64" y="409"/>
                    </a:lnTo>
                    <a:lnTo>
                      <a:pt x="55" y="414"/>
                    </a:lnTo>
                    <a:lnTo>
                      <a:pt x="46" y="414"/>
                    </a:lnTo>
                    <a:lnTo>
                      <a:pt x="46" y="414"/>
                    </a:lnTo>
                    <a:lnTo>
                      <a:pt x="46" y="414"/>
                    </a:lnTo>
                    <a:lnTo>
                      <a:pt x="37" y="414"/>
                    </a:lnTo>
                    <a:lnTo>
                      <a:pt x="28" y="409"/>
                    </a:lnTo>
                    <a:lnTo>
                      <a:pt x="19" y="404"/>
                    </a:lnTo>
                    <a:lnTo>
                      <a:pt x="12" y="395"/>
                    </a:lnTo>
                    <a:lnTo>
                      <a:pt x="7" y="386"/>
                    </a:lnTo>
                    <a:lnTo>
                      <a:pt x="3" y="374"/>
                    </a:lnTo>
                    <a:lnTo>
                      <a:pt x="0" y="361"/>
                    </a:lnTo>
                    <a:lnTo>
                      <a:pt x="0" y="349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196" name="Freeform 72">
                <a:extLst>
                  <a:ext uri="{FF2B5EF4-FFF2-40B4-BE49-F238E27FC236}">
                    <a16:creationId xmlns:a16="http://schemas.microsoft.com/office/drawing/2014/main" id="{903AB0CF-658B-2624-0811-4B3A56F19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701" y="1763714"/>
                <a:ext cx="349250" cy="288925"/>
              </a:xfrm>
              <a:custGeom>
                <a:avLst/>
                <a:gdLst>
                  <a:gd name="T0" fmla="*/ 156 w 439"/>
                  <a:gd name="T1" fmla="*/ 0 h 363"/>
                  <a:gd name="T2" fmla="*/ 142 w 439"/>
                  <a:gd name="T3" fmla="*/ 1 h 363"/>
                  <a:gd name="T4" fmla="*/ 115 w 439"/>
                  <a:gd name="T5" fmla="*/ 8 h 363"/>
                  <a:gd name="T6" fmla="*/ 101 w 439"/>
                  <a:gd name="T7" fmla="*/ 14 h 363"/>
                  <a:gd name="T8" fmla="*/ 71 w 439"/>
                  <a:gd name="T9" fmla="*/ 32 h 363"/>
                  <a:gd name="T10" fmla="*/ 46 w 439"/>
                  <a:gd name="T11" fmla="*/ 53 h 363"/>
                  <a:gd name="T12" fmla="*/ 25 w 439"/>
                  <a:gd name="T13" fmla="*/ 80 h 363"/>
                  <a:gd name="T14" fmla="*/ 10 w 439"/>
                  <a:gd name="T15" fmla="*/ 110 h 363"/>
                  <a:gd name="T16" fmla="*/ 2 w 439"/>
                  <a:gd name="T17" fmla="*/ 140 h 363"/>
                  <a:gd name="T18" fmla="*/ 0 w 439"/>
                  <a:gd name="T19" fmla="*/ 174 h 363"/>
                  <a:gd name="T20" fmla="*/ 3 w 439"/>
                  <a:gd name="T21" fmla="*/ 208 h 363"/>
                  <a:gd name="T22" fmla="*/ 14 w 439"/>
                  <a:gd name="T23" fmla="*/ 242 h 363"/>
                  <a:gd name="T24" fmla="*/ 21 w 439"/>
                  <a:gd name="T25" fmla="*/ 256 h 363"/>
                  <a:gd name="T26" fmla="*/ 41 w 439"/>
                  <a:gd name="T27" fmla="*/ 284 h 363"/>
                  <a:gd name="T28" fmla="*/ 53 w 439"/>
                  <a:gd name="T29" fmla="*/ 297 h 363"/>
                  <a:gd name="T30" fmla="*/ 69 w 439"/>
                  <a:gd name="T31" fmla="*/ 304 h 363"/>
                  <a:gd name="T32" fmla="*/ 87 w 439"/>
                  <a:gd name="T33" fmla="*/ 300 h 363"/>
                  <a:gd name="T34" fmla="*/ 92 w 439"/>
                  <a:gd name="T35" fmla="*/ 297 h 363"/>
                  <a:gd name="T36" fmla="*/ 99 w 439"/>
                  <a:gd name="T37" fmla="*/ 288 h 363"/>
                  <a:gd name="T38" fmla="*/ 103 w 439"/>
                  <a:gd name="T39" fmla="*/ 277 h 363"/>
                  <a:gd name="T40" fmla="*/ 101 w 439"/>
                  <a:gd name="T41" fmla="*/ 265 h 363"/>
                  <a:gd name="T42" fmla="*/ 99 w 439"/>
                  <a:gd name="T43" fmla="*/ 259 h 363"/>
                  <a:gd name="T44" fmla="*/ 94 w 439"/>
                  <a:gd name="T45" fmla="*/ 252 h 363"/>
                  <a:gd name="T46" fmla="*/ 80 w 439"/>
                  <a:gd name="T47" fmla="*/ 236 h 363"/>
                  <a:gd name="T48" fmla="*/ 67 w 439"/>
                  <a:gd name="T49" fmla="*/ 217 h 363"/>
                  <a:gd name="T50" fmla="*/ 62 w 439"/>
                  <a:gd name="T51" fmla="*/ 197 h 363"/>
                  <a:gd name="T52" fmla="*/ 59 w 439"/>
                  <a:gd name="T53" fmla="*/ 158 h 363"/>
                  <a:gd name="T54" fmla="*/ 71 w 439"/>
                  <a:gd name="T55" fmla="*/ 121 h 363"/>
                  <a:gd name="T56" fmla="*/ 94 w 439"/>
                  <a:gd name="T57" fmla="*/ 89 h 363"/>
                  <a:gd name="T58" fmla="*/ 110 w 439"/>
                  <a:gd name="T59" fmla="*/ 363 h 363"/>
                  <a:gd name="T60" fmla="*/ 329 w 439"/>
                  <a:gd name="T61" fmla="*/ 76 h 363"/>
                  <a:gd name="T62" fmla="*/ 345 w 439"/>
                  <a:gd name="T63" fmla="*/ 89 h 363"/>
                  <a:gd name="T64" fmla="*/ 368 w 439"/>
                  <a:gd name="T65" fmla="*/ 121 h 363"/>
                  <a:gd name="T66" fmla="*/ 381 w 439"/>
                  <a:gd name="T67" fmla="*/ 158 h 363"/>
                  <a:gd name="T68" fmla="*/ 377 w 439"/>
                  <a:gd name="T69" fmla="*/ 197 h 363"/>
                  <a:gd name="T70" fmla="*/ 372 w 439"/>
                  <a:gd name="T71" fmla="*/ 217 h 363"/>
                  <a:gd name="T72" fmla="*/ 359 w 439"/>
                  <a:gd name="T73" fmla="*/ 236 h 363"/>
                  <a:gd name="T74" fmla="*/ 345 w 439"/>
                  <a:gd name="T75" fmla="*/ 252 h 363"/>
                  <a:gd name="T76" fmla="*/ 340 w 439"/>
                  <a:gd name="T77" fmla="*/ 259 h 363"/>
                  <a:gd name="T78" fmla="*/ 338 w 439"/>
                  <a:gd name="T79" fmla="*/ 265 h 363"/>
                  <a:gd name="T80" fmla="*/ 336 w 439"/>
                  <a:gd name="T81" fmla="*/ 277 h 363"/>
                  <a:gd name="T82" fmla="*/ 340 w 439"/>
                  <a:gd name="T83" fmla="*/ 288 h 363"/>
                  <a:gd name="T84" fmla="*/ 347 w 439"/>
                  <a:gd name="T85" fmla="*/ 297 h 363"/>
                  <a:gd name="T86" fmla="*/ 352 w 439"/>
                  <a:gd name="T87" fmla="*/ 300 h 363"/>
                  <a:gd name="T88" fmla="*/ 370 w 439"/>
                  <a:gd name="T89" fmla="*/ 304 h 363"/>
                  <a:gd name="T90" fmla="*/ 386 w 439"/>
                  <a:gd name="T91" fmla="*/ 297 h 363"/>
                  <a:gd name="T92" fmla="*/ 399 w 439"/>
                  <a:gd name="T93" fmla="*/ 284 h 363"/>
                  <a:gd name="T94" fmla="*/ 418 w 439"/>
                  <a:gd name="T95" fmla="*/ 256 h 363"/>
                  <a:gd name="T96" fmla="*/ 425 w 439"/>
                  <a:gd name="T97" fmla="*/ 242 h 363"/>
                  <a:gd name="T98" fmla="*/ 436 w 439"/>
                  <a:gd name="T99" fmla="*/ 208 h 363"/>
                  <a:gd name="T100" fmla="*/ 439 w 439"/>
                  <a:gd name="T101" fmla="*/ 174 h 363"/>
                  <a:gd name="T102" fmla="*/ 438 w 439"/>
                  <a:gd name="T103" fmla="*/ 140 h 363"/>
                  <a:gd name="T104" fmla="*/ 429 w 439"/>
                  <a:gd name="T105" fmla="*/ 110 h 363"/>
                  <a:gd name="T106" fmla="*/ 415 w 439"/>
                  <a:gd name="T107" fmla="*/ 80 h 363"/>
                  <a:gd name="T108" fmla="*/ 393 w 439"/>
                  <a:gd name="T109" fmla="*/ 53 h 363"/>
                  <a:gd name="T110" fmla="*/ 368 w 439"/>
                  <a:gd name="T111" fmla="*/ 32 h 363"/>
                  <a:gd name="T112" fmla="*/ 338 w 439"/>
                  <a:gd name="T113" fmla="*/ 14 h 363"/>
                  <a:gd name="T114" fmla="*/ 324 w 439"/>
                  <a:gd name="T115" fmla="*/ 8 h 363"/>
                  <a:gd name="T116" fmla="*/ 297 w 439"/>
                  <a:gd name="T117" fmla="*/ 1 h 363"/>
                  <a:gd name="T118" fmla="*/ 283 w 439"/>
                  <a:gd name="T119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39" h="363">
                    <a:moveTo>
                      <a:pt x="283" y="0"/>
                    </a:moveTo>
                    <a:lnTo>
                      <a:pt x="156" y="0"/>
                    </a:lnTo>
                    <a:lnTo>
                      <a:pt x="156" y="0"/>
                    </a:lnTo>
                    <a:lnTo>
                      <a:pt x="142" y="1"/>
                    </a:lnTo>
                    <a:lnTo>
                      <a:pt x="128" y="5"/>
                    </a:lnTo>
                    <a:lnTo>
                      <a:pt x="115" y="8"/>
                    </a:lnTo>
                    <a:lnTo>
                      <a:pt x="101" y="14"/>
                    </a:lnTo>
                    <a:lnTo>
                      <a:pt x="101" y="14"/>
                    </a:lnTo>
                    <a:lnTo>
                      <a:pt x="85" y="21"/>
                    </a:lnTo>
                    <a:lnTo>
                      <a:pt x="71" y="32"/>
                    </a:lnTo>
                    <a:lnTo>
                      <a:pt x="57" y="42"/>
                    </a:lnTo>
                    <a:lnTo>
                      <a:pt x="46" y="53"/>
                    </a:lnTo>
                    <a:lnTo>
                      <a:pt x="35" y="65"/>
                    </a:lnTo>
                    <a:lnTo>
                      <a:pt x="25" y="80"/>
                    </a:lnTo>
                    <a:lnTo>
                      <a:pt x="18" y="94"/>
                    </a:lnTo>
                    <a:lnTo>
                      <a:pt x="10" y="110"/>
                    </a:lnTo>
                    <a:lnTo>
                      <a:pt x="5" y="124"/>
                    </a:lnTo>
                    <a:lnTo>
                      <a:pt x="2" y="140"/>
                    </a:lnTo>
                    <a:lnTo>
                      <a:pt x="0" y="158"/>
                    </a:lnTo>
                    <a:lnTo>
                      <a:pt x="0" y="174"/>
                    </a:lnTo>
                    <a:lnTo>
                      <a:pt x="0" y="192"/>
                    </a:lnTo>
                    <a:lnTo>
                      <a:pt x="3" y="208"/>
                    </a:lnTo>
                    <a:lnTo>
                      <a:pt x="7" y="224"/>
                    </a:lnTo>
                    <a:lnTo>
                      <a:pt x="14" y="242"/>
                    </a:lnTo>
                    <a:lnTo>
                      <a:pt x="14" y="242"/>
                    </a:lnTo>
                    <a:lnTo>
                      <a:pt x="21" y="256"/>
                    </a:lnTo>
                    <a:lnTo>
                      <a:pt x="32" y="270"/>
                    </a:lnTo>
                    <a:lnTo>
                      <a:pt x="41" y="284"/>
                    </a:lnTo>
                    <a:lnTo>
                      <a:pt x="53" y="297"/>
                    </a:lnTo>
                    <a:lnTo>
                      <a:pt x="53" y="297"/>
                    </a:lnTo>
                    <a:lnTo>
                      <a:pt x="60" y="302"/>
                    </a:lnTo>
                    <a:lnTo>
                      <a:pt x="69" y="304"/>
                    </a:lnTo>
                    <a:lnTo>
                      <a:pt x="78" y="304"/>
                    </a:lnTo>
                    <a:lnTo>
                      <a:pt x="87" y="300"/>
                    </a:lnTo>
                    <a:lnTo>
                      <a:pt x="87" y="300"/>
                    </a:lnTo>
                    <a:lnTo>
                      <a:pt x="92" y="297"/>
                    </a:lnTo>
                    <a:lnTo>
                      <a:pt x="96" y="293"/>
                    </a:lnTo>
                    <a:lnTo>
                      <a:pt x="99" y="288"/>
                    </a:lnTo>
                    <a:lnTo>
                      <a:pt x="101" y="283"/>
                    </a:lnTo>
                    <a:lnTo>
                      <a:pt x="103" y="277"/>
                    </a:lnTo>
                    <a:lnTo>
                      <a:pt x="103" y="272"/>
                    </a:lnTo>
                    <a:lnTo>
                      <a:pt x="101" y="265"/>
                    </a:lnTo>
                    <a:lnTo>
                      <a:pt x="99" y="259"/>
                    </a:lnTo>
                    <a:lnTo>
                      <a:pt x="99" y="259"/>
                    </a:lnTo>
                    <a:lnTo>
                      <a:pt x="94" y="252"/>
                    </a:lnTo>
                    <a:lnTo>
                      <a:pt x="94" y="252"/>
                    </a:lnTo>
                    <a:lnTo>
                      <a:pt x="87" y="245"/>
                    </a:lnTo>
                    <a:lnTo>
                      <a:pt x="80" y="236"/>
                    </a:lnTo>
                    <a:lnTo>
                      <a:pt x="73" y="227"/>
                    </a:lnTo>
                    <a:lnTo>
                      <a:pt x="67" y="217"/>
                    </a:lnTo>
                    <a:lnTo>
                      <a:pt x="67" y="217"/>
                    </a:lnTo>
                    <a:lnTo>
                      <a:pt x="62" y="197"/>
                    </a:lnTo>
                    <a:lnTo>
                      <a:pt x="59" y="178"/>
                    </a:lnTo>
                    <a:lnTo>
                      <a:pt x="59" y="158"/>
                    </a:lnTo>
                    <a:lnTo>
                      <a:pt x="64" y="138"/>
                    </a:lnTo>
                    <a:lnTo>
                      <a:pt x="71" y="121"/>
                    </a:lnTo>
                    <a:lnTo>
                      <a:pt x="80" y="103"/>
                    </a:lnTo>
                    <a:lnTo>
                      <a:pt x="94" y="89"/>
                    </a:lnTo>
                    <a:lnTo>
                      <a:pt x="110" y="76"/>
                    </a:lnTo>
                    <a:lnTo>
                      <a:pt x="110" y="363"/>
                    </a:lnTo>
                    <a:lnTo>
                      <a:pt x="331" y="363"/>
                    </a:lnTo>
                    <a:lnTo>
                      <a:pt x="329" y="76"/>
                    </a:lnTo>
                    <a:lnTo>
                      <a:pt x="329" y="76"/>
                    </a:lnTo>
                    <a:lnTo>
                      <a:pt x="345" y="89"/>
                    </a:lnTo>
                    <a:lnTo>
                      <a:pt x="359" y="105"/>
                    </a:lnTo>
                    <a:lnTo>
                      <a:pt x="368" y="121"/>
                    </a:lnTo>
                    <a:lnTo>
                      <a:pt x="375" y="138"/>
                    </a:lnTo>
                    <a:lnTo>
                      <a:pt x="381" y="158"/>
                    </a:lnTo>
                    <a:lnTo>
                      <a:pt x="381" y="178"/>
                    </a:lnTo>
                    <a:lnTo>
                      <a:pt x="377" y="197"/>
                    </a:lnTo>
                    <a:lnTo>
                      <a:pt x="372" y="217"/>
                    </a:lnTo>
                    <a:lnTo>
                      <a:pt x="372" y="217"/>
                    </a:lnTo>
                    <a:lnTo>
                      <a:pt x="366" y="227"/>
                    </a:lnTo>
                    <a:lnTo>
                      <a:pt x="359" y="236"/>
                    </a:lnTo>
                    <a:lnTo>
                      <a:pt x="352" y="245"/>
                    </a:lnTo>
                    <a:lnTo>
                      <a:pt x="345" y="252"/>
                    </a:lnTo>
                    <a:lnTo>
                      <a:pt x="345" y="252"/>
                    </a:lnTo>
                    <a:lnTo>
                      <a:pt x="340" y="259"/>
                    </a:lnTo>
                    <a:lnTo>
                      <a:pt x="340" y="259"/>
                    </a:lnTo>
                    <a:lnTo>
                      <a:pt x="338" y="265"/>
                    </a:lnTo>
                    <a:lnTo>
                      <a:pt x="336" y="272"/>
                    </a:lnTo>
                    <a:lnTo>
                      <a:pt x="336" y="277"/>
                    </a:lnTo>
                    <a:lnTo>
                      <a:pt x="338" y="283"/>
                    </a:lnTo>
                    <a:lnTo>
                      <a:pt x="340" y="288"/>
                    </a:lnTo>
                    <a:lnTo>
                      <a:pt x="343" y="293"/>
                    </a:lnTo>
                    <a:lnTo>
                      <a:pt x="347" y="297"/>
                    </a:lnTo>
                    <a:lnTo>
                      <a:pt x="352" y="300"/>
                    </a:lnTo>
                    <a:lnTo>
                      <a:pt x="352" y="300"/>
                    </a:lnTo>
                    <a:lnTo>
                      <a:pt x="361" y="304"/>
                    </a:lnTo>
                    <a:lnTo>
                      <a:pt x="370" y="304"/>
                    </a:lnTo>
                    <a:lnTo>
                      <a:pt x="379" y="302"/>
                    </a:lnTo>
                    <a:lnTo>
                      <a:pt x="386" y="297"/>
                    </a:lnTo>
                    <a:lnTo>
                      <a:pt x="386" y="297"/>
                    </a:lnTo>
                    <a:lnTo>
                      <a:pt x="399" y="284"/>
                    </a:lnTo>
                    <a:lnTo>
                      <a:pt x="407" y="270"/>
                    </a:lnTo>
                    <a:lnTo>
                      <a:pt x="418" y="256"/>
                    </a:lnTo>
                    <a:lnTo>
                      <a:pt x="425" y="242"/>
                    </a:lnTo>
                    <a:lnTo>
                      <a:pt x="425" y="242"/>
                    </a:lnTo>
                    <a:lnTo>
                      <a:pt x="432" y="224"/>
                    </a:lnTo>
                    <a:lnTo>
                      <a:pt x="436" y="208"/>
                    </a:lnTo>
                    <a:lnTo>
                      <a:pt x="439" y="192"/>
                    </a:lnTo>
                    <a:lnTo>
                      <a:pt x="439" y="174"/>
                    </a:lnTo>
                    <a:lnTo>
                      <a:pt x="439" y="158"/>
                    </a:lnTo>
                    <a:lnTo>
                      <a:pt x="438" y="140"/>
                    </a:lnTo>
                    <a:lnTo>
                      <a:pt x="434" y="124"/>
                    </a:lnTo>
                    <a:lnTo>
                      <a:pt x="429" y="110"/>
                    </a:lnTo>
                    <a:lnTo>
                      <a:pt x="422" y="94"/>
                    </a:lnTo>
                    <a:lnTo>
                      <a:pt x="415" y="80"/>
                    </a:lnTo>
                    <a:lnTo>
                      <a:pt x="404" y="65"/>
                    </a:lnTo>
                    <a:lnTo>
                      <a:pt x="393" y="53"/>
                    </a:lnTo>
                    <a:lnTo>
                      <a:pt x="382" y="42"/>
                    </a:lnTo>
                    <a:lnTo>
                      <a:pt x="368" y="32"/>
                    </a:lnTo>
                    <a:lnTo>
                      <a:pt x="354" y="21"/>
                    </a:lnTo>
                    <a:lnTo>
                      <a:pt x="338" y="14"/>
                    </a:lnTo>
                    <a:lnTo>
                      <a:pt x="338" y="14"/>
                    </a:lnTo>
                    <a:lnTo>
                      <a:pt x="324" y="8"/>
                    </a:lnTo>
                    <a:lnTo>
                      <a:pt x="311" y="5"/>
                    </a:lnTo>
                    <a:lnTo>
                      <a:pt x="297" y="1"/>
                    </a:lnTo>
                    <a:lnTo>
                      <a:pt x="283" y="0"/>
                    </a:lnTo>
                    <a:lnTo>
                      <a:pt x="283" y="0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197" name="Freeform 73">
                <a:extLst>
                  <a:ext uri="{FF2B5EF4-FFF2-40B4-BE49-F238E27FC236}">
                    <a16:creationId xmlns:a16="http://schemas.microsoft.com/office/drawing/2014/main" id="{99282BA9-A62B-F63D-1FDA-80341EEA6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6" y="1617664"/>
                <a:ext cx="125413" cy="123825"/>
              </a:xfrm>
              <a:custGeom>
                <a:avLst/>
                <a:gdLst>
                  <a:gd name="T0" fmla="*/ 0 w 159"/>
                  <a:gd name="T1" fmla="*/ 79 h 157"/>
                  <a:gd name="T2" fmla="*/ 0 w 159"/>
                  <a:gd name="T3" fmla="*/ 79 h 157"/>
                  <a:gd name="T4" fmla="*/ 2 w 159"/>
                  <a:gd name="T5" fmla="*/ 63 h 157"/>
                  <a:gd name="T6" fmla="*/ 8 w 159"/>
                  <a:gd name="T7" fmla="*/ 48 h 157"/>
                  <a:gd name="T8" fmla="*/ 15 w 159"/>
                  <a:gd name="T9" fmla="*/ 36 h 157"/>
                  <a:gd name="T10" fmla="*/ 24 w 159"/>
                  <a:gd name="T11" fmla="*/ 24 h 157"/>
                  <a:gd name="T12" fmla="*/ 36 w 159"/>
                  <a:gd name="T13" fmla="*/ 15 h 157"/>
                  <a:gd name="T14" fmla="*/ 48 w 159"/>
                  <a:gd name="T15" fmla="*/ 6 h 157"/>
                  <a:gd name="T16" fmla="*/ 64 w 159"/>
                  <a:gd name="T17" fmla="*/ 2 h 157"/>
                  <a:gd name="T18" fmla="*/ 79 w 159"/>
                  <a:gd name="T19" fmla="*/ 0 h 157"/>
                  <a:gd name="T20" fmla="*/ 79 w 159"/>
                  <a:gd name="T21" fmla="*/ 0 h 157"/>
                  <a:gd name="T22" fmla="*/ 95 w 159"/>
                  <a:gd name="T23" fmla="*/ 2 h 157"/>
                  <a:gd name="T24" fmla="*/ 111 w 159"/>
                  <a:gd name="T25" fmla="*/ 6 h 157"/>
                  <a:gd name="T26" fmla="*/ 123 w 159"/>
                  <a:gd name="T27" fmla="*/ 15 h 157"/>
                  <a:gd name="T28" fmla="*/ 136 w 159"/>
                  <a:gd name="T29" fmla="*/ 24 h 157"/>
                  <a:gd name="T30" fmla="*/ 145 w 159"/>
                  <a:gd name="T31" fmla="*/ 36 h 157"/>
                  <a:gd name="T32" fmla="*/ 152 w 159"/>
                  <a:gd name="T33" fmla="*/ 48 h 157"/>
                  <a:gd name="T34" fmla="*/ 157 w 159"/>
                  <a:gd name="T35" fmla="*/ 63 h 157"/>
                  <a:gd name="T36" fmla="*/ 159 w 159"/>
                  <a:gd name="T37" fmla="*/ 79 h 157"/>
                  <a:gd name="T38" fmla="*/ 159 w 159"/>
                  <a:gd name="T39" fmla="*/ 79 h 157"/>
                  <a:gd name="T40" fmla="*/ 157 w 159"/>
                  <a:gd name="T41" fmla="*/ 95 h 157"/>
                  <a:gd name="T42" fmla="*/ 152 w 159"/>
                  <a:gd name="T43" fmla="*/ 109 h 157"/>
                  <a:gd name="T44" fmla="*/ 145 w 159"/>
                  <a:gd name="T45" fmla="*/ 123 h 157"/>
                  <a:gd name="T46" fmla="*/ 136 w 159"/>
                  <a:gd name="T47" fmla="*/ 134 h 157"/>
                  <a:gd name="T48" fmla="*/ 123 w 159"/>
                  <a:gd name="T49" fmla="*/ 145 h 157"/>
                  <a:gd name="T50" fmla="*/ 111 w 159"/>
                  <a:gd name="T51" fmla="*/ 152 h 157"/>
                  <a:gd name="T52" fmla="*/ 95 w 159"/>
                  <a:gd name="T53" fmla="*/ 157 h 157"/>
                  <a:gd name="T54" fmla="*/ 79 w 159"/>
                  <a:gd name="T55" fmla="*/ 157 h 157"/>
                  <a:gd name="T56" fmla="*/ 79 w 159"/>
                  <a:gd name="T57" fmla="*/ 157 h 157"/>
                  <a:gd name="T58" fmla="*/ 64 w 159"/>
                  <a:gd name="T59" fmla="*/ 157 h 157"/>
                  <a:gd name="T60" fmla="*/ 48 w 159"/>
                  <a:gd name="T61" fmla="*/ 152 h 157"/>
                  <a:gd name="T62" fmla="*/ 36 w 159"/>
                  <a:gd name="T63" fmla="*/ 145 h 157"/>
                  <a:gd name="T64" fmla="*/ 24 w 159"/>
                  <a:gd name="T65" fmla="*/ 134 h 157"/>
                  <a:gd name="T66" fmla="*/ 15 w 159"/>
                  <a:gd name="T67" fmla="*/ 123 h 157"/>
                  <a:gd name="T68" fmla="*/ 8 w 159"/>
                  <a:gd name="T69" fmla="*/ 109 h 157"/>
                  <a:gd name="T70" fmla="*/ 2 w 159"/>
                  <a:gd name="T71" fmla="*/ 95 h 157"/>
                  <a:gd name="T72" fmla="*/ 0 w 159"/>
                  <a:gd name="T73" fmla="*/ 79 h 157"/>
                  <a:gd name="T74" fmla="*/ 0 w 159"/>
                  <a:gd name="T75" fmla="*/ 79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59" h="157">
                    <a:moveTo>
                      <a:pt x="0" y="79"/>
                    </a:moveTo>
                    <a:lnTo>
                      <a:pt x="0" y="79"/>
                    </a:lnTo>
                    <a:lnTo>
                      <a:pt x="2" y="63"/>
                    </a:lnTo>
                    <a:lnTo>
                      <a:pt x="8" y="48"/>
                    </a:lnTo>
                    <a:lnTo>
                      <a:pt x="15" y="36"/>
                    </a:lnTo>
                    <a:lnTo>
                      <a:pt x="24" y="24"/>
                    </a:lnTo>
                    <a:lnTo>
                      <a:pt x="36" y="15"/>
                    </a:lnTo>
                    <a:lnTo>
                      <a:pt x="48" y="6"/>
                    </a:lnTo>
                    <a:lnTo>
                      <a:pt x="64" y="2"/>
                    </a:lnTo>
                    <a:lnTo>
                      <a:pt x="79" y="0"/>
                    </a:lnTo>
                    <a:lnTo>
                      <a:pt x="79" y="0"/>
                    </a:lnTo>
                    <a:lnTo>
                      <a:pt x="95" y="2"/>
                    </a:lnTo>
                    <a:lnTo>
                      <a:pt x="111" y="6"/>
                    </a:lnTo>
                    <a:lnTo>
                      <a:pt x="123" y="15"/>
                    </a:lnTo>
                    <a:lnTo>
                      <a:pt x="136" y="24"/>
                    </a:lnTo>
                    <a:lnTo>
                      <a:pt x="145" y="36"/>
                    </a:lnTo>
                    <a:lnTo>
                      <a:pt x="152" y="48"/>
                    </a:lnTo>
                    <a:lnTo>
                      <a:pt x="157" y="63"/>
                    </a:lnTo>
                    <a:lnTo>
                      <a:pt x="159" y="79"/>
                    </a:lnTo>
                    <a:lnTo>
                      <a:pt x="159" y="79"/>
                    </a:lnTo>
                    <a:lnTo>
                      <a:pt x="157" y="95"/>
                    </a:lnTo>
                    <a:lnTo>
                      <a:pt x="152" y="109"/>
                    </a:lnTo>
                    <a:lnTo>
                      <a:pt x="145" y="123"/>
                    </a:lnTo>
                    <a:lnTo>
                      <a:pt x="136" y="134"/>
                    </a:lnTo>
                    <a:lnTo>
                      <a:pt x="123" y="145"/>
                    </a:lnTo>
                    <a:lnTo>
                      <a:pt x="111" y="152"/>
                    </a:lnTo>
                    <a:lnTo>
                      <a:pt x="95" y="157"/>
                    </a:lnTo>
                    <a:lnTo>
                      <a:pt x="79" y="157"/>
                    </a:lnTo>
                    <a:lnTo>
                      <a:pt x="79" y="157"/>
                    </a:lnTo>
                    <a:lnTo>
                      <a:pt x="64" y="157"/>
                    </a:lnTo>
                    <a:lnTo>
                      <a:pt x="48" y="152"/>
                    </a:lnTo>
                    <a:lnTo>
                      <a:pt x="36" y="145"/>
                    </a:lnTo>
                    <a:lnTo>
                      <a:pt x="24" y="134"/>
                    </a:lnTo>
                    <a:lnTo>
                      <a:pt x="15" y="123"/>
                    </a:lnTo>
                    <a:lnTo>
                      <a:pt x="8" y="109"/>
                    </a:lnTo>
                    <a:lnTo>
                      <a:pt x="2" y="95"/>
                    </a:lnTo>
                    <a:lnTo>
                      <a:pt x="0" y="79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198" name="Freeform 74">
                <a:extLst>
                  <a:ext uri="{FF2B5EF4-FFF2-40B4-BE49-F238E27FC236}">
                    <a16:creationId xmlns:a16="http://schemas.microsoft.com/office/drawing/2014/main" id="{032A968E-74CF-C6B7-3C21-1C80D5610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876" y="1763714"/>
                <a:ext cx="88900" cy="201613"/>
              </a:xfrm>
              <a:custGeom>
                <a:avLst/>
                <a:gdLst>
                  <a:gd name="T0" fmla="*/ 0 w 112"/>
                  <a:gd name="T1" fmla="*/ 0 h 252"/>
                  <a:gd name="T2" fmla="*/ 112 w 112"/>
                  <a:gd name="T3" fmla="*/ 0 h 252"/>
                  <a:gd name="T4" fmla="*/ 83 w 112"/>
                  <a:gd name="T5" fmla="*/ 252 h 252"/>
                  <a:gd name="T6" fmla="*/ 28 w 112"/>
                  <a:gd name="T7" fmla="*/ 252 h 252"/>
                  <a:gd name="T8" fmla="*/ 0 w 112"/>
                  <a:gd name="T9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252">
                    <a:moveTo>
                      <a:pt x="0" y="0"/>
                    </a:moveTo>
                    <a:lnTo>
                      <a:pt x="112" y="0"/>
                    </a:lnTo>
                    <a:lnTo>
                      <a:pt x="83" y="252"/>
                    </a:lnTo>
                    <a:lnTo>
                      <a:pt x="28" y="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199" name="Freeform 75">
                <a:extLst>
                  <a:ext uri="{FF2B5EF4-FFF2-40B4-BE49-F238E27FC236}">
                    <a16:creationId xmlns:a16="http://schemas.microsoft.com/office/drawing/2014/main" id="{D98E315E-658D-9A89-BEB2-D7AFF58EB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626" y="1773239"/>
                <a:ext cx="23813" cy="25400"/>
              </a:xfrm>
              <a:custGeom>
                <a:avLst/>
                <a:gdLst>
                  <a:gd name="T0" fmla="*/ 0 w 31"/>
                  <a:gd name="T1" fmla="*/ 0 h 32"/>
                  <a:gd name="T2" fmla="*/ 31 w 31"/>
                  <a:gd name="T3" fmla="*/ 0 h 32"/>
                  <a:gd name="T4" fmla="*/ 25 w 31"/>
                  <a:gd name="T5" fmla="*/ 32 h 32"/>
                  <a:gd name="T6" fmla="*/ 6 w 31"/>
                  <a:gd name="T7" fmla="*/ 32 h 32"/>
                  <a:gd name="T8" fmla="*/ 0 w 31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2">
                    <a:moveTo>
                      <a:pt x="0" y="0"/>
                    </a:moveTo>
                    <a:lnTo>
                      <a:pt x="31" y="0"/>
                    </a:lnTo>
                    <a:lnTo>
                      <a:pt x="25" y="32"/>
                    </a:lnTo>
                    <a:lnTo>
                      <a:pt x="6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4F53"/>
              </a:solidFill>
              <a:ln w="6350">
                <a:solidFill>
                  <a:srgbClr val="4F4F4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0" name="Freeform 76">
                <a:extLst>
                  <a:ext uri="{FF2B5EF4-FFF2-40B4-BE49-F238E27FC236}">
                    <a16:creationId xmlns:a16="http://schemas.microsoft.com/office/drawing/2014/main" id="{10294E8E-D7F3-AAF1-D03A-85B896A4E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626" y="1773239"/>
                <a:ext cx="23813" cy="25400"/>
              </a:xfrm>
              <a:custGeom>
                <a:avLst/>
                <a:gdLst>
                  <a:gd name="T0" fmla="*/ 0 w 31"/>
                  <a:gd name="T1" fmla="*/ 0 h 32"/>
                  <a:gd name="T2" fmla="*/ 31 w 31"/>
                  <a:gd name="T3" fmla="*/ 0 h 32"/>
                  <a:gd name="T4" fmla="*/ 25 w 31"/>
                  <a:gd name="T5" fmla="*/ 32 h 32"/>
                  <a:gd name="T6" fmla="*/ 6 w 31"/>
                  <a:gd name="T7" fmla="*/ 32 h 32"/>
                  <a:gd name="T8" fmla="*/ 0 w 31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2">
                    <a:moveTo>
                      <a:pt x="0" y="0"/>
                    </a:moveTo>
                    <a:lnTo>
                      <a:pt x="31" y="0"/>
                    </a:lnTo>
                    <a:lnTo>
                      <a:pt x="25" y="32"/>
                    </a:lnTo>
                    <a:lnTo>
                      <a:pt x="6" y="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4763">
                <a:solidFill>
                  <a:srgbClr val="4F4F4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1" name="Freeform 77">
                <a:extLst>
                  <a:ext uri="{FF2B5EF4-FFF2-40B4-BE49-F238E27FC236}">
                    <a16:creationId xmlns:a16="http://schemas.microsoft.com/office/drawing/2014/main" id="{751A4DD7-8B2A-2CEC-8759-3584D33A4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626" y="1812926"/>
                <a:ext cx="23813" cy="144463"/>
              </a:xfrm>
              <a:custGeom>
                <a:avLst/>
                <a:gdLst>
                  <a:gd name="T0" fmla="*/ 15 w 31"/>
                  <a:gd name="T1" fmla="*/ 183 h 183"/>
                  <a:gd name="T2" fmla="*/ 0 w 31"/>
                  <a:gd name="T3" fmla="*/ 169 h 183"/>
                  <a:gd name="T4" fmla="*/ 9 w 31"/>
                  <a:gd name="T5" fmla="*/ 0 h 183"/>
                  <a:gd name="T6" fmla="*/ 22 w 31"/>
                  <a:gd name="T7" fmla="*/ 0 h 183"/>
                  <a:gd name="T8" fmla="*/ 31 w 31"/>
                  <a:gd name="T9" fmla="*/ 169 h 183"/>
                  <a:gd name="T10" fmla="*/ 15 w 31"/>
                  <a:gd name="T11" fmla="*/ 183 h 183"/>
                  <a:gd name="T12" fmla="*/ 15 w 31"/>
                  <a:gd name="T13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183">
                    <a:moveTo>
                      <a:pt x="15" y="183"/>
                    </a:moveTo>
                    <a:lnTo>
                      <a:pt x="0" y="169"/>
                    </a:lnTo>
                    <a:lnTo>
                      <a:pt x="9" y="0"/>
                    </a:lnTo>
                    <a:lnTo>
                      <a:pt x="22" y="0"/>
                    </a:lnTo>
                    <a:lnTo>
                      <a:pt x="31" y="169"/>
                    </a:lnTo>
                    <a:lnTo>
                      <a:pt x="15" y="183"/>
                    </a:lnTo>
                    <a:lnTo>
                      <a:pt x="15" y="183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2" name="Freeform 78">
                <a:extLst>
                  <a:ext uri="{FF2B5EF4-FFF2-40B4-BE49-F238E27FC236}">
                    <a16:creationId xmlns:a16="http://schemas.microsoft.com/office/drawing/2014/main" id="{3D769736-1844-CE81-D24E-00256EA7B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626" y="1812926"/>
                <a:ext cx="23813" cy="144463"/>
              </a:xfrm>
              <a:custGeom>
                <a:avLst/>
                <a:gdLst>
                  <a:gd name="T0" fmla="*/ 15 w 31"/>
                  <a:gd name="T1" fmla="*/ 183 h 183"/>
                  <a:gd name="T2" fmla="*/ 0 w 31"/>
                  <a:gd name="T3" fmla="*/ 169 h 183"/>
                  <a:gd name="T4" fmla="*/ 9 w 31"/>
                  <a:gd name="T5" fmla="*/ 0 h 183"/>
                  <a:gd name="T6" fmla="*/ 22 w 31"/>
                  <a:gd name="T7" fmla="*/ 0 h 183"/>
                  <a:gd name="T8" fmla="*/ 31 w 31"/>
                  <a:gd name="T9" fmla="*/ 169 h 183"/>
                  <a:gd name="T10" fmla="*/ 15 w 31"/>
                  <a:gd name="T11" fmla="*/ 183 h 183"/>
                  <a:gd name="T12" fmla="*/ 15 w 31"/>
                  <a:gd name="T13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183">
                    <a:moveTo>
                      <a:pt x="15" y="183"/>
                    </a:moveTo>
                    <a:lnTo>
                      <a:pt x="0" y="169"/>
                    </a:lnTo>
                    <a:lnTo>
                      <a:pt x="9" y="0"/>
                    </a:lnTo>
                    <a:lnTo>
                      <a:pt x="22" y="0"/>
                    </a:lnTo>
                    <a:lnTo>
                      <a:pt x="31" y="169"/>
                    </a:lnTo>
                    <a:lnTo>
                      <a:pt x="15" y="183"/>
                    </a:lnTo>
                    <a:lnTo>
                      <a:pt x="15" y="183"/>
                    </a:lnTo>
                    <a:close/>
                  </a:path>
                </a:pathLst>
              </a:custGeom>
              <a:noFill/>
              <a:ln w="6350">
                <a:solidFill>
                  <a:srgbClr val="4D4F5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3" name="Freeform 107">
                <a:extLst>
                  <a:ext uri="{FF2B5EF4-FFF2-40B4-BE49-F238E27FC236}">
                    <a16:creationId xmlns:a16="http://schemas.microsoft.com/office/drawing/2014/main" id="{30701BDB-A327-9E48-9B4C-2F5663B08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5563" y="2033589"/>
                <a:ext cx="42863" cy="314325"/>
              </a:xfrm>
              <a:custGeom>
                <a:avLst/>
                <a:gdLst>
                  <a:gd name="T0" fmla="*/ 55 w 55"/>
                  <a:gd name="T1" fmla="*/ 0 h 395"/>
                  <a:gd name="T2" fmla="*/ 55 w 55"/>
                  <a:gd name="T3" fmla="*/ 368 h 395"/>
                  <a:gd name="T4" fmla="*/ 55 w 55"/>
                  <a:gd name="T5" fmla="*/ 368 h 395"/>
                  <a:gd name="T6" fmla="*/ 53 w 55"/>
                  <a:gd name="T7" fmla="*/ 373 h 395"/>
                  <a:gd name="T8" fmla="*/ 53 w 55"/>
                  <a:gd name="T9" fmla="*/ 379 h 395"/>
                  <a:gd name="T10" fmla="*/ 46 w 55"/>
                  <a:gd name="T11" fmla="*/ 388 h 395"/>
                  <a:gd name="T12" fmla="*/ 37 w 55"/>
                  <a:gd name="T13" fmla="*/ 393 h 395"/>
                  <a:gd name="T14" fmla="*/ 34 w 55"/>
                  <a:gd name="T15" fmla="*/ 395 h 395"/>
                  <a:gd name="T16" fmla="*/ 29 w 55"/>
                  <a:gd name="T17" fmla="*/ 395 h 395"/>
                  <a:gd name="T18" fmla="*/ 29 w 55"/>
                  <a:gd name="T19" fmla="*/ 395 h 395"/>
                  <a:gd name="T20" fmla="*/ 21 w 55"/>
                  <a:gd name="T21" fmla="*/ 395 h 395"/>
                  <a:gd name="T22" fmla="*/ 18 w 55"/>
                  <a:gd name="T23" fmla="*/ 393 h 395"/>
                  <a:gd name="T24" fmla="*/ 9 w 55"/>
                  <a:gd name="T25" fmla="*/ 388 h 395"/>
                  <a:gd name="T26" fmla="*/ 4 w 55"/>
                  <a:gd name="T27" fmla="*/ 379 h 395"/>
                  <a:gd name="T28" fmla="*/ 2 w 55"/>
                  <a:gd name="T29" fmla="*/ 373 h 395"/>
                  <a:gd name="T30" fmla="*/ 0 w 55"/>
                  <a:gd name="T31" fmla="*/ 368 h 395"/>
                  <a:gd name="T32" fmla="*/ 2 w 55"/>
                  <a:gd name="T33" fmla="*/ 0 h 395"/>
                  <a:gd name="T34" fmla="*/ 55 w 55"/>
                  <a:gd name="T35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5" h="395">
                    <a:moveTo>
                      <a:pt x="55" y="0"/>
                    </a:moveTo>
                    <a:lnTo>
                      <a:pt x="55" y="368"/>
                    </a:lnTo>
                    <a:lnTo>
                      <a:pt x="55" y="368"/>
                    </a:lnTo>
                    <a:lnTo>
                      <a:pt x="53" y="373"/>
                    </a:lnTo>
                    <a:lnTo>
                      <a:pt x="53" y="379"/>
                    </a:lnTo>
                    <a:lnTo>
                      <a:pt x="46" y="388"/>
                    </a:lnTo>
                    <a:lnTo>
                      <a:pt x="37" y="393"/>
                    </a:lnTo>
                    <a:lnTo>
                      <a:pt x="34" y="395"/>
                    </a:lnTo>
                    <a:lnTo>
                      <a:pt x="29" y="395"/>
                    </a:lnTo>
                    <a:lnTo>
                      <a:pt x="29" y="395"/>
                    </a:lnTo>
                    <a:lnTo>
                      <a:pt x="21" y="395"/>
                    </a:lnTo>
                    <a:lnTo>
                      <a:pt x="18" y="393"/>
                    </a:lnTo>
                    <a:lnTo>
                      <a:pt x="9" y="388"/>
                    </a:lnTo>
                    <a:lnTo>
                      <a:pt x="4" y="379"/>
                    </a:lnTo>
                    <a:lnTo>
                      <a:pt x="2" y="373"/>
                    </a:lnTo>
                    <a:lnTo>
                      <a:pt x="0" y="368"/>
                    </a:lnTo>
                    <a:lnTo>
                      <a:pt x="2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4" name="Freeform 108">
                <a:extLst>
                  <a:ext uri="{FF2B5EF4-FFF2-40B4-BE49-F238E27FC236}">
                    <a16:creationId xmlns:a16="http://schemas.microsoft.com/office/drawing/2014/main" id="{DBA4F240-AFB8-F65B-FD20-76D687E50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5813" y="2020889"/>
                <a:ext cx="682625" cy="42863"/>
              </a:xfrm>
              <a:custGeom>
                <a:avLst/>
                <a:gdLst>
                  <a:gd name="T0" fmla="*/ 0 w 862"/>
                  <a:gd name="T1" fmla="*/ 26 h 53"/>
                  <a:gd name="T2" fmla="*/ 0 w 862"/>
                  <a:gd name="T3" fmla="*/ 26 h 53"/>
                  <a:gd name="T4" fmla="*/ 0 w 862"/>
                  <a:gd name="T5" fmla="*/ 21 h 53"/>
                  <a:gd name="T6" fmla="*/ 2 w 862"/>
                  <a:gd name="T7" fmla="*/ 16 h 53"/>
                  <a:gd name="T8" fmla="*/ 5 w 862"/>
                  <a:gd name="T9" fmla="*/ 10 h 53"/>
                  <a:gd name="T10" fmla="*/ 9 w 862"/>
                  <a:gd name="T11" fmla="*/ 7 h 53"/>
                  <a:gd name="T12" fmla="*/ 14 w 862"/>
                  <a:gd name="T13" fmla="*/ 3 h 53"/>
                  <a:gd name="T14" fmla="*/ 21 w 862"/>
                  <a:gd name="T15" fmla="*/ 1 h 53"/>
                  <a:gd name="T16" fmla="*/ 30 w 862"/>
                  <a:gd name="T17" fmla="*/ 0 h 53"/>
                  <a:gd name="T18" fmla="*/ 41 w 862"/>
                  <a:gd name="T19" fmla="*/ 0 h 53"/>
                  <a:gd name="T20" fmla="*/ 821 w 862"/>
                  <a:gd name="T21" fmla="*/ 0 h 53"/>
                  <a:gd name="T22" fmla="*/ 821 w 862"/>
                  <a:gd name="T23" fmla="*/ 0 h 53"/>
                  <a:gd name="T24" fmla="*/ 831 w 862"/>
                  <a:gd name="T25" fmla="*/ 0 h 53"/>
                  <a:gd name="T26" fmla="*/ 840 w 862"/>
                  <a:gd name="T27" fmla="*/ 1 h 53"/>
                  <a:gd name="T28" fmla="*/ 847 w 862"/>
                  <a:gd name="T29" fmla="*/ 3 h 53"/>
                  <a:gd name="T30" fmla="*/ 853 w 862"/>
                  <a:gd name="T31" fmla="*/ 7 h 53"/>
                  <a:gd name="T32" fmla="*/ 856 w 862"/>
                  <a:gd name="T33" fmla="*/ 10 h 53"/>
                  <a:gd name="T34" fmla="*/ 860 w 862"/>
                  <a:gd name="T35" fmla="*/ 16 h 53"/>
                  <a:gd name="T36" fmla="*/ 862 w 862"/>
                  <a:gd name="T37" fmla="*/ 21 h 53"/>
                  <a:gd name="T38" fmla="*/ 862 w 862"/>
                  <a:gd name="T39" fmla="*/ 26 h 53"/>
                  <a:gd name="T40" fmla="*/ 862 w 862"/>
                  <a:gd name="T41" fmla="*/ 26 h 53"/>
                  <a:gd name="T42" fmla="*/ 862 w 862"/>
                  <a:gd name="T43" fmla="*/ 26 h 53"/>
                  <a:gd name="T44" fmla="*/ 862 w 862"/>
                  <a:gd name="T45" fmla="*/ 32 h 53"/>
                  <a:gd name="T46" fmla="*/ 860 w 862"/>
                  <a:gd name="T47" fmla="*/ 37 h 53"/>
                  <a:gd name="T48" fmla="*/ 856 w 862"/>
                  <a:gd name="T49" fmla="*/ 40 h 53"/>
                  <a:gd name="T50" fmla="*/ 853 w 862"/>
                  <a:gd name="T51" fmla="*/ 46 h 53"/>
                  <a:gd name="T52" fmla="*/ 847 w 862"/>
                  <a:gd name="T53" fmla="*/ 48 h 53"/>
                  <a:gd name="T54" fmla="*/ 840 w 862"/>
                  <a:gd name="T55" fmla="*/ 51 h 53"/>
                  <a:gd name="T56" fmla="*/ 831 w 862"/>
                  <a:gd name="T57" fmla="*/ 53 h 53"/>
                  <a:gd name="T58" fmla="*/ 821 w 862"/>
                  <a:gd name="T59" fmla="*/ 53 h 53"/>
                  <a:gd name="T60" fmla="*/ 41 w 862"/>
                  <a:gd name="T61" fmla="*/ 53 h 53"/>
                  <a:gd name="T62" fmla="*/ 41 w 862"/>
                  <a:gd name="T63" fmla="*/ 53 h 53"/>
                  <a:gd name="T64" fmla="*/ 30 w 862"/>
                  <a:gd name="T65" fmla="*/ 53 h 53"/>
                  <a:gd name="T66" fmla="*/ 21 w 862"/>
                  <a:gd name="T67" fmla="*/ 51 h 53"/>
                  <a:gd name="T68" fmla="*/ 14 w 862"/>
                  <a:gd name="T69" fmla="*/ 48 h 53"/>
                  <a:gd name="T70" fmla="*/ 9 w 862"/>
                  <a:gd name="T71" fmla="*/ 46 h 53"/>
                  <a:gd name="T72" fmla="*/ 5 w 862"/>
                  <a:gd name="T73" fmla="*/ 40 h 53"/>
                  <a:gd name="T74" fmla="*/ 2 w 862"/>
                  <a:gd name="T75" fmla="*/ 37 h 53"/>
                  <a:gd name="T76" fmla="*/ 0 w 862"/>
                  <a:gd name="T77" fmla="*/ 32 h 53"/>
                  <a:gd name="T78" fmla="*/ 0 w 862"/>
                  <a:gd name="T79" fmla="*/ 26 h 53"/>
                  <a:gd name="T80" fmla="*/ 0 w 862"/>
                  <a:gd name="T81" fmla="*/ 26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62" h="53">
                    <a:moveTo>
                      <a:pt x="0" y="26"/>
                    </a:moveTo>
                    <a:lnTo>
                      <a:pt x="0" y="26"/>
                    </a:lnTo>
                    <a:lnTo>
                      <a:pt x="0" y="21"/>
                    </a:lnTo>
                    <a:lnTo>
                      <a:pt x="2" y="16"/>
                    </a:lnTo>
                    <a:lnTo>
                      <a:pt x="5" y="10"/>
                    </a:lnTo>
                    <a:lnTo>
                      <a:pt x="9" y="7"/>
                    </a:lnTo>
                    <a:lnTo>
                      <a:pt x="14" y="3"/>
                    </a:lnTo>
                    <a:lnTo>
                      <a:pt x="21" y="1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821" y="0"/>
                    </a:lnTo>
                    <a:lnTo>
                      <a:pt x="821" y="0"/>
                    </a:lnTo>
                    <a:lnTo>
                      <a:pt x="831" y="0"/>
                    </a:lnTo>
                    <a:lnTo>
                      <a:pt x="840" y="1"/>
                    </a:lnTo>
                    <a:lnTo>
                      <a:pt x="847" y="3"/>
                    </a:lnTo>
                    <a:lnTo>
                      <a:pt x="853" y="7"/>
                    </a:lnTo>
                    <a:lnTo>
                      <a:pt x="856" y="10"/>
                    </a:lnTo>
                    <a:lnTo>
                      <a:pt x="860" y="16"/>
                    </a:lnTo>
                    <a:lnTo>
                      <a:pt x="862" y="21"/>
                    </a:lnTo>
                    <a:lnTo>
                      <a:pt x="862" y="26"/>
                    </a:lnTo>
                    <a:lnTo>
                      <a:pt x="862" y="26"/>
                    </a:lnTo>
                    <a:lnTo>
                      <a:pt x="862" y="26"/>
                    </a:lnTo>
                    <a:lnTo>
                      <a:pt x="862" y="32"/>
                    </a:lnTo>
                    <a:lnTo>
                      <a:pt x="860" y="37"/>
                    </a:lnTo>
                    <a:lnTo>
                      <a:pt x="856" y="40"/>
                    </a:lnTo>
                    <a:lnTo>
                      <a:pt x="853" y="46"/>
                    </a:lnTo>
                    <a:lnTo>
                      <a:pt x="847" y="48"/>
                    </a:lnTo>
                    <a:lnTo>
                      <a:pt x="840" y="51"/>
                    </a:lnTo>
                    <a:lnTo>
                      <a:pt x="831" y="53"/>
                    </a:lnTo>
                    <a:lnTo>
                      <a:pt x="821" y="53"/>
                    </a:lnTo>
                    <a:lnTo>
                      <a:pt x="41" y="53"/>
                    </a:lnTo>
                    <a:lnTo>
                      <a:pt x="41" y="53"/>
                    </a:lnTo>
                    <a:lnTo>
                      <a:pt x="30" y="53"/>
                    </a:lnTo>
                    <a:lnTo>
                      <a:pt x="21" y="51"/>
                    </a:lnTo>
                    <a:lnTo>
                      <a:pt x="14" y="48"/>
                    </a:lnTo>
                    <a:lnTo>
                      <a:pt x="9" y="46"/>
                    </a:lnTo>
                    <a:lnTo>
                      <a:pt x="5" y="40"/>
                    </a:lnTo>
                    <a:lnTo>
                      <a:pt x="2" y="37"/>
                    </a:lnTo>
                    <a:lnTo>
                      <a:pt x="0" y="32"/>
                    </a:lnTo>
                    <a:lnTo>
                      <a:pt x="0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5" name="Freeform 109">
                <a:extLst>
                  <a:ext uri="{FF2B5EF4-FFF2-40B4-BE49-F238E27FC236}">
                    <a16:creationId xmlns:a16="http://schemas.microsoft.com/office/drawing/2014/main" id="{75A50B47-5A7B-970B-C2DF-FCA89D15E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2006601"/>
                <a:ext cx="52388" cy="330200"/>
              </a:xfrm>
              <a:custGeom>
                <a:avLst/>
                <a:gdLst>
                  <a:gd name="T0" fmla="*/ 0 w 65"/>
                  <a:gd name="T1" fmla="*/ 67 h 414"/>
                  <a:gd name="T2" fmla="*/ 0 w 65"/>
                  <a:gd name="T3" fmla="*/ 67 h 414"/>
                  <a:gd name="T4" fmla="*/ 1 w 65"/>
                  <a:gd name="T5" fmla="*/ 41 h 414"/>
                  <a:gd name="T6" fmla="*/ 3 w 65"/>
                  <a:gd name="T7" fmla="*/ 30 h 414"/>
                  <a:gd name="T8" fmla="*/ 7 w 65"/>
                  <a:gd name="T9" fmla="*/ 19 h 414"/>
                  <a:gd name="T10" fmla="*/ 12 w 65"/>
                  <a:gd name="T11" fmla="*/ 12 h 414"/>
                  <a:gd name="T12" fmla="*/ 17 w 65"/>
                  <a:gd name="T13" fmla="*/ 5 h 414"/>
                  <a:gd name="T14" fmla="*/ 24 w 65"/>
                  <a:gd name="T15" fmla="*/ 1 h 414"/>
                  <a:gd name="T16" fmla="*/ 33 w 65"/>
                  <a:gd name="T17" fmla="*/ 0 h 414"/>
                  <a:gd name="T18" fmla="*/ 33 w 65"/>
                  <a:gd name="T19" fmla="*/ 0 h 414"/>
                  <a:gd name="T20" fmla="*/ 42 w 65"/>
                  <a:gd name="T21" fmla="*/ 1 h 414"/>
                  <a:gd name="T22" fmla="*/ 49 w 65"/>
                  <a:gd name="T23" fmla="*/ 5 h 414"/>
                  <a:gd name="T24" fmla="*/ 55 w 65"/>
                  <a:gd name="T25" fmla="*/ 12 h 414"/>
                  <a:gd name="T26" fmla="*/ 58 w 65"/>
                  <a:gd name="T27" fmla="*/ 19 h 414"/>
                  <a:gd name="T28" fmla="*/ 62 w 65"/>
                  <a:gd name="T29" fmla="*/ 30 h 414"/>
                  <a:gd name="T30" fmla="*/ 64 w 65"/>
                  <a:gd name="T31" fmla="*/ 41 h 414"/>
                  <a:gd name="T32" fmla="*/ 65 w 65"/>
                  <a:gd name="T33" fmla="*/ 67 h 414"/>
                  <a:gd name="T34" fmla="*/ 65 w 65"/>
                  <a:gd name="T35" fmla="*/ 349 h 414"/>
                  <a:gd name="T36" fmla="*/ 65 w 65"/>
                  <a:gd name="T37" fmla="*/ 349 h 414"/>
                  <a:gd name="T38" fmla="*/ 64 w 65"/>
                  <a:gd name="T39" fmla="*/ 374 h 414"/>
                  <a:gd name="T40" fmla="*/ 62 w 65"/>
                  <a:gd name="T41" fmla="*/ 386 h 414"/>
                  <a:gd name="T42" fmla="*/ 58 w 65"/>
                  <a:gd name="T43" fmla="*/ 395 h 414"/>
                  <a:gd name="T44" fmla="*/ 55 w 65"/>
                  <a:gd name="T45" fmla="*/ 404 h 414"/>
                  <a:gd name="T46" fmla="*/ 49 w 65"/>
                  <a:gd name="T47" fmla="*/ 409 h 414"/>
                  <a:gd name="T48" fmla="*/ 42 w 65"/>
                  <a:gd name="T49" fmla="*/ 414 h 414"/>
                  <a:gd name="T50" fmla="*/ 33 w 65"/>
                  <a:gd name="T51" fmla="*/ 414 h 414"/>
                  <a:gd name="T52" fmla="*/ 33 w 65"/>
                  <a:gd name="T53" fmla="*/ 414 h 414"/>
                  <a:gd name="T54" fmla="*/ 24 w 65"/>
                  <a:gd name="T55" fmla="*/ 414 h 414"/>
                  <a:gd name="T56" fmla="*/ 17 w 65"/>
                  <a:gd name="T57" fmla="*/ 409 h 414"/>
                  <a:gd name="T58" fmla="*/ 12 w 65"/>
                  <a:gd name="T59" fmla="*/ 404 h 414"/>
                  <a:gd name="T60" fmla="*/ 7 w 65"/>
                  <a:gd name="T61" fmla="*/ 395 h 414"/>
                  <a:gd name="T62" fmla="*/ 3 w 65"/>
                  <a:gd name="T63" fmla="*/ 386 h 414"/>
                  <a:gd name="T64" fmla="*/ 1 w 65"/>
                  <a:gd name="T65" fmla="*/ 374 h 414"/>
                  <a:gd name="T66" fmla="*/ 0 w 65"/>
                  <a:gd name="T67" fmla="*/ 349 h 414"/>
                  <a:gd name="T68" fmla="*/ 0 w 65"/>
                  <a:gd name="T69" fmla="*/ 67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5" h="414">
                    <a:moveTo>
                      <a:pt x="0" y="67"/>
                    </a:moveTo>
                    <a:lnTo>
                      <a:pt x="0" y="67"/>
                    </a:lnTo>
                    <a:lnTo>
                      <a:pt x="1" y="41"/>
                    </a:lnTo>
                    <a:lnTo>
                      <a:pt x="3" y="30"/>
                    </a:lnTo>
                    <a:lnTo>
                      <a:pt x="7" y="19"/>
                    </a:lnTo>
                    <a:lnTo>
                      <a:pt x="12" y="12"/>
                    </a:lnTo>
                    <a:lnTo>
                      <a:pt x="17" y="5"/>
                    </a:lnTo>
                    <a:lnTo>
                      <a:pt x="24" y="1"/>
                    </a:lnTo>
                    <a:lnTo>
                      <a:pt x="33" y="0"/>
                    </a:lnTo>
                    <a:lnTo>
                      <a:pt x="33" y="0"/>
                    </a:lnTo>
                    <a:lnTo>
                      <a:pt x="42" y="1"/>
                    </a:lnTo>
                    <a:lnTo>
                      <a:pt x="49" y="5"/>
                    </a:lnTo>
                    <a:lnTo>
                      <a:pt x="55" y="12"/>
                    </a:lnTo>
                    <a:lnTo>
                      <a:pt x="58" y="19"/>
                    </a:lnTo>
                    <a:lnTo>
                      <a:pt x="62" y="30"/>
                    </a:lnTo>
                    <a:lnTo>
                      <a:pt x="64" y="41"/>
                    </a:lnTo>
                    <a:lnTo>
                      <a:pt x="65" y="67"/>
                    </a:lnTo>
                    <a:lnTo>
                      <a:pt x="65" y="349"/>
                    </a:lnTo>
                    <a:lnTo>
                      <a:pt x="65" y="349"/>
                    </a:lnTo>
                    <a:lnTo>
                      <a:pt x="64" y="374"/>
                    </a:lnTo>
                    <a:lnTo>
                      <a:pt x="62" y="386"/>
                    </a:lnTo>
                    <a:lnTo>
                      <a:pt x="58" y="395"/>
                    </a:lnTo>
                    <a:lnTo>
                      <a:pt x="55" y="404"/>
                    </a:lnTo>
                    <a:lnTo>
                      <a:pt x="49" y="409"/>
                    </a:lnTo>
                    <a:lnTo>
                      <a:pt x="42" y="414"/>
                    </a:lnTo>
                    <a:lnTo>
                      <a:pt x="33" y="414"/>
                    </a:lnTo>
                    <a:lnTo>
                      <a:pt x="33" y="414"/>
                    </a:lnTo>
                    <a:lnTo>
                      <a:pt x="24" y="414"/>
                    </a:lnTo>
                    <a:lnTo>
                      <a:pt x="17" y="409"/>
                    </a:lnTo>
                    <a:lnTo>
                      <a:pt x="12" y="404"/>
                    </a:lnTo>
                    <a:lnTo>
                      <a:pt x="7" y="395"/>
                    </a:lnTo>
                    <a:lnTo>
                      <a:pt x="3" y="386"/>
                    </a:lnTo>
                    <a:lnTo>
                      <a:pt x="1" y="374"/>
                    </a:lnTo>
                    <a:lnTo>
                      <a:pt x="0" y="349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6" name="Freeform 110">
                <a:extLst>
                  <a:ext uri="{FF2B5EF4-FFF2-40B4-BE49-F238E27FC236}">
                    <a16:creationId xmlns:a16="http://schemas.microsoft.com/office/drawing/2014/main" id="{112044B7-BDB5-82A6-FCC4-77D24CD0D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0576" y="2006601"/>
                <a:ext cx="52388" cy="330200"/>
              </a:xfrm>
              <a:custGeom>
                <a:avLst/>
                <a:gdLst>
                  <a:gd name="T0" fmla="*/ 0 w 66"/>
                  <a:gd name="T1" fmla="*/ 67 h 414"/>
                  <a:gd name="T2" fmla="*/ 0 w 66"/>
                  <a:gd name="T3" fmla="*/ 67 h 414"/>
                  <a:gd name="T4" fmla="*/ 2 w 66"/>
                  <a:gd name="T5" fmla="*/ 41 h 414"/>
                  <a:gd name="T6" fmla="*/ 4 w 66"/>
                  <a:gd name="T7" fmla="*/ 30 h 414"/>
                  <a:gd name="T8" fmla="*/ 7 w 66"/>
                  <a:gd name="T9" fmla="*/ 19 h 414"/>
                  <a:gd name="T10" fmla="*/ 11 w 66"/>
                  <a:gd name="T11" fmla="*/ 12 h 414"/>
                  <a:gd name="T12" fmla="*/ 18 w 66"/>
                  <a:gd name="T13" fmla="*/ 5 h 414"/>
                  <a:gd name="T14" fmla="*/ 25 w 66"/>
                  <a:gd name="T15" fmla="*/ 1 h 414"/>
                  <a:gd name="T16" fmla="*/ 34 w 66"/>
                  <a:gd name="T17" fmla="*/ 0 h 414"/>
                  <a:gd name="T18" fmla="*/ 34 w 66"/>
                  <a:gd name="T19" fmla="*/ 0 h 414"/>
                  <a:gd name="T20" fmla="*/ 43 w 66"/>
                  <a:gd name="T21" fmla="*/ 1 h 414"/>
                  <a:gd name="T22" fmla="*/ 50 w 66"/>
                  <a:gd name="T23" fmla="*/ 5 h 414"/>
                  <a:gd name="T24" fmla="*/ 55 w 66"/>
                  <a:gd name="T25" fmla="*/ 12 h 414"/>
                  <a:gd name="T26" fmla="*/ 59 w 66"/>
                  <a:gd name="T27" fmla="*/ 19 h 414"/>
                  <a:gd name="T28" fmla="*/ 62 w 66"/>
                  <a:gd name="T29" fmla="*/ 30 h 414"/>
                  <a:gd name="T30" fmla="*/ 64 w 66"/>
                  <a:gd name="T31" fmla="*/ 41 h 414"/>
                  <a:gd name="T32" fmla="*/ 66 w 66"/>
                  <a:gd name="T33" fmla="*/ 67 h 414"/>
                  <a:gd name="T34" fmla="*/ 66 w 66"/>
                  <a:gd name="T35" fmla="*/ 349 h 414"/>
                  <a:gd name="T36" fmla="*/ 66 w 66"/>
                  <a:gd name="T37" fmla="*/ 349 h 414"/>
                  <a:gd name="T38" fmla="*/ 64 w 66"/>
                  <a:gd name="T39" fmla="*/ 374 h 414"/>
                  <a:gd name="T40" fmla="*/ 62 w 66"/>
                  <a:gd name="T41" fmla="*/ 386 h 414"/>
                  <a:gd name="T42" fmla="*/ 59 w 66"/>
                  <a:gd name="T43" fmla="*/ 395 h 414"/>
                  <a:gd name="T44" fmla="*/ 55 w 66"/>
                  <a:gd name="T45" fmla="*/ 404 h 414"/>
                  <a:gd name="T46" fmla="*/ 50 w 66"/>
                  <a:gd name="T47" fmla="*/ 409 h 414"/>
                  <a:gd name="T48" fmla="*/ 43 w 66"/>
                  <a:gd name="T49" fmla="*/ 414 h 414"/>
                  <a:gd name="T50" fmla="*/ 34 w 66"/>
                  <a:gd name="T51" fmla="*/ 414 h 414"/>
                  <a:gd name="T52" fmla="*/ 34 w 66"/>
                  <a:gd name="T53" fmla="*/ 414 h 414"/>
                  <a:gd name="T54" fmla="*/ 25 w 66"/>
                  <a:gd name="T55" fmla="*/ 414 h 414"/>
                  <a:gd name="T56" fmla="*/ 18 w 66"/>
                  <a:gd name="T57" fmla="*/ 409 h 414"/>
                  <a:gd name="T58" fmla="*/ 11 w 66"/>
                  <a:gd name="T59" fmla="*/ 404 h 414"/>
                  <a:gd name="T60" fmla="*/ 7 w 66"/>
                  <a:gd name="T61" fmla="*/ 395 h 414"/>
                  <a:gd name="T62" fmla="*/ 4 w 66"/>
                  <a:gd name="T63" fmla="*/ 386 h 414"/>
                  <a:gd name="T64" fmla="*/ 2 w 66"/>
                  <a:gd name="T65" fmla="*/ 374 h 414"/>
                  <a:gd name="T66" fmla="*/ 0 w 66"/>
                  <a:gd name="T67" fmla="*/ 349 h 414"/>
                  <a:gd name="T68" fmla="*/ 0 w 66"/>
                  <a:gd name="T69" fmla="*/ 67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6" h="414">
                    <a:moveTo>
                      <a:pt x="0" y="67"/>
                    </a:moveTo>
                    <a:lnTo>
                      <a:pt x="0" y="67"/>
                    </a:lnTo>
                    <a:lnTo>
                      <a:pt x="2" y="41"/>
                    </a:lnTo>
                    <a:lnTo>
                      <a:pt x="4" y="30"/>
                    </a:lnTo>
                    <a:lnTo>
                      <a:pt x="7" y="19"/>
                    </a:lnTo>
                    <a:lnTo>
                      <a:pt x="11" y="12"/>
                    </a:lnTo>
                    <a:lnTo>
                      <a:pt x="18" y="5"/>
                    </a:lnTo>
                    <a:lnTo>
                      <a:pt x="25" y="1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43" y="1"/>
                    </a:lnTo>
                    <a:lnTo>
                      <a:pt x="50" y="5"/>
                    </a:lnTo>
                    <a:lnTo>
                      <a:pt x="55" y="12"/>
                    </a:lnTo>
                    <a:lnTo>
                      <a:pt x="59" y="19"/>
                    </a:lnTo>
                    <a:lnTo>
                      <a:pt x="62" y="30"/>
                    </a:lnTo>
                    <a:lnTo>
                      <a:pt x="64" y="41"/>
                    </a:lnTo>
                    <a:lnTo>
                      <a:pt x="66" y="67"/>
                    </a:lnTo>
                    <a:lnTo>
                      <a:pt x="66" y="349"/>
                    </a:lnTo>
                    <a:lnTo>
                      <a:pt x="66" y="349"/>
                    </a:lnTo>
                    <a:lnTo>
                      <a:pt x="64" y="374"/>
                    </a:lnTo>
                    <a:lnTo>
                      <a:pt x="62" y="386"/>
                    </a:lnTo>
                    <a:lnTo>
                      <a:pt x="59" y="395"/>
                    </a:lnTo>
                    <a:lnTo>
                      <a:pt x="55" y="404"/>
                    </a:lnTo>
                    <a:lnTo>
                      <a:pt x="50" y="409"/>
                    </a:lnTo>
                    <a:lnTo>
                      <a:pt x="43" y="414"/>
                    </a:lnTo>
                    <a:lnTo>
                      <a:pt x="34" y="414"/>
                    </a:lnTo>
                    <a:lnTo>
                      <a:pt x="34" y="414"/>
                    </a:lnTo>
                    <a:lnTo>
                      <a:pt x="25" y="414"/>
                    </a:lnTo>
                    <a:lnTo>
                      <a:pt x="18" y="409"/>
                    </a:lnTo>
                    <a:lnTo>
                      <a:pt x="11" y="404"/>
                    </a:lnTo>
                    <a:lnTo>
                      <a:pt x="7" y="395"/>
                    </a:lnTo>
                    <a:lnTo>
                      <a:pt x="4" y="386"/>
                    </a:lnTo>
                    <a:lnTo>
                      <a:pt x="2" y="374"/>
                    </a:lnTo>
                    <a:lnTo>
                      <a:pt x="0" y="349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7" name="Freeform 111">
                <a:extLst>
                  <a:ext uri="{FF2B5EF4-FFF2-40B4-BE49-F238E27FC236}">
                    <a16:creationId xmlns:a16="http://schemas.microsoft.com/office/drawing/2014/main" id="{782A9A47-60FD-D2FC-BA36-6C0E5EFDE3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9451" y="1763714"/>
                <a:ext cx="350838" cy="333375"/>
              </a:xfrm>
              <a:custGeom>
                <a:avLst/>
                <a:gdLst>
                  <a:gd name="T0" fmla="*/ 158 w 441"/>
                  <a:gd name="T1" fmla="*/ 0 h 420"/>
                  <a:gd name="T2" fmla="*/ 144 w 441"/>
                  <a:gd name="T3" fmla="*/ 1 h 420"/>
                  <a:gd name="T4" fmla="*/ 115 w 441"/>
                  <a:gd name="T5" fmla="*/ 8 h 420"/>
                  <a:gd name="T6" fmla="*/ 103 w 441"/>
                  <a:gd name="T7" fmla="*/ 14 h 420"/>
                  <a:gd name="T8" fmla="*/ 73 w 441"/>
                  <a:gd name="T9" fmla="*/ 32 h 420"/>
                  <a:gd name="T10" fmla="*/ 46 w 441"/>
                  <a:gd name="T11" fmla="*/ 53 h 420"/>
                  <a:gd name="T12" fmla="*/ 26 w 441"/>
                  <a:gd name="T13" fmla="*/ 80 h 420"/>
                  <a:gd name="T14" fmla="*/ 12 w 441"/>
                  <a:gd name="T15" fmla="*/ 110 h 420"/>
                  <a:gd name="T16" fmla="*/ 3 w 441"/>
                  <a:gd name="T17" fmla="*/ 140 h 420"/>
                  <a:gd name="T18" fmla="*/ 0 w 441"/>
                  <a:gd name="T19" fmla="*/ 174 h 420"/>
                  <a:gd name="T20" fmla="*/ 5 w 441"/>
                  <a:gd name="T21" fmla="*/ 208 h 420"/>
                  <a:gd name="T22" fmla="*/ 16 w 441"/>
                  <a:gd name="T23" fmla="*/ 242 h 420"/>
                  <a:gd name="T24" fmla="*/ 23 w 441"/>
                  <a:gd name="T25" fmla="*/ 256 h 420"/>
                  <a:gd name="T26" fmla="*/ 42 w 441"/>
                  <a:gd name="T27" fmla="*/ 284 h 420"/>
                  <a:gd name="T28" fmla="*/ 55 w 441"/>
                  <a:gd name="T29" fmla="*/ 297 h 420"/>
                  <a:gd name="T30" fmla="*/ 71 w 441"/>
                  <a:gd name="T31" fmla="*/ 304 h 420"/>
                  <a:gd name="T32" fmla="*/ 89 w 441"/>
                  <a:gd name="T33" fmla="*/ 300 h 420"/>
                  <a:gd name="T34" fmla="*/ 94 w 441"/>
                  <a:gd name="T35" fmla="*/ 297 h 420"/>
                  <a:gd name="T36" fmla="*/ 101 w 441"/>
                  <a:gd name="T37" fmla="*/ 288 h 420"/>
                  <a:gd name="T38" fmla="*/ 105 w 441"/>
                  <a:gd name="T39" fmla="*/ 277 h 420"/>
                  <a:gd name="T40" fmla="*/ 103 w 441"/>
                  <a:gd name="T41" fmla="*/ 265 h 420"/>
                  <a:gd name="T42" fmla="*/ 101 w 441"/>
                  <a:gd name="T43" fmla="*/ 259 h 420"/>
                  <a:gd name="T44" fmla="*/ 96 w 441"/>
                  <a:gd name="T45" fmla="*/ 252 h 420"/>
                  <a:gd name="T46" fmla="*/ 80 w 441"/>
                  <a:gd name="T47" fmla="*/ 236 h 420"/>
                  <a:gd name="T48" fmla="*/ 69 w 441"/>
                  <a:gd name="T49" fmla="*/ 217 h 420"/>
                  <a:gd name="T50" fmla="*/ 65 w 441"/>
                  <a:gd name="T51" fmla="*/ 208 h 420"/>
                  <a:gd name="T52" fmla="*/ 62 w 441"/>
                  <a:gd name="T53" fmla="*/ 186 h 420"/>
                  <a:gd name="T54" fmla="*/ 65 w 441"/>
                  <a:gd name="T55" fmla="*/ 156 h 420"/>
                  <a:gd name="T56" fmla="*/ 81 w 441"/>
                  <a:gd name="T57" fmla="*/ 115 h 420"/>
                  <a:gd name="T58" fmla="*/ 108 w 441"/>
                  <a:gd name="T59" fmla="*/ 81 h 420"/>
                  <a:gd name="T60" fmla="*/ 97 w 441"/>
                  <a:gd name="T61" fmla="*/ 420 h 420"/>
                  <a:gd name="T62" fmla="*/ 316 w 441"/>
                  <a:gd name="T63" fmla="*/ 69 h 420"/>
                  <a:gd name="T64" fmla="*/ 332 w 441"/>
                  <a:gd name="T65" fmla="*/ 81 h 420"/>
                  <a:gd name="T66" fmla="*/ 361 w 441"/>
                  <a:gd name="T67" fmla="*/ 115 h 420"/>
                  <a:gd name="T68" fmla="*/ 377 w 441"/>
                  <a:gd name="T69" fmla="*/ 156 h 420"/>
                  <a:gd name="T70" fmla="*/ 379 w 441"/>
                  <a:gd name="T71" fmla="*/ 186 h 420"/>
                  <a:gd name="T72" fmla="*/ 375 w 441"/>
                  <a:gd name="T73" fmla="*/ 208 h 420"/>
                  <a:gd name="T74" fmla="*/ 372 w 441"/>
                  <a:gd name="T75" fmla="*/ 217 h 420"/>
                  <a:gd name="T76" fmla="*/ 361 w 441"/>
                  <a:gd name="T77" fmla="*/ 236 h 420"/>
                  <a:gd name="T78" fmla="*/ 347 w 441"/>
                  <a:gd name="T79" fmla="*/ 252 h 420"/>
                  <a:gd name="T80" fmla="*/ 341 w 441"/>
                  <a:gd name="T81" fmla="*/ 259 h 420"/>
                  <a:gd name="T82" fmla="*/ 338 w 441"/>
                  <a:gd name="T83" fmla="*/ 265 h 420"/>
                  <a:gd name="T84" fmla="*/ 338 w 441"/>
                  <a:gd name="T85" fmla="*/ 277 h 420"/>
                  <a:gd name="T86" fmla="*/ 341 w 441"/>
                  <a:gd name="T87" fmla="*/ 288 h 420"/>
                  <a:gd name="T88" fmla="*/ 348 w 441"/>
                  <a:gd name="T89" fmla="*/ 297 h 420"/>
                  <a:gd name="T90" fmla="*/ 352 w 441"/>
                  <a:gd name="T91" fmla="*/ 300 h 420"/>
                  <a:gd name="T92" fmla="*/ 372 w 441"/>
                  <a:gd name="T93" fmla="*/ 304 h 420"/>
                  <a:gd name="T94" fmla="*/ 388 w 441"/>
                  <a:gd name="T95" fmla="*/ 297 h 420"/>
                  <a:gd name="T96" fmla="*/ 398 w 441"/>
                  <a:gd name="T97" fmla="*/ 284 h 420"/>
                  <a:gd name="T98" fmla="*/ 418 w 441"/>
                  <a:gd name="T99" fmla="*/ 256 h 420"/>
                  <a:gd name="T100" fmla="*/ 427 w 441"/>
                  <a:gd name="T101" fmla="*/ 242 h 420"/>
                  <a:gd name="T102" fmla="*/ 437 w 441"/>
                  <a:gd name="T103" fmla="*/ 208 h 420"/>
                  <a:gd name="T104" fmla="*/ 441 w 441"/>
                  <a:gd name="T105" fmla="*/ 174 h 420"/>
                  <a:gd name="T106" fmla="*/ 439 w 441"/>
                  <a:gd name="T107" fmla="*/ 140 h 420"/>
                  <a:gd name="T108" fmla="*/ 430 w 441"/>
                  <a:gd name="T109" fmla="*/ 110 h 420"/>
                  <a:gd name="T110" fmla="*/ 414 w 441"/>
                  <a:gd name="T111" fmla="*/ 80 h 420"/>
                  <a:gd name="T112" fmla="*/ 395 w 441"/>
                  <a:gd name="T113" fmla="*/ 53 h 420"/>
                  <a:gd name="T114" fmla="*/ 370 w 441"/>
                  <a:gd name="T115" fmla="*/ 32 h 420"/>
                  <a:gd name="T116" fmla="*/ 340 w 441"/>
                  <a:gd name="T117" fmla="*/ 14 h 420"/>
                  <a:gd name="T118" fmla="*/ 325 w 441"/>
                  <a:gd name="T119" fmla="*/ 8 h 420"/>
                  <a:gd name="T120" fmla="*/ 297 w 441"/>
                  <a:gd name="T121" fmla="*/ 1 h 420"/>
                  <a:gd name="T122" fmla="*/ 284 w 441"/>
                  <a:gd name="T123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41" h="420">
                    <a:moveTo>
                      <a:pt x="284" y="0"/>
                    </a:moveTo>
                    <a:lnTo>
                      <a:pt x="158" y="0"/>
                    </a:lnTo>
                    <a:lnTo>
                      <a:pt x="158" y="0"/>
                    </a:lnTo>
                    <a:lnTo>
                      <a:pt x="144" y="1"/>
                    </a:lnTo>
                    <a:lnTo>
                      <a:pt x="130" y="5"/>
                    </a:lnTo>
                    <a:lnTo>
                      <a:pt x="115" y="8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87" y="21"/>
                    </a:lnTo>
                    <a:lnTo>
                      <a:pt x="73" y="32"/>
                    </a:lnTo>
                    <a:lnTo>
                      <a:pt x="58" y="42"/>
                    </a:lnTo>
                    <a:lnTo>
                      <a:pt x="46" y="53"/>
                    </a:lnTo>
                    <a:lnTo>
                      <a:pt x="35" y="65"/>
                    </a:lnTo>
                    <a:lnTo>
                      <a:pt x="26" y="80"/>
                    </a:lnTo>
                    <a:lnTo>
                      <a:pt x="19" y="94"/>
                    </a:lnTo>
                    <a:lnTo>
                      <a:pt x="12" y="110"/>
                    </a:lnTo>
                    <a:lnTo>
                      <a:pt x="7" y="124"/>
                    </a:lnTo>
                    <a:lnTo>
                      <a:pt x="3" y="140"/>
                    </a:lnTo>
                    <a:lnTo>
                      <a:pt x="1" y="158"/>
                    </a:lnTo>
                    <a:lnTo>
                      <a:pt x="0" y="174"/>
                    </a:lnTo>
                    <a:lnTo>
                      <a:pt x="1" y="192"/>
                    </a:lnTo>
                    <a:lnTo>
                      <a:pt x="5" y="208"/>
                    </a:lnTo>
                    <a:lnTo>
                      <a:pt x="8" y="224"/>
                    </a:lnTo>
                    <a:lnTo>
                      <a:pt x="16" y="242"/>
                    </a:lnTo>
                    <a:lnTo>
                      <a:pt x="16" y="242"/>
                    </a:lnTo>
                    <a:lnTo>
                      <a:pt x="23" y="256"/>
                    </a:lnTo>
                    <a:lnTo>
                      <a:pt x="32" y="270"/>
                    </a:lnTo>
                    <a:lnTo>
                      <a:pt x="42" y="284"/>
                    </a:lnTo>
                    <a:lnTo>
                      <a:pt x="55" y="297"/>
                    </a:lnTo>
                    <a:lnTo>
                      <a:pt x="55" y="297"/>
                    </a:lnTo>
                    <a:lnTo>
                      <a:pt x="62" y="302"/>
                    </a:lnTo>
                    <a:lnTo>
                      <a:pt x="71" y="304"/>
                    </a:lnTo>
                    <a:lnTo>
                      <a:pt x="80" y="304"/>
                    </a:lnTo>
                    <a:lnTo>
                      <a:pt x="89" y="300"/>
                    </a:lnTo>
                    <a:lnTo>
                      <a:pt x="89" y="300"/>
                    </a:lnTo>
                    <a:lnTo>
                      <a:pt x="94" y="297"/>
                    </a:lnTo>
                    <a:lnTo>
                      <a:pt x="97" y="293"/>
                    </a:lnTo>
                    <a:lnTo>
                      <a:pt x="101" y="288"/>
                    </a:lnTo>
                    <a:lnTo>
                      <a:pt x="103" y="283"/>
                    </a:lnTo>
                    <a:lnTo>
                      <a:pt x="105" y="277"/>
                    </a:lnTo>
                    <a:lnTo>
                      <a:pt x="105" y="272"/>
                    </a:lnTo>
                    <a:lnTo>
                      <a:pt x="103" y="265"/>
                    </a:lnTo>
                    <a:lnTo>
                      <a:pt x="101" y="259"/>
                    </a:lnTo>
                    <a:lnTo>
                      <a:pt x="101" y="259"/>
                    </a:lnTo>
                    <a:lnTo>
                      <a:pt x="96" y="252"/>
                    </a:lnTo>
                    <a:lnTo>
                      <a:pt x="96" y="252"/>
                    </a:lnTo>
                    <a:lnTo>
                      <a:pt x="87" y="245"/>
                    </a:lnTo>
                    <a:lnTo>
                      <a:pt x="80" y="236"/>
                    </a:lnTo>
                    <a:lnTo>
                      <a:pt x="74" y="227"/>
                    </a:lnTo>
                    <a:lnTo>
                      <a:pt x="69" y="217"/>
                    </a:lnTo>
                    <a:lnTo>
                      <a:pt x="69" y="217"/>
                    </a:lnTo>
                    <a:lnTo>
                      <a:pt x="65" y="208"/>
                    </a:lnTo>
                    <a:lnTo>
                      <a:pt x="64" y="197"/>
                    </a:lnTo>
                    <a:lnTo>
                      <a:pt x="62" y="186"/>
                    </a:lnTo>
                    <a:lnTo>
                      <a:pt x="62" y="176"/>
                    </a:lnTo>
                    <a:lnTo>
                      <a:pt x="65" y="156"/>
                    </a:lnTo>
                    <a:lnTo>
                      <a:pt x="71" y="135"/>
                    </a:lnTo>
                    <a:lnTo>
                      <a:pt x="81" y="115"/>
                    </a:lnTo>
                    <a:lnTo>
                      <a:pt x="94" y="97"/>
                    </a:lnTo>
                    <a:lnTo>
                      <a:pt x="108" y="81"/>
                    </a:lnTo>
                    <a:lnTo>
                      <a:pt x="126" y="69"/>
                    </a:lnTo>
                    <a:lnTo>
                      <a:pt x="97" y="420"/>
                    </a:lnTo>
                    <a:lnTo>
                      <a:pt x="345" y="420"/>
                    </a:lnTo>
                    <a:lnTo>
                      <a:pt x="316" y="69"/>
                    </a:lnTo>
                    <a:lnTo>
                      <a:pt x="316" y="69"/>
                    </a:lnTo>
                    <a:lnTo>
                      <a:pt x="332" y="81"/>
                    </a:lnTo>
                    <a:lnTo>
                      <a:pt x="348" y="97"/>
                    </a:lnTo>
                    <a:lnTo>
                      <a:pt x="361" y="115"/>
                    </a:lnTo>
                    <a:lnTo>
                      <a:pt x="370" y="135"/>
                    </a:lnTo>
                    <a:lnTo>
                      <a:pt x="377" y="156"/>
                    </a:lnTo>
                    <a:lnTo>
                      <a:pt x="381" y="176"/>
                    </a:lnTo>
                    <a:lnTo>
                      <a:pt x="379" y="186"/>
                    </a:lnTo>
                    <a:lnTo>
                      <a:pt x="379" y="197"/>
                    </a:lnTo>
                    <a:lnTo>
                      <a:pt x="375" y="208"/>
                    </a:lnTo>
                    <a:lnTo>
                      <a:pt x="372" y="217"/>
                    </a:lnTo>
                    <a:lnTo>
                      <a:pt x="372" y="217"/>
                    </a:lnTo>
                    <a:lnTo>
                      <a:pt x="366" y="227"/>
                    </a:lnTo>
                    <a:lnTo>
                      <a:pt x="361" y="236"/>
                    </a:lnTo>
                    <a:lnTo>
                      <a:pt x="354" y="245"/>
                    </a:lnTo>
                    <a:lnTo>
                      <a:pt x="347" y="252"/>
                    </a:lnTo>
                    <a:lnTo>
                      <a:pt x="347" y="252"/>
                    </a:lnTo>
                    <a:lnTo>
                      <a:pt x="341" y="259"/>
                    </a:lnTo>
                    <a:lnTo>
                      <a:pt x="341" y="259"/>
                    </a:lnTo>
                    <a:lnTo>
                      <a:pt x="338" y="265"/>
                    </a:lnTo>
                    <a:lnTo>
                      <a:pt x="338" y="272"/>
                    </a:lnTo>
                    <a:lnTo>
                      <a:pt x="338" y="277"/>
                    </a:lnTo>
                    <a:lnTo>
                      <a:pt x="338" y="283"/>
                    </a:lnTo>
                    <a:lnTo>
                      <a:pt x="341" y="288"/>
                    </a:lnTo>
                    <a:lnTo>
                      <a:pt x="343" y="293"/>
                    </a:lnTo>
                    <a:lnTo>
                      <a:pt x="348" y="297"/>
                    </a:lnTo>
                    <a:lnTo>
                      <a:pt x="352" y="300"/>
                    </a:lnTo>
                    <a:lnTo>
                      <a:pt x="352" y="300"/>
                    </a:lnTo>
                    <a:lnTo>
                      <a:pt x="361" y="304"/>
                    </a:lnTo>
                    <a:lnTo>
                      <a:pt x="372" y="304"/>
                    </a:lnTo>
                    <a:lnTo>
                      <a:pt x="381" y="302"/>
                    </a:lnTo>
                    <a:lnTo>
                      <a:pt x="388" y="297"/>
                    </a:lnTo>
                    <a:lnTo>
                      <a:pt x="388" y="297"/>
                    </a:lnTo>
                    <a:lnTo>
                      <a:pt x="398" y="284"/>
                    </a:lnTo>
                    <a:lnTo>
                      <a:pt x="409" y="270"/>
                    </a:lnTo>
                    <a:lnTo>
                      <a:pt x="418" y="256"/>
                    </a:lnTo>
                    <a:lnTo>
                      <a:pt x="427" y="242"/>
                    </a:lnTo>
                    <a:lnTo>
                      <a:pt x="427" y="242"/>
                    </a:lnTo>
                    <a:lnTo>
                      <a:pt x="432" y="224"/>
                    </a:lnTo>
                    <a:lnTo>
                      <a:pt x="437" y="208"/>
                    </a:lnTo>
                    <a:lnTo>
                      <a:pt x="439" y="192"/>
                    </a:lnTo>
                    <a:lnTo>
                      <a:pt x="441" y="174"/>
                    </a:lnTo>
                    <a:lnTo>
                      <a:pt x="441" y="158"/>
                    </a:lnTo>
                    <a:lnTo>
                      <a:pt x="439" y="140"/>
                    </a:lnTo>
                    <a:lnTo>
                      <a:pt x="436" y="124"/>
                    </a:lnTo>
                    <a:lnTo>
                      <a:pt x="430" y="110"/>
                    </a:lnTo>
                    <a:lnTo>
                      <a:pt x="423" y="94"/>
                    </a:lnTo>
                    <a:lnTo>
                      <a:pt x="414" y="80"/>
                    </a:lnTo>
                    <a:lnTo>
                      <a:pt x="405" y="65"/>
                    </a:lnTo>
                    <a:lnTo>
                      <a:pt x="395" y="53"/>
                    </a:lnTo>
                    <a:lnTo>
                      <a:pt x="382" y="42"/>
                    </a:lnTo>
                    <a:lnTo>
                      <a:pt x="370" y="32"/>
                    </a:lnTo>
                    <a:lnTo>
                      <a:pt x="356" y="21"/>
                    </a:lnTo>
                    <a:lnTo>
                      <a:pt x="340" y="14"/>
                    </a:lnTo>
                    <a:lnTo>
                      <a:pt x="340" y="14"/>
                    </a:lnTo>
                    <a:lnTo>
                      <a:pt x="325" y="8"/>
                    </a:lnTo>
                    <a:lnTo>
                      <a:pt x="311" y="5"/>
                    </a:lnTo>
                    <a:lnTo>
                      <a:pt x="297" y="1"/>
                    </a:lnTo>
                    <a:lnTo>
                      <a:pt x="284" y="0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8" name="Freeform 112">
                <a:extLst>
                  <a:ext uri="{FF2B5EF4-FFF2-40B4-BE49-F238E27FC236}">
                    <a16:creationId xmlns:a16="http://schemas.microsoft.com/office/drawing/2014/main" id="{A4B3C189-D2A9-0FC2-CE11-65FA4AF45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926" y="1747839"/>
                <a:ext cx="57150" cy="122238"/>
              </a:xfrm>
              <a:custGeom>
                <a:avLst/>
                <a:gdLst>
                  <a:gd name="T0" fmla="*/ 43 w 73"/>
                  <a:gd name="T1" fmla="*/ 0 h 153"/>
                  <a:gd name="T2" fmla="*/ 0 w 73"/>
                  <a:gd name="T3" fmla="*/ 41 h 153"/>
                  <a:gd name="T4" fmla="*/ 73 w 73"/>
                  <a:gd name="T5" fmla="*/ 153 h 153"/>
                  <a:gd name="T6" fmla="*/ 43 w 73"/>
                  <a:gd name="T7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153">
                    <a:moveTo>
                      <a:pt x="43" y="0"/>
                    </a:moveTo>
                    <a:lnTo>
                      <a:pt x="0" y="41"/>
                    </a:lnTo>
                    <a:lnTo>
                      <a:pt x="73" y="15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09" name="Freeform 113">
                <a:extLst>
                  <a:ext uri="{FF2B5EF4-FFF2-40B4-BE49-F238E27FC236}">
                    <a16:creationId xmlns:a16="http://schemas.microsoft.com/office/drawing/2014/main" id="{09D7081F-F5A9-49BF-0337-751DFAECB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4076" y="1747839"/>
                <a:ext cx="60325" cy="122238"/>
              </a:xfrm>
              <a:custGeom>
                <a:avLst/>
                <a:gdLst>
                  <a:gd name="T0" fmla="*/ 32 w 75"/>
                  <a:gd name="T1" fmla="*/ 0 h 153"/>
                  <a:gd name="T2" fmla="*/ 75 w 75"/>
                  <a:gd name="T3" fmla="*/ 41 h 153"/>
                  <a:gd name="T4" fmla="*/ 0 w 75"/>
                  <a:gd name="T5" fmla="*/ 153 h 153"/>
                  <a:gd name="T6" fmla="*/ 32 w 75"/>
                  <a:gd name="T7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153">
                    <a:moveTo>
                      <a:pt x="32" y="0"/>
                    </a:moveTo>
                    <a:lnTo>
                      <a:pt x="75" y="41"/>
                    </a:lnTo>
                    <a:lnTo>
                      <a:pt x="0" y="153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0" name="Freeform 114">
                <a:extLst>
                  <a:ext uri="{FF2B5EF4-FFF2-40B4-BE49-F238E27FC236}">
                    <a16:creationId xmlns:a16="http://schemas.microsoft.com/office/drawing/2014/main" id="{DFF0781A-2381-80BE-B865-B3C4B882B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6951" y="1747839"/>
                <a:ext cx="277813" cy="198438"/>
              </a:xfrm>
              <a:custGeom>
                <a:avLst/>
                <a:gdLst>
                  <a:gd name="T0" fmla="*/ 0 w 351"/>
                  <a:gd name="T1" fmla="*/ 11 h 251"/>
                  <a:gd name="T2" fmla="*/ 0 w 351"/>
                  <a:gd name="T3" fmla="*/ 11 h 251"/>
                  <a:gd name="T4" fmla="*/ 0 w 351"/>
                  <a:gd name="T5" fmla="*/ 5 h 251"/>
                  <a:gd name="T6" fmla="*/ 2 w 351"/>
                  <a:gd name="T7" fmla="*/ 4 h 251"/>
                  <a:gd name="T8" fmla="*/ 5 w 351"/>
                  <a:gd name="T9" fmla="*/ 0 h 251"/>
                  <a:gd name="T10" fmla="*/ 9 w 351"/>
                  <a:gd name="T11" fmla="*/ 0 h 251"/>
                  <a:gd name="T12" fmla="*/ 340 w 351"/>
                  <a:gd name="T13" fmla="*/ 0 h 251"/>
                  <a:gd name="T14" fmla="*/ 340 w 351"/>
                  <a:gd name="T15" fmla="*/ 0 h 251"/>
                  <a:gd name="T16" fmla="*/ 344 w 351"/>
                  <a:gd name="T17" fmla="*/ 0 h 251"/>
                  <a:gd name="T18" fmla="*/ 347 w 351"/>
                  <a:gd name="T19" fmla="*/ 4 h 251"/>
                  <a:gd name="T20" fmla="*/ 349 w 351"/>
                  <a:gd name="T21" fmla="*/ 5 h 251"/>
                  <a:gd name="T22" fmla="*/ 351 w 351"/>
                  <a:gd name="T23" fmla="*/ 11 h 251"/>
                  <a:gd name="T24" fmla="*/ 351 w 351"/>
                  <a:gd name="T25" fmla="*/ 242 h 251"/>
                  <a:gd name="T26" fmla="*/ 351 w 351"/>
                  <a:gd name="T27" fmla="*/ 242 h 251"/>
                  <a:gd name="T28" fmla="*/ 349 w 351"/>
                  <a:gd name="T29" fmla="*/ 246 h 251"/>
                  <a:gd name="T30" fmla="*/ 347 w 351"/>
                  <a:gd name="T31" fmla="*/ 249 h 251"/>
                  <a:gd name="T32" fmla="*/ 344 w 351"/>
                  <a:gd name="T33" fmla="*/ 251 h 251"/>
                  <a:gd name="T34" fmla="*/ 340 w 351"/>
                  <a:gd name="T35" fmla="*/ 251 h 251"/>
                  <a:gd name="T36" fmla="*/ 9 w 351"/>
                  <a:gd name="T37" fmla="*/ 251 h 251"/>
                  <a:gd name="T38" fmla="*/ 9 w 351"/>
                  <a:gd name="T39" fmla="*/ 251 h 251"/>
                  <a:gd name="T40" fmla="*/ 5 w 351"/>
                  <a:gd name="T41" fmla="*/ 251 h 251"/>
                  <a:gd name="T42" fmla="*/ 2 w 351"/>
                  <a:gd name="T43" fmla="*/ 249 h 251"/>
                  <a:gd name="T44" fmla="*/ 0 w 351"/>
                  <a:gd name="T45" fmla="*/ 246 h 251"/>
                  <a:gd name="T46" fmla="*/ 0 w 351"/>
                  <a:gd name="T47" fmla="*/ 242 h 251"/>
                  <a:gd name="T48" fmla="*/ 0 w 351"/>
                  <a:gd name="T49" fmla="*/ 11 h 251"/>
                  <a:gd name="T50" fmla="*/ 0 w 351"/>
                  <a:gd name="T51" fmla="*/ 11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1" h="251">
                    <a:moveTo>
                      <a:pt x="0" y="11"/>
                    </a:moveTo>
                    <a:lnTo>
                      <a:pt x="0" y="11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5" y="0"/>
                    </a:lnTo>
                    <a:lnTo>
                      <a:pt x="9" y="0"/>
                    </a:lnTo>
                    <a:lnTo>
                      <a:pt x="340" y="0"/>
                    </a:lnTo>
                    <a:lnTo>
                      <a:pt x="340" y="0"/>
                    </a:lnTo>
                    <a:lnTo>
                      <a:pt x="344" y="0"/>
                    </a:lnTo>
                    <a:lnTo>
                      <a:pt x="347" y="4"/>
                    </a:lnTo>
                    <a:lnTo>
                      <a:pt x="349" y="5"/>
                    </a:lnTo>
                    <a:lnTo>
                      <a:pt x="351" y="11"/>
                    </a:lnTo>
                    <a:lnTo>
                      <a:pt x="351" y="242"/>
                    </a:lnTo>
                    <a:lnTo>
                      <a:pt x="351" y="242"/>
                    </a:lnTo>
                    <a:lnTo>
                      <a:pt x="349" y="246"/>
                    </a:lnTo>
                    <a:lnTo>
                      <a:pt x="347" y="249"/>
                    </a:lnTo>
                    <a:lnTo>
                      <a:pt x="344" y="251"/>
                    </a:lnTo>
                    <a:lnTo>
                      <a:pt x="340" y="251"/>
                    </a:lnTo>
                    <a:lnTo>
                      <a:pt x="9" y="251"/>
                    </a:lnTo>
                    <a:lnTo>
                      <a:pt x="9" y="251"/>
                    </a:lnTo>
                    <a:lnTo>
                      <a:pt x="5" y="251"/>
                    </a:lnTo>
                    <a:lnTo>
                      <a:pt x="2" y="249"/>
                    </a:lnTo>
                    <a:lnTo>
                      <a:pt x="0" y="246"/>
                    </a:lnTo>
                    <a:lnTo>
                      <a:pt x="0" y="242"/>
                    </a:lnTo>
                    <a:lnTo>
                      <a:pt x="0" y="11"/>
                    </a:lnTo>
                    <a:lnTo>
                      <a:pt x="0" y="11"/>
                    </a:lnTo>
                    <a:close/>
                  </a:path>
                </a:pathLst>
              </a:custGeom>
              <a:noFill/>
              <a:ln w="22225">
                <a:solidFill>
                  <a:srgbClr val="4D4F5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1" name="Freeform 115">
                <a:extLst>
                  <a:ext uri="{FF2B5EF4-FFF2-40B4-BE49-F238E27FC236}">
                    <a16:creationId xmlns:a16="http://schemas.microsoft.com/office/drawing/2014/main" id="{75BC8E84-8DE6-40E9-F1A1-0E6CE4BFF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6801" y="1982789"/>
                <a:ext cx="138113" cy="30163"/>
              </a:xfrm>
              <a:custGeom>
                <a:avLst/>
                <a:gdLst>
                  <a:gd name="T0" fmla="*/ 0 w 175"/>
                  <a:gd name="T1" fmla="*/ 9 h 38"/>
                  <a:gd name="T2" fmla="*/ 0 w 175"/>
                  <a:gd name="T3" fmla="*/ 9 h 38"/>
                  <a:gd name="T4" fmla="*/ 2 w 175"/>
                  <a:gd name="T5" fmla="*/ 6 h 38"/>
                  <a:gd name="T6" fmla="*/ 4 w 175"/>
                  <a:gd name="T7" fmla="*/ 2 h 38"/>
                  <a:gd name="T8" fmla="*/ 7 w 175"/>
                  <a:gd name="T9" fmla="*/ 0 h 38"/>
                  <a:gd name="T10" fmla="*/ 11 w 175"/>
                  <a:gd name="T11" fmla="*/ 0 h 38"/>
                  <a:gd name="T12" fmla="*/ 164 w 175"/>
                  <a:gd name="T13" fmla="*/ 0 h 38"/>
                  <a:gd name="T14" fmla="*/ 164 w 175"/>
                  <a:gd name="T15" fmla="*/ 0 h 38"/>
                  <a:gd name="T16" fmla="*/ 168 w 175"/>
                  <a:gd name="T17" fmla="*/ 0 h 38"/>
                  <a:gd name="T18" fmla="*/ 171 w 175"/>
                  <a:gd name="T19" fmla="*/ 2 h 38"/>
                  <a:gd name="T20" fmla="*/ 173 w 175"/>
                  <a:gd name="T21" fmla="*/ 6 h 38"/>
                  <a:gd name="T22" fmla="*/ 175 w 175"/>
                  <a:gd name="T23" fmla="*/ 9 h 38"/>
                  <a:gd name="T24" fmla="*/ 175 w 175"/>
                  <a:gd name="T25" fmla="*/ 29 h 38"/>
                  <a:gd name="T26" fmla="*/ 175 w 175"/>
                  <a:gd name="T27" fmla="*/ 29 h 38"/>
                  <a:gd name="T28" fmla="*/ 173 w 175"/>
                  <a:gd name="T29" fmla="*/ 32 h 38"/>
                  <a:gd name="T30" fmla="*/ 171 w 175"/>
                  <a:gd name="T31" fmla="*/ 36 h 38"/>
                  <a:gd name="T32" fmla="*/ 168 w 175"/>
                  <a:gd name="T33" fmla="*/ 38 h 38"/>
                  <a:gd name="T34" fmla="*/ 164 w 175"/>
                  <a:gd name="T35" fmla="*/ 38 h 38"/>
                  <a:gd name="T36" fmla="*/ 11 w 175"/>
                  <a:gd name="T37" fmla="*/ 38 h 38"/>
                  <a:gd name="T38" fmla="*/ 11 w 175"/>
                  <a:gd name="T39" fmla="*/ 38 h 38"/>
                  <a:gd name="T40" fmla="*/ 7 w 175"/>
                  <a:gd name="T41" fmla="*/ 38 h 38"/>
                  <a:gd name="T42" fmla="*/ 4 w 175"/>
                  <a:gd name="T43" fmla="*/ 36 h 38"/>
                  <a:gd name="T44" fmla="*/ 2 w 175"/>
                  <a:gd name="T45" fmla="*/ 32 h 38"/>
                  <a:gd name="T46" fmla="*/ 0 w 175"/>
                  <a:gd name="T47" fmla="*/ 29 h 38"/>
                  <a:gd name="T48" fmla="*/ 0 w 175"/>
                  <a:gd name="T49" fmla="*/ 9 h 38"/>
                  <a:gd name="T50" fmla="*/ 0 w 175"/>
                  <a:gd name="T5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75" h="38">
                    <a:moveTo>
                      <a:pt x="0" y="9"/>
                    </a:moveTo>
                    <a:lnTo>
                      <a:pt x="0" y="9"/>
                    </a:lnTo>
                    <a:lnTo>
                      <a:pt x="2" y="6"/>
                    </a:lnTo>
                    <a:lnTo>
                      <a:pt x="4" y="2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8" y="0"/>
                    </a:lnTo>
                    <a:lnTo>
                      <a:pt x="171" y="2"/>
                    </a:lnTo>
                    <a:lnTo>
                      <a:pt x="173" y="6"/>
                    </a:lnTo>
                    <a:lnTo>
                      <a:pt x="175" y="9"/>
                    </a:lnTo>
                    <a:lnTo>
                      <a:pt x="175" y="29"/>
                    </a:lnTo>
                    <a:lnTo>
                      <a:pt x="175" y="29"/>
                    </a:lnTo>
                    <a:lnTo>
                      <a:pt x="173" y="32"/>
                    </a:lnTo>
                    <a:lnTo>
                      <a:pt x="171" y="36"/>
                    </a:lnTo>
                    <a:lnTo>
                      <a:pt x="168" y="38"/>
                    </a:lnTo>
                    <a:lnTo>
                      <a:pt x="164" y="38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7" y="38"/>
                    </a:lnTo>
                    <a:lnTo>
                      <a:pt x="4" y="36"/>
                    </a:lnTo>
                    <a:lnTo>
                      <a:pt x="2" y="32"/>
                    </a:lnTo>
                    <a:lnTo>
                      <a:pt x="0" y="29"/>
                    </a:lnTo>
                    <a:lnTo>
                      <a:pt x="0" y="9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2" name="Freeform 116">
                <a:extLst>
                  <a:ext uri="{FF2B5EF4-FFF2-40B4-BE49-F238E27FC236}">
                    <a16:creationId xmlns:a16="http://schemas.microsoft.com/office/drawing/2014/main" id="{4F08E4DD-0BD9-2881-1CB9-40800DF0E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4426" y="1944689"/>
                <a:ext cx="42863" cy="44450"/>
              </a:xfrm>
              <a:custGeom>
                <a:avLst/>
                <a:gdLst>
                  <a:gd name="T0" fmla="*/ 0 w 53"/>
                  <a:gd name="T1" fmla="*/ 11 h 56"/>
                  <a:gd name="T2" fmla="*/ 0 w 53"/>
                  <a:gd name="T3" fmla="*/ 11 h 56"/>
                  <a:gd name="T4" fmla="*/ 0 w 53"/>
                  <a:gd name="T5" fmla="*/ 7 h 56"/>
                  <a:gd name="T6" fmla="*/ 2 w 53"/>
                  <a:gd name="T7" fmla="*/ 4 h 56"/>
                  <a:gd name="T8" fmla="*/ 5 w 53"/>
                  <a:gd name="T9" fmla="*/ 2 h 56"/>
                  <a:gd name="T10" fmla="*/ 9 w 53"/>
                  <a:gd name="T11" fmla="*/ 0 h 56"/>
                  <a:gd name="T12" fmla="*/ 44 w 53"/>
                  <a:gd name="T13" fmla="*/ 0 h 56"/>
                  <a:gd name="T14" fmla="*/ 44 w 53"/>
                  <a:gd name="T15" fmla="*/ 0 h 56"/>
                  <a:gd name="T16" fmla="*/ 48 w 53"/>
                  <a:gd name="T17" fmla="*/ 2 h 56"/>
                  <a:gd name="T18" fmla="*/ 51 w 53"/>
                  <a:gd name="T19" fmla="*/ 4 h 56"/>
                  <a:gd name="T20" fmla="*/ 53 w 53"/>
                  <a:gd name="T21" fmla="*/ 7 h 56"/>
                  <a:gd name="T22" fmla="*/ 53 w 53"/>
                  <a:gd name="T23" fmla="*/ 11 h 56"/>
                  <a:gd name="T24" fmla="*/ 53 w 53"/>
                  <a:gd name="T25" fmla="*/ 45 h 56"/>
                  <a:gd name="T26" fmla="*/ 53 w 53"/>
                  <a:gd name="T27" fmla="*/ 45 h 56"/>
                  <a:gd name="T28" fmla="*/ 53 w 53"/>
                  <a:gd name="T29" fmla="*/ 48 h 56"/>
                  <a:gd name="T30" fmla="*/ 51 w 53"/>
                  <a:gd name="T31" fmla="*/ 52 h 56"/>
                  <a:gd name="T32" fmla="*/ 48 w 53"/>
                  <a:gd name="T33" fmla="*/ 54 h 56"/>
                  <a:gd name="T34" fmla="*/ 44 w 53"/>
                  <a:gd name="T35" fmla="*/ 56 h 56"/>
                  <a:gd name="T36" fmla="*/ 9 w 53"/>
                  <a:gd name="T37" fmla="*/ 56 h 56"/>
                  <a:gd name="T38" fmla="*/ 9 w 53"/>
                  <a:gd name="T39" fmla="*/ 56 h 56"/>
                  <a:gd name="T40" fmla="*/ 5 w 53"/>
                  <a:gd name="T41" fmla="*/ 54 h 56"/>
                  <a:gd name="T42" fmla="*/ 2 w 53"/>
                  <a:gd name="T43" fmla="*/ 52 h 56"/>
                  <a:gd name="T44" fmla="*/ 0 w 53"/>
                  <a:gd name="T45" fmla="*/ 48 h 56"/>
                  <a:gd name="T46" fmla="*/ 0 w 53"/>
                  <a:gd name="T47" fmla="*/ 45 h 56"/>
                  <a:gd name="T48" fmla="*/ 0 w 53"/>
                  <a:gd name="T49" fmla="*/ 11 h 56"/>
                  <a:gd name="T50" fmla="*/ 0 w 53"/>
                  <a:gd name="T51" fmla="*/ 1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56">
                    <a:moveTo>
                      <a:pt x="0" y="11"/>
                    </a:moveTo>
                    <a:lnTo>
                      <a:pt x="0" y="11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5" y="2"/>
                    </a:lnTo>
                    <a:lnTo>
                      <a:pt x="9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8" y="2"/>
                    </a:lnTo>
                    <a:lnTo>
                      <a:pt x="51" y="4"/>
                    </a:lnTo>
                    <a:lnTo>
                      <a:pt x="53" y="7"/>
                    </a:lnTo>
                    <a:lnTo>
                      <a:pt x="53" y="11"/>
                    </a:lnTo>
                    <a:lnTo>
                      <a:pt x="53" y="45"/>
                    </a:lnTo>
                    <a:lnTo>
                      <a:pt x="53" y="45"/>
                    </a:lnTo>
                    <a:lnTo>
                      <a:pt x="53" y="48"/>
                    </a:lnTo>
                    <a:lnTo>
                      <a:pt x="51" y="52"/>
                    </a:lnTo>
                    <a:lnTo>
                      <a:pt x="48" y="54"/>
                    </a:lnTo>
                    <a:lnTo>
                      <a:pt x="44" y="56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5" y="54"/>
                    </a:lnTo>
                    <a:lnTo>
                      <a:pt x="2" y="52"/>
                    </a:lnTo>
                    <a:lnTo>
                      <a:pt x="0" y="48"/>
                    </a:lnTo>
                    <a:lnTo>
                      <a:pt x="0" y="45"/>
                    </a:lnTo>
                    <a:lnTo>
                      <a:pt x="0" y="11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3" name="Freeform 117">
                <a:extLst>
                  <a:ext uri="{FF2B5EF4-FFF2-40B4-BE49-F238E27FC236}">
                    <a16:creationId xmlns:a16="http://schemas.microsoft.com/office/drawing/2014/main" id="{A6B72017-F46E-CA9B-4177-9C3B5EDAB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0576" y="1617664"/>
                <a:ext cx="125413" cy="123825"/>
              </a:xfrm>
              <a:custGeom>
                <a:avLst/>
                <a:gdLst>
                  <a:gd name="T0" fmla="*/ 0 w 159"/>
                  <a:gd name="T1" fmla="*/ 79 h 157"/>
                  <a:gd name="T2" fmla="*/ 0 w 159"/>
                  <a:gd name="T3" fmla="*/ 79 h 157"/>
                  <a:gd name="T4" fmla="*/ 2 w 159"/>
                  <a:gd name="T5" fmla="*/ 63 h 157"/>
                  <a:gd name="T6" fmla="*/ 7 w 159"/>
                  <a:gd name="T7" fmla="*/ 48 h 157"/>
                  <a:gd name="T8" fmla="*/ 14 w 159"/>
                  <a:gd name="T9" fmla="*/ 36 h 157"/>
                  <a:gd name="T10" fmla="*/ 23 w 159"/>
                  <a:gd name="T11" fmla="*/ 24 h 157"/>
                  <a:gd name="T12" fmla="*/ 36 w 159"/>
                  <a:gd name="T13" fmla="*/ 15 h 157"/>
                  <a:gd name="T14" fmla="*/ 48 w 159"/>
                  <a:gd name="T15" fmla="*/ 6 h 157"/>
                  <a:gd name="T16" fmla="*/ 64 w 159"/>
                  <a:gd name="T17" fmla="*/ 2 h 157"/>
                  <a:gd name="T18" fmla="*/ 80 w 159"/>
                  <a:gd name="T19" fmla="*/ 0 h 157"/>
                  <a:gd name="T20" fmla="*/ 80 w 159"/>
                  <a:gd name="T21" fmla="*/ 0 h 157"/>
                  <a:gd name="T22" fmla="*/ 96 w 159"/>
                  <a:gd name="T23" fmla="*/ 2 h 157"/>
                  <a:gd name="T24" fmla="*/ 111 w 159"/>
                  <a:gd name="T25" fmla="*/ 6 h 157"/>
                  <a:gd name="T26" fmla="*/ 123 w 159"/>
                  <a:gd name="T27" fmla="*/ 15 h 157"/>
                  <a:gd name="T28" fmla="*/ 135 w 159"/>
                  <a:gd name="T29" fmla="*/ 24 h 157"/>
                  <a:gd name="T30" fmla="*/ 144 w 159"/>
                  <a:gd name="T31" fmla="*/ 36 h 157"/>
                  <a:gd name="T32" fmla="*/ 151 w 159"/>
                  <a:gd name="T33" fmla="*/ 48 h 157"/>
                  <a:gd name="T34" fmla="*/ 157 w 159"/>
                  <a:gd name="T35" fmla="*/ 63 h 157"/>
                  <a:gd name="T36" fmla="*/ 159 w 159"/>
                  <a:gd name="T37" fmla="*/ 79 h 157"/>
                  <a:gd name="T38" fmla="*/ 159 w 159"/>
                  <a:gd name="T39" fmla="*/ 79 h 157"/>
                  <a:gd name="T40" fmla="*/ 157 w 159"/>
                  <a:gd name="T41" fmla="*/ 95 h 157"/>
                  <a:gd name="T42" fmla="*/ 151 w 159"/>
                  <a:gd name="T43" fmla="*/ 109 h 157"/>
                  <a:gd name="T44" fmla="*/ 144 w 159"/>
                  <a:gd name="T45" fmla="*/ 123 h 157"/>
                  <a:gd name="T46" fmla="*/ 135 w 159"/>
                  <a:gd name="T47" fmla="*/ 134 h 157"/>
                  <a:gd name="T48" fmla="*/ 123 w 159"/>
                  <a:gd name="T49" fmla="*/ 145 h 157"/>
                  <a:gd name="T50" fmla="*/ 111 w 159"/>
                  <a:gd name="T51" fmla="*/ 152 h 157"/>
                  <a:gd name="T52" fmla="*/ 96 w 159"/>
                  <a:gd name="T53" fmla="*/ 157 h 157"/>
                  <a:gd name="T54" fmla="*/ 80 w 159"/>
                  <a:gd name="T55" fmla="*/ 157 h 157"/>
                  <a:gd name="T56" fmla="*/ 80 w 159"/>
                  <a:gd name="T57" fmla="*/ 157 h 157"/>
                  <a:gd name="T58" fmla="*/ 64 w 159"/>
                  <a:gd name="T59" fmla="*/ 157 h 157"/>
                  <a:gd name="T60" fmla="*/ 48 w 159"/>
                  <a:gd name="T61" fmla="*/ 152 h 157"/>
                  <a:gd name="T62" fmla="*/ 36 w 159"/>
                  <a:gd name="T63" fmla="*/ 145 h 157"/>
                  <a:gd name="T64" fmla="*/ 23 w 159"/>
                  <a:gd name="T65" fmla="*/ 134 h 157"/>
                  <a:gd name="T66" fmla="*/ 14 w 159"/>
                  <a:gd name="T67" fmla="*/ 123 h 157"/>
                  <a:gd name="T68" fmla="*/ 7 w 159"/>
                  <a:gd name="T69" fmla="*/ 109 h 157"/>
                  <a:gd name="T70" fmla="*/ 2 w 159"/>
                  <a:gd name="T71" fmla="*/ 95 h 157"/>
                  <a:gd name="T72" fmla="*/ 0 w 159"/>
                  <a:gd name="T73" fmla="*/ 79 h 157"/>
                  <a:gd name="T74" fmla="*/ 0 w 159"/>
                  <a:gd name="T75" fmla="*/ 79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59" h="157">
                    <a:moveTo>
                      <a:pt x="0" y="79"/>
                    </a:moveTo>
                    <a:lnTo>
                      <a:pt x="0" y="79"/>
                    </a:lnTo>
                    <a:lnTo>
                      <a:pt x="2" y="63"/>
                    </a:lnTo>
                    <a:lnTo>
                      <a:pt x="7" y="48"/>
                    </a:lnTo>
                    <a:lnTo>
                      <a:pt x="14" y="36"/>
                    </a:lnTo>
                    <a:lnTo>
                      <a:pt x="23" y="24"/>
                    </a:lnTo>
                    <a:lnTo>
                      <a:pt x="36" y="15"/>
                    </a:lnTo>
                    <a:lnTo>
                      <a:pt x="48" y="6"/>
                    </a:lnTo>
                    <a:lnTo>
                      <a:pt x="64" y="2"/>
                    </a:lnTo>
                    <a:lnTo>
                      <a:pt x="80" y="0"/>
                    </a:lnTo>
                    <a:lnTo>
                      <a:pt x="80" y="0"/>
                    </a:lnTo>
                    <a:lnTo>
                      <a:pt x="96" y="2"/>
                    </a:lnTo>
                    <a:lnTo>
                      <a:pt x="111" y="6"/>
                    </a:lnTo>
                    <a:lnTo>
                      <a:pt x="123" y="15"/>
                    </a:lnTo>
                    <a:lnTo>
                      <a:pt x="135" y="24"/>
                    </a:lnTo>
                    <a:lnTo>
                      <a:pt x="144" y="36"/>
                    </a:lnTo>
                    <a:lnTo>
                      <a:pt x="151" y="48"/>
                    </a:lnTo>
                    <a:lnTo>
                      <a:pt x="157" y="63"/>
                    </a:lnTo>
                    <a:lnTo>
                      <a:pt x="159" y="79"/>
                    </a:lnTo>
                    <a:lnTo>
                      <a:pt x="159" y="79"/>
                    </a:lnTo>
                    <a:lnTo>
                      <a:pt x="157" y="95"/>
                    </a:lnTo>
                    <a:lnTo>
                      <a:pt x="151" y="109"/>
                    </a:lnTo>
                    <a:lnTo>
                      <a:pt x="144" y="123"/>
                    </a:lnTo>
                    <a:lnTo>
                      <a:pt x="135" y="134"/>
                    </a:lnTo>
                    <a:lnTo>
                      <a:pt x="123" y="145"/>
                    </a:lnTo>
                    <a:lnTo>
                      <a:pt x="111" y="152"/>
                    </a:lnTo>
                    <a:lnTo>
                      <a:pt x="96" y="157"/>
                    </a:lnTo>
                    <a:lnTo>
                      <a:pt x="80" y="157"/>
                    </a:lnTo>
                    <a:lnTo>
                      <a:pt x="80" y="157"/>
                    </a:lnTo>
                    <a:lnTo>
                      <a:pt x="64" y="157"/>
                    </a:lnTo>
                    <a:lnTo>
                      <a:pt x="48" y="152"/>
                    </a:lnTo>
                    <a:lnTo>
                      <a:pt x="36" y="145"/>
                    </a:lnTo>
                    <a:lnTo>
                      <a:pt x="23" y="134"/>
                    </a:lnTo>
                    <a:lnTo>
                      <a:pt x="14" y="123"/>
                    </a:lnTo>
                    <a:lnTo>
                      <a:pt x="7" y="109"/>
                    </a:lnTo>
                    <a:lnTo>
                      <a:pt x="2" y="95"/>
                    </a:lnTo>
                    <a:lnTo>
                      <a:pt x="0" y="79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4" name="Freeform 118">
                <a:extLst>
                  <a:ext uri="{FF2B5EF4-FFF2-40B4-BE49-F238E27FC236}">
                    <a16:creationId xmlns:a16="http://schemas.microsoft.com/office/drawing/2014/main" id="{4388D272-2390-AC3E-FEA2-B1877DCDA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938" y="1658939"/>
                <a:ext cx="28575" cy="44450"/>
              </a:xfrm>
              <a:custGeom>
                <a:avLst/>
                <a:gdLst>
                  <a:gd name="T0" fmla="*/ 0 w 36"/>
                  <a:gd name="T1" fmla="*/ 23 h 57"/>
                  <a:gd name="T2" fmla="*/ 0 w 36"/>
                  <a:gd name="T3" fmla="*/ 23 h 57"/>
                  <a:gd name="T4" fmla="*/ 2 w 36"/>
                  <a:gd name="T5" fmla="*/ 14 h 57"/>
                  <a:gd name="T6" fmla="*/ 6 w 36"/>
                  <a:gd name="T7" fmla="*/ 7 h 57"/>
                  <a:gd name="T8" fmla="*/ 11 w 36"/>
                  <a:gd name="T9" fmla="*/ 2 h 57"/>
                  <a:gd name="T10" fmla="*/ 18 w 36"/>
                  <a:gd name="T11" fmla="*/ 0 h 57"/>
                  <a:gd name="T12" fmla="*/ 18 w 36"/>
                  <a:gd name="T13" fmla="*/ 0 h 57"/>
                  <a:gd name="T14" fmla="*/ 18 w 36"/>
                  <a:gd name="T15" fmla="*/ 0 h 57"/>
                  <a:gd name="T16" fmla="*/ 25 w 36"/>
                  <a:gd name="T17" fmla="*/ 2 h 57"/>
                  <a:gd name="T18" fmla="*/ 31 w 36"/>
                  <a:gd name="T19" fmla="*/ 7 h 57"/>
                  <a:gd name="T20" fmla="*/ 36 w 36"/>
                  <a:gd name="T21" fmla="*/ 14 h 57"/>
                  <a:gd name="T22" fmla="*/ 36 w 36"/>
                  <a:gd name="T23" fmla="*/ 23 h 57"/>
                  <a:gd name="T24" fmla="*/ 36 w 36"/>
                  <a:gd name="T25" fmla="*/ 36 h 57"/>
                  <a:gd name="T26" fmla="*/ 36 w 36"/>
                  <a:gd name="T27" fmla="*/ 36 h 57"/>
                  <a:gd name="T28" fmla="*/ 36 w 36"/>
                  <a:gd name="T29" fmla="*/ 45 h 57"/>
                  <a:gd name="T30" fmla="*/ 31 w 36"/>
                  <a:gd name="T31" fmla="*/ 52 h 57"/>
                  <a:gd name="T32" fmla="*/ 25 w 36"/>
                  <a:gd name="T33" fmla="*/ 55 h 57"/>
                  <a:gd name="T34" fmla="*/ 18 w 36"/>
                  <a:gd name="T35" fmla="*/ 57 h 57"/>
                  <a:gd name="T36" fmla="*/ 18 w 36"/>
                  <a:gd name="T37" fmla="*/ 57 h 57"/>
                  <a:gd name="T38" fmla="*/ 18 w 36"/>
                  <a:gd name="T39" fmla="*/ 57 h 57"/>
                  <a:gd name="T40" fmla="*/ 11 w 36"/>
                  <a:gd name="T41" fmla="*/ 55 h 57"/>
                  <a:gd name="T42" fmla="*/ 6 w 36"/>
                  <a:gd name="T43" fmla="*/ 52 h 57"/>
                  <a:gd name="T44" fmla="*/ 2 w 36"/>
                  <a:gd name="T45" fmla="*/ 45 h 57"/>
                  <a:gd name="T46" fmla="*/ 0 w 36"/>
                  <a:gd name="T47" fmla="*/ 36 h 57"/>
                  <a:gd name="T48" fmla="*/ 0 w 36"/>
                  <a:gd name="T49" fmla="*/ 23 h 57"/>
                  <a:gd name="T50" fmla="*/ 0 w 36"/>
                  <a:gd name="T51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57">
                    <a:moveTo>
                      <a:pt x="0" y="23"/>
                    </a:moveTo>
                    <a:lnTo>
                      <a:pt x="0" y="23"/>
                    </a:lnTo>
                    <a:lnTo>
                      <a:pt x="2" y="14"/>
                    </a:lnTo>
                    <a:lnTo>
                      <a:pt x="6" y="7"/>
                    </a:lnTo>
                    <a:lnTo>
                      <a:pt x="11" y="2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5" y="2"/>
                    </a:lnTo>
                    <a:lnTo>
                      <a:pt x="31" y="7"/>
                    </a:lnTo>
                    <a:lnTo>
                      <a:pt x="36" y="14"/>
                    </a:lnTo>
                    <a:lnTo>
                      <a:pt x="36" y="23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45"/>
                    </a:lnTo>
                    <a:lnTo>
                      <a:pt x="31" y="52"/>
                    </a:lnTo>
                    <a:lnTo>
                      <a:pt x="25" y="55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1" y="55"/>
                    </a:lnTo>
                    <a:lnTo>
                      <a:pt x="6" y="52"/>
                    </a:lnTo>
                    <a:lnTo>
                      <a:pt x="2" y="45"/>
                    </a:lnTo>
                    <a:lnTo>
                      <a:pt x="0" y="36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5" name="Freeform 119">
                <a:extLst>
                  <a:ext uri="{FF2B5EF4-FFF2-40B4-BE49-F238E27FC236}">
                    <a16:creationId xmlns:a16="http://schemas.microsoft.com/office/drawing/2014/main" id="{EB29660A-CAEF-B0D6-EC7B-240FCB9DD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938" y="1658939"/>
                <a:ext cx="28575" cy="44450"/>
              </a:xfrm>
              <a:custGeom>
                <a:avLst/>
                <a:gdLst>
                  <a:gd name="T0" fmla="*/ 0 w 36"/>
                  <a:gd name="T1" fmla="*/ 23 h 57"/>
                  <a:gd name="T2" fmla="*/ 0 w 36"/>
                  <a:gd name="T3" fmla="*/ 23 h 57"/>
                  <a:gd name="T4" fmla="*/ 2 w 36"/>
                  <a:gd name="T5" fmla="*/ 14 h 57"/>
                  <a:gd name="T6" fmla="*/ 6 w 36"/>
                  <a:gd name="T7" fmla="*/ 7 h 57"/>
                  <a:gd name="T8" fmla="*/ 11 w 36"/>
                  <a:gd name="T9" fmla="*/ 2 h 57"/>
                  <a:gd name="T10" fmla="*/ 18 w 36"/>
                  <a:gd name="T11" fmla="*/ 0 h 57"/>
                  <a:gd name="T12" fmla="*/ 18 w 36"/>
                  <a:gd name="T13" fmla="*/ 0 h 57"/>
                  <a:gd name="T14" fmla="*/ 18 w 36"/>
                  <a:gd name="T15" fmla="*/ 0 h 57"/>
                  <a:gd name="T16" fmla="*/ 25 w 36"/>
                  <a:gd name="T17" fmla="*/ 2 h 57"/>
                  <a:gd name="T18" fmla="*/ 31 w 36"/>
                  <a:gd name="T19" fmla="*/ 7 h 57"/>
                  <a:gd name="T20" fmla="*/ 36 w 36"/>
                  <a:gd name="T21" fmla="*/ 14 h 57"/>
                  <a:gd name="T22" fmla="*/ 36 w 36"/>
                  <a:gd name="T23" fmla="*/ 23 h 57"/>
                  <a:gd name="T24" fmla="*/ 36 w 36"/>
                  <a:gd name="T25" fmla="*/ 36 h 57"/>
                  <a:gd name="T26" fmla="*/ 36 w 36"/>
                  <a:gd name="T27" fmla="*/ 36 h 57"/>
                  <a:gd name="T28" fmla="*/ 36 w 36"/>
                  <a:gd name="T29" fmla="*/ 45 h 57"/>
                  <a:gd name="T30" fmla="*/ 31 w 36"/>
                  <a:gd name="T31" fmla="*/ 52 h 57"/>
                  <a:gd name="T32" fmla="*/ 25 w 36"/>
                  <a:gd name="T33" fmla="*/ 55 h 57"/>
                  <a:gd name="T34" fmla="*/ 18 w 36"/>
                  <a:gd name="T35" fmla="*/ 57 h 57"/>
                  <a:gd name="T36" fmla="*/ 18 w 36"/>
                  <a:gd name="T37" fmla="*/ 57 h 57"/>
                  <a:gd name="T38" fmla="*/ 18 w 36"/>
                  <a:gd name="T39" fmla="*/ 57 h 57"/>
                  <a:gd name="T40" fmla="*/ 11 w 36"/>
                  <a:gd name="T41" fmla="*/ 55 h 57"/>
                  <a:gd name="T42" fmla="*/ 6 w 36"/>
                  <a:gd name="T43" fmla="*/ 52 h 57"/>
                  <a:gd name="T44" fmla="*/ 2 w 36"/>
                  <a:gd name="T45" fmla="*/ 45 h 57"/>
                  <a:gd name="T46" fmla="*/ 0 w 36"/>
                  <a:gd name="T47" fmla="*/ 36 h 57"/>
                  <a:gd name="T48" fmla="*/ 0 w 36"/>
                  <a:gd name="T49" fmla="*/ 23 h 57"/>
                  <a:gd name="T50" fmla="*/ 0 w 36"/>
                  <a:gd name="T51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57">
                    <a:moveTo>
                      <a:pt x="0" y="23"/>
                    </a:moveTo>
                    <a:lnTo>
                      <a:pt x="0" y="23"/>
                    </a:lnTo>
                    <a:lnTo>
                      <a:pt x="2" y="14"/>
                    </a:lnTo>
                    <a:lnTo>
                      <a:pt x="6" y="7"/>
                    </a:lnTo>
                    <a:lnTo>
                      <a:pt x="11" y="2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5" y="2"/>
                    </a:lnTo>
                    <a:lnTo>
                      <a:pt x="31" y="7"/>
                    </a:lnTo>
                    <a:lnTo>
                      <a:pt x="36" y="14"/>
                    </a:lnTo>
                    <a:lnTo>
                      <a:pt x="36" y="23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45"/>
                    </a:lnTo>
                    <a:lnTo>
                      <a:pt x="31" y="52"/>
                    </a:lnTo>
                    <a:lnTo>
                      <a:pt x="25" y="55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1" y="55"/>
                    </a:lnTo>
                    <a:lnTo>
                      <a:pt x="6" y="52"/>
                    </a:lnTo>
                    <a:lnTo>
                      <a:pt x="2" y="45"/>
                    </a:lnTo>
                    <a:lnTo>
                      <a:pt x="0" y="36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noFill/>
              <a:ln w="6350">
                <a:solidFill>
                  <a:srgbClr val="4D4F5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6" name="Freeform 120">
                <a:extLst>
                  <a:ext uri="{FF2B5EF4-FFF2-40B4-BE49-F238E27FC236}">
                    <a16:creationId xmlns:a16="http://schemas.microsoft.com/office/drawing/2014/main" id="{946B9464-64DF-0C0C-096A-F196B82CF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638" y="1658939"/>
                <a:ext cx="28575" cy="44450"/>
              </a:xfrm>
              <a:custGeom>
                <a:avLst/>
                <a:gdLst>
                  <a:gd name="T0" fmla="*/ 0 w 35"/>
                  <a:gd name="T1" fmla="*/ 23 h 57"/>
                  <a:gd name="T2" fmla="*/ 0 w 35"/>
                  <a:gd name="T3" fmla="*/ 23 h 57"/>
                  <a:gd name="T4" fmla="*/ 1 w 35"/>
                  <a:gd name="T5" fmla="*/ 14 h 57"/>
                  <a:gd name="T6" fmla="*/ 5 w 35"/>
                  <a:gd name="T7" fmla="*/ 7 h 57"/>
                  <a:gd name="T8" fmla="*/ 10 w 35"/>
                  <a:gd name="T9" fmla="*/ 2 h 57"/>
                  <a:gd name="T10" fmla="*/ 18 w 35"/>
                  <a:gd name="T11" fmla="*/ 0 h 57"/>
                  <a:gd name="T12" fmla="*/ 18 w 35"/>
                  <a:gd name="T13" fmla="*/ 0 h 57"/>
                  <a:gd name="T14" fmla="*/ 18 w 35"/>
                  <a:gd name="T15" fmla="*/ 0 h 57"/>
                  <a:gd name="T16" fmla="*/ 25 w 35"/>
                  <a:gd name="T17" fmla="*/ 2 h 57"/>
                  <a:gd name="T18" fmla="*/ 30 w 35"/>
                  <a:gd name="T19" fmla="*/ 7 h 57"/>
                  <a:gd name="T20" fmla="*/ 34 w 35"/>
                  <a:gd name="T21" fmla="*/ 14 h 57"/>
                  <a:gd name="T22" fmla="*/ 35 w 35"/>
                  <a:gd name="T23" fmla="*/ 23 h 57"/>
                  <a:gd name="T24" fmla="*/ 35 w 35"/>
                  <a:gd name="T25" fmla="*/ 36 h 57"/>
                  <a:gd name="T26" fmla="*/ 35 w 35"/>
                  <a:gd name="T27" fmla="*/ 36 h 57"/>
                  <a:gd name="T28" fmla="*/ 34 w 35"/>
                  <a:gd name="T29" fmla="*/ 45 h 57"/>
                  <a:gd name="T30" fmla="*/ 30 w 35"/>
                  <a:gd name="T31" fmla="*/ 52 h 57"/>
                  <a:gd name="T32" fmla="*/ 25 w 35"/>
                  <a:gd name="T33" fmla="*/ 55 h 57"/>
                  <a:gd name="T34" fmla="*/ 18 w 35"/>
                  <a:gd name="T35" fmla="*/ 57 h 57"/>
                  <a:gd name="T36" fmla="*/ 18 w 35"/>
                  <a:gd name="T37" fmla="*/ 57 h 57"/>
                  <a:gd name="T38" fmla="*/ 18 w 35"/>
                  <a:gd name="T39" fmla="*/ 57 h 57"/>
                  <a:gd name="T40" fmla="*/ 10 w 35"/>
                  <a:gd name="T41" fmla="*/ 55 h 57"/>
                  <a:gd name="T42" fmla="*/ 5 w 35"/>
                  <a:gd name="T43" fmla="*/ 52 h 57"/>
                  <a:gd name="T44" fmla="*/ 1 w 35"/>
                  <a:gd name="T45" fmla="*/ 45 h 57"/>
                  <a:gd name="T46" fmla="*/ 0 w 35"/>
                  <a:gd name="T47" fmla="*/ 36 h 57"/>
                  <a:gd name="T48" fmla="*/ 0 w 35"/>
                  <a:gd name="T49" fmla="*/ 23 h 57"/>
                  <a:gd name="T50" fmla="*/ 0 w 35"/>
                  <a:gd name="T51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57">
                    <a:moveTo>
                      <a:pt x="0" y="23"/>
                    </a:moveTo>
                    <a:lnTo>
                      <a:pt x="0" y="23"/>
                    </a:lnTo>
                    <a:lnTo>
                      <a:pt x="1" y="14"/>
                    </a:lnTo>
                    <a:lnTo>
                      <a:pt x="5" y="7"/>
                    </a:lnTo>
                    <a:lnTo>
                      <a:pt x="10" y="2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5" y="2"/>
                    </a:lnTo>
                    <a:lnTo>
                      <a:pt x="30" y="7"/>
                    </a:lnTo>
                    <a:lnTo>
                      <a:pt x="34" y="14"/>
                    </a:lnTo>
                    <a:lnTo>
                      <a:pt x="35" y="23"/>
                    </a:lnTo>
                    <a:lnTo>
                      <a:pt x="35" y="36"/>
                    </a:lnTo>
                    <a:lnTo>
                      <a:pt x="35" y="36"/>
                    </a:lnTo>
                    <a:lnTo>
                      <a:pt x="34" y="45"/>
                    </a:lnTo>
                    <a:lnTo>
                      <a:pt x="30" y="52"/>
                    </a:lnTo>
                    <a:lnTo>
                      <a:pt x="25" y="55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0" y="55"/>
                    </a:lnTo>
                    <a:lnTo>
                      <a:pt x="5" y="52"/>
                    </a:lnTo>
                    <a:lnTo>
                      <a:pt x="1" y="45"/>
                    </a:lnTo>
                    <a:lnTo>
                      <a:pt x="0" y="36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7" name="Freeform 121">
                <a:extLst>
                  <a:ext uri="{FF2B5EF4-FFF2-40B4-BE49-F238E27FC236}">
                    <a16:creationId xmlns:a16="http://schemas.microsoft.com/office/drawing/2014/main" id="{0DCB71A5-E947-1CED-8869-FF1AC462A1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638" y="1658939"/>
                <a:ext cx="28575" cy="44450"/>
              </a:xfrm>
              <a:custGeom>
                <a:avLst/>
                <a:gdLst>
                  <a:gd name="T0" fmla="*/ 0 w 35"/>
                  <a:gd name="T1" fmla="*/ 23 h 57"/>
                  <a:gd name="T2" fmla="*/ 0 w 35"/>
                  <a:gd name="T3" fmla="*/ 23 h 57"/>
                  <a:gd name="T4" fmla="*/ 1 w 35"/>
                  <a:gd name="T5" fmla="*/ 14 h 57"/>
                  <a:gd name="T6" fmla="*/ 5 w 35"/>
                  <a:gd name="T7" fmla="*/ 7 h 57"/>
                  <a:gd name="T8" fmla="*/ 10 w 35"/>
                  <a:gd name="T9" fmla="*/ 2 h 57"/>
                  <a:gd name="T10" fmla="*/ 18 w 35"/>
                  <a:gd name="T11" fmla="*/ 0 h 57"/>
                  <a:gd name="T12" fmla="*/ 18 w 35"/>
                  <a:gd name="T13" fmla="*/ 0 h 57"/>
                  <a:gd name="T14" fmla="*/ 18 w 35"/>
                  <a:gd name="T15" fmla="*/ 0 h 57"/>
                  <a:gd name="T16" fmla="*/ 25 w 35"/>
                  <a:gd name="T17" fmla="*/ 2 h 57"/>
                  <a:gd name="T18" fmla="*/ 30 w 35"/>
                  <a:gd name="T19" fmla="*/ 7 h 57"/>
                  <a:gd name="T20" fmla="*/ 34 w 35"/>
                  <a:gd name="T21" fmla="*/ 14 h 57"/>
                  <a:gd name="T22" fmla="*/ 35 w 35"/>
                  <a:gd name="T23" fmla="*/ 23 h 57"/>
                  <a:gd name="T24" fmla="*/ 35 w 35"/>
                  <a:gd name="T25" fmla="*/ 36 h 57"/>
                  <a:gd name="T26" fmla="*/ 35 w 35"/>
                  <a:gd name="T27" fmla="*/ 36 h 57"/>
                  <a:gd name="T28" fmla="*/ 34 w 35"/>
                  <a:gd name="T29" fmla="*/ 45 h 57"/>
                  <a:gd name="T30" fmla="*/ 30 w 35"/>
                  <a:gd name="T31" fmla="*/ 52 h 57"/>
                  <a:gd name="T32" fmla="*/ 25 w 35"/>
                  <a:gd name="T33" fmla="*/ 55 h 57"/>
                  <a:gd name="T34" fmla="*/ 18 w 35"/>
                  <a:gd name="T35" fmla="*/ 57 h 57"/>
                  <a:gd name="T36" fmla="*/ 18 w 35"/>
                  <a:gd name="T37" fmla="*/ 57 h 57"/>
                  <a:gd name="T38" fmla="*/ 18 w 35"/>
                  <a:gd name="T39" fmla="*/ 57 h 57"/>
                  <a:gd name="T40" fmla="*/ 10 w 35"/>
                  <a:gd name="T41" fmla="*/ 55 h 57"/>
                  <a:gd name="T42" fmla="*/ 5 w 35"/>
                  <a:gd name="T43" fmla="*/ 52 h 57"/>
                  <a:gd name="T44" fmla="*/ 1 w 35"/>
                  <a:gd name="T45" fmla="*/ 45 h 57"/>
                  <a:gd name="T46" fmla="*/ 0 w 35"/>
                  <a:gd name="T47" fmla="*/ 36 h 57"/>
                  <a:gd name="T48" fmla="*/ 0 w 35"/>
                  <a:gd name="T49" fmla="*/ 23 h 57"/>
                  <a:gd name="T50" fmla="*/ 0 w 35"/>
                  <a:gd name="T51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57">
                    <a:moveTo>
                      <a:pt x="0" y="23"/>
                    </a:moveTo>
                    <a:lnTo>
                      <a:pt x="0" y="23"/>
                    </a:lnTo>
                    <a:lnTo>
                      <a:pt x="1" y="14"/>
                    </a:lnTo>
                    <a:lnTo>
                      <a:pt x="5" y="7"/>
                    </a:lnTo>
                    <a:lnTo>
                      <a:pt x="10" y="2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5" y="2"/>
                    </a:lnTo>
                    <a:lnTo>
                      <a:pt x="30" y="7"/>
                    </a:lnTo>
                    <a:lnTo>
                      <a:pt x="34" y="14"/>
                    </a:lnTo>
                    <a:lnTo>
                      <a:pt x="35" y="23"/>
                    </a:lnTo>
                    <a:lnTo>
                      <a:pt x="35" y="36"/>
                    </a:lnTo>
                    <a:lnTo>
                      <a:pt x="35" y="36"/>
                    </a:lnTo>
                    <a:lnTo>
                      <a:pt x="34" y="45"/>
                    </a:lnTo>
                    <a:lnTo>
                      <a:pt x="30" y="52"/>
                    </a:lnTo>
                    <a:lnTo>
                      <a:pt x="25" y="55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8" y="57"/>
                    </a:lnTo>
                    <a:lnTo>
                      <a:pt x="10" y="55"/>
                    </a:lnTo>
                    <a:lnTo>
                      <a:pt x="5" y="52"/>
                    </a:lnTo>
                    <a:lnTo>
                      <a:pt x="1" y="45"/>
                    </a:lnTo>
                    <a:lnTo>
                      <a:pt x="0" y="36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noFill/>
              <a:ln w="6350">
                <a:solidFill>
                  <a:srgbClr val="4D4F5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218" name="Freeform 122">
                <a:extLst>
                  <a:ext uri="{FF2B5EF4-FFF2-40B4-BE49-F238E27FC236}">
                    <a16:creationId xmlns:a16="http://schemas.microsoft.com/office/drawing/2014/main" id="{75E477DD-94D9-0AB7-2BE1-5FEB97E2AB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6288" y="1604964"/>
                <a:ext cx="155575" cy="79375"/>
              </a:xfrm>
              <a:custGeom>
                <a:avLst/>
                <a:gdLst>
                  <a:gd name="T0" fmla="*/ 0 w 196"/>
                  <a:gd name="T1" fmla="*/ 102 h 102"/>
                  <a:gd name="T2" fmla="*/ 0 w 196"/>
                  <a:gd name="T3" fmla="*/ 98 h 102"/>
                  <a:gd name="T4" fmla="*/ 0 w 196"/>
                  <a:gd name="T5" fmla="*/ 98 h 102"/>
                  <a:gd name="T6" fmla="*/ 2 w 196"/>
                  <a:gd name="T7" fmla="*/ 79 h 102"/>
                  <a:gd name="T8" fmla="*/ 8 w 196"/>
                  <a:gd name="T9" fmla="*/ 61 h 102"/>
                  <a:gd name="T10" fmla="*/ 16 w 196"/>
                  <a:gd name="T11" fmla="*/ 45 h 102"/>
                  <a:gd name="T12" fmla="*/ 29 w 196"/>
                  <a:gd name="T13" fmla="*/ 29 h 102"/>
                  <a:gd name="T14" fmla="*/ 43 w 196"/>
                  <a:gd name="T15" fmla="*/ 18 h 102"/>
                  <a:gd name="T16" fmla="*/ 59 w 196"/>
                  <a:gd name="T17" fmla="*/ 9 h 102"/>
                  <a:gd name="T18" fmla="*/ 79 w 196"/>
                  <a:gd name="T19" fmla="*/ 2 h 102"/>
                  <a:gd name="T20" fmla="*/ 98 w 196"/>
                  <a:gd name="T21" fmla="*/ 0 h 102"/>
                  <a:gd name="T22" fmla="*/ 98 w 196"/>
                  <a:gd name="T23" fmla="*/ 0 h 102"/>
                  <a:gd name="T24" fmla="*/ 118 w 196"/>
                  <a:gd name="T25" fmla="*/ 2 h 102"/>
                  <a:gd name="T26" fmla="*/ 136 w 196"/>
                  <a:gd name="T27" fmla="*/ 9 h 102"/>
                  <a:gd name="T28" fmla="*/ 152 w 196"/>
                  <a:gd name="T29" fmla="*/ 18 h 102"/>
                  <a:gd name="T30" fmla="*/ 168 w 196"/>
                  <a:gd name="T31" fmla="*/ 29 h 102"/>
                  <a:gd name="T32" fmla="*/ 178 w 196"/>
                  <a:gd name="T33" fmla="*/ 45 h 102"/>
                  <a:gd name="T34" fmla="*/ 187 w 196"/>
                  <a:gd name="T35" fmla="*/ 61 h 102"/>
                  <a:gd name="T36" fmla="*/ 194 w 196"/>
                  <a:gd name="T37" fmla="*/ 79 h 102"/>
                  <a:gd name="T38" fmla="*/ 196 w 196"/>
                  <a:gd name="T39" fmla="*/ 98 h 102"/>
                  <a:gd name="T40" fmla="*/ 196 w 196"/>
                  <a:gd name="T41" fmla="*/ 98 h 102"/>
                  <a:gd name="T42" fmla="*/ 196 w 196"/>
                  <a:gd name="T43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6" h="102">
                    <a:moveTo>
                      <a:pt x="0" y="102"/>
                    </a:moveTo>
                    <a:lnTo>
                      <a:pt x="0" y="98"/>
                    </a:lnTo>
                    <a:lnTo>
                      <a:pt x="0" y="98"/>
                    </a:lnTo>
                    <a:lnTo>
                      <a:pt x="2" y="79"/>
                    </a:lnTo>
                    <a:lnTo>
                      <a:pt x="8" y="61"/>
                    </a:lnTo>
                    <a:lnTo>
                      <a:pt x="16" y="45"/>
                    </a:lnTo>
                    <a:lnTo>
                      <a:pt x="29" y="29"/>
                    </a:lnTo>
                    <a:lnTo>
                      <a:pt x="43" y="18"/>
                    </a:lnTo>
                    <a:lnTo>
                      <a:pt x="59" y="9"/>
                    </a:lnTo>
                    <a:lnTo>
                      <a:pt x="79" y="2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118" y="2"/>
                    </a:lnTo>
                    <a:lnTo>
                      <a:pt x="136" y="9"/>
                    </a:lnTo>
                    <a:lnTo>
                      <a:pt x="152" y="18"/>
                    </a:lnTo>
                    <a:lnTo>
                      <a:pt x="168" y="29"/>
                    </a:lnTo>
                    <a:lnTo>
                      <a:pt x="178" y="45"/>
                    </a:lnTo>
                    <a:lnTo>
                      <a:pt x="187" y="61"/>
                    </a:lnTo>
                    <a:lnTo>
                      <a:pt x="194" y="79"/>
                    </a:lnTo>
                    <a:lnTo>
                      <a:pt x="196" y="98"/>
                    </a:lnTo>
                    <a:lnTo>
                      <a:pt x="196" y="98"/>
                    </a:lnTo>
                    <a:lnTo>
                      <a:pt x="196" y="102"/>
                    </a:lnTo>
                  </a:path>
                </a:pathLst>
              </a:custGeom>
              <a:noFill/>
              <a:ln w="7938">
                <a:solidFill>
                  <a:srgbClr val="4D4F5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9B1F64-C345-5F27-AC17-62D445007965}"/>
              </a:ext>
            </a:extLst>
          </p:cNvPr>
          <p:cNvGrpSpPr/>
          <p:nvPr/>
        </p:nvGrpSpPr>
        <p:grpSpPr>
          <a:xfrm>
            <a:off x="750973" y="5433808"/>
            <a:ext cx="919080" cy="519097"/>
            <a:chOff x="7968559" y="75751"/>
            <a:chExt cx="1854856" cy="1137016"/>
          </a:xfrm>
        </p:grpSpPr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937E8B9A-27B9-C324-EF19-D9A4923C08B8}"/>
                </a:ext>
              </a:extLst>
            </p:cNvPr>
            <p:cNvSpPr/>
            <p:nvPr/>
          </p:nvSpPr>
          <p:spPr>
            <a:xfrm>
              <a:off x="7968559" y="75751"/>
              <a:ext cx="1854856" cy="11370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8" noProof="1">
                <a:solidFill>
                  <a:srgbClr val="4D4F53"/>
                </a:solidFill>
              </a:endParaRPr>
            </a:p>
          </p:txBody>
        </p:sp>
        <p:sp>
          <p:nvSpPr>
            <p:cNvPr id="1185" name="Freeform 18">
              <a:extLst>
                <a:ext uri="{FF2B5EF4-FFF2-40B4-BE49-F238E27FC236}">
                  <a16:creationId xmlns:a16="http://schemas.microsoft.com/office/drawing/2014/main" id="{8A2066DD-E689-3F5A-016D-20AC19519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44248" y="129232"/>
              <a:ext cx="1114091" cy="1011753"/>
            </a:xfrm>
            <a:custGeom>
              <a:avLst/>
              <a:gdLst>
                <a:gd name="T0" fmla="*/ 297 w 479"/>
                <a:gd name="T1" fmla="*/ 99 h 435"/>
                <a:gd name="T2" fmla="*/ 279 w 479"/>
                <a:gd name="T3" fmla="*/ 92 h 435"/>
                <a:gd name="T4" fmla="*/ 263 w 479"/>
                <a:gd name="T5" fmla="*/ 76 h 435"/>
                <a:gd name="T6" fmla="*/ 246 w 479"/>
                <a:gd name="T7" fmla="*/ 92 h 435"/>
                <a:gd name="T8" fmla="*/ 230 w 479"/>
                <a:gd name="T9" fmla="*/ 99 h 435"/>
                <a:gd name="T10" fmla="*/ 208 w 479"/>
                <a:gd name="T11" fmla="*/ 101 h 435"/>
                <a:gd name="T12" fmla="*/ 224 w 479"/>
                <a:gd name="T13" fmla="*/ 140 h 435"/>
                <a:gd name="T14" fmla="*/ 247 w 479"/>
                <a:gd name="T15" fmla="*/ 161 h 435"/>
                <a:gd name="T16" fmla="*/ 270 w 479"/>
                <a:gd name="T17" fmla="*/ 161 h 435"/>
                <a:gd name="T18" fmla="*/ 295 w 479"/>
                <a:gd name="T19" fmla="*/ 140 h 435"/>
                <a:gd name="T20" fmla="*/ 307 w 479"/>
                <a:gd name="T21" fmla="*/ 101 h 435"/>
                <a:gd name="T22" fmla="*/ 40 w 479"/>
                <a:gd name="T23" fmla="*/ 379 h 435"/>
                <a:gd name="T24" fmla="*/ 44 w 479"/>
                <a:gd name="T25" fmla="*/ 364 h 435"/>
                <a:gd name="T26" fmla="*/ 74 w 479"/>
                <a:gd name="T27" fmla="*/ 336 h 435"/>
                <a:gd name="T28" fmla="*/ 109 w 479"/>
                <a:gd name="T29" fmla="*/ 287 h 435"/>
                <a:gd name="T30" fmla="*/ 131 w 479"/>
                <a:gd name="T31" fmla="*/ 227 h 435"/>
                <a:gd name="T32" fmla="*/ 143 w 479"/>
                <a:gd name="T33" fmla="*/ 204 h 435"/>
                <a:gd name="T34" fmla="*/ 173 w 479"/>
                <a:gd name="T35" fmla="*/ 191 h 435"/>
                <a:gd name="T36" fmla="*/ 214 w 479"/>
                <a:gd name="T37" fmla="*/ 186 h 435"/>
                <a:gd name="T38" fmla="*/ 299 w 479"/>
                <a:gd name="T39" fmla="*/ 200 h 435"/>
                <a:gd name="T40" fmla="*/ 325 w 479"/>
                <a:gd name="T41" fmla="*/ 188 h 435"/>
                <a:gd name="T42" fmla="*/ 371 w 479"/>
                <a:gd name="T43" fmla="*/ 200 h 435"/>
                <a:gd name="T44" fmla="*/ 384 w 479"/>
                <a:gd name="T45" fmla="*/ 211 h 435"/>
                <a:gd name="T46" fmla="*/ 414 w 479"/>
                <a:gd name="T47" fmla="*/ 318 h 435"/>
                <a:gd name="T48" fmla="*/ 419 w 479"/>
                <a:gd name="T49" fmla="*/ 368 h 435"/>
                <a:gd name="T50" fmla="*/ 414 w 479"/>
                <a:gd name="T51" fmla="*/ 379 h 435"/>
                <a:gd name="T52" fmla="*/ 0 w 479"/>
                <a:gd name="T53" fmla="*/ 435 h 435"/>
                <a:gd name="T54" fmla="*/ 157 w 479"/>
                <a:gd name="T55" fmla="*/ 357 h 435"/>
                <a:gd name="T56" fmla="*/ 369 w 479"/>
                <a:gd name="T57" fmla="*/ 357 h 435"/>
                <a:gd name="T58" fmla="*/ 65 w 479"/>
                <a:gd name="T59" fmla="*/ 379 h 435"/>
                <a:gd name="T60" fmla="*/ 104 w 479"/>
                <a:gd name="T61" fmla="*/ 372 h 435"/>
                <a:gd name="T62" fmla="*/ 95 w 479"/>
                <a:gd name="T63" fmla="*/ 361 h 435"/>
                <a:gd name="T64" fmla="*/ 81 w 479"/>
                <a:gd name="T65" fmla="*/ 359 h 435"/>
                <a:gd name="T66" fmla="*/ 71 w 479"/>
                <a:gd name="T67" fmla="*/ 363 h 435"/>
                <a:gd name="T68" fmla="*/ 65 w 479"/>
                <a:gd name="T69" fmla="*/ 379 h 435"/>
                <a:gd name="T70" fmla="*/ 170 w 479"/>
                <a:gd name="T71" fmla="*/ 221 h 435"/>
                <a:gd name="T72" fmla="*/ 164 w 479"/>
                <a:gd name="T73" fmla="*/ 225 h 435"/>
                <a:gd name="T74" fmla="*/ 161 w 479"/>
                <a:gd name="T75" fmla="*/ 230 h 435"/>
                <a:gd name="T76" fmla="*/ 162 w 479"/>
                <a:gd name="T77" fmla="*/ 336 h 435"/>
                <a:gd name="T78" fmla="*/ 166 w 479"/>
                <a:gd name="T79" fmla="*/ 341 h 435"/>
                <a:gd name="T80" fmla="*/ 352 w 479"/>
                <a:gd name="T81" fmla="*/ 341 h 435"/>
                <a:gd name="T82" fmla="*/ 357 w 479"/>
                <a:gd name="T83" fmla="*/ 340 h 435"/>
                <a:gd name="T84" fmla="*/ 361 w 479"/>
                <a:gd name="T85" fmla="*/ 230 h 435"/>
                <a:gd name="T86" fmla="*/ 357 w 479"/>
                <a:gd name="T87" fmla="*/ 225 h 435"/>
                <a:gd name="T88" fmla="*/ 352 w 479"/>
                <a:gd name="T89" fmla="*/ 221 h 435"/>
                <a:gd name="T90" fmla="*/ 184 w 479"/>
                <a:gd name="T91" fmla="*/ 27 h 435"/>
                <a:gd name="T92" fmla="*/ 207 w 479"/>
                <a:gd name="T93" fmla="*/ 7 h 435"/>
                <a:gd name="T94" fmla="*/ 256 w 479"/>
                <a:gd name="T95" fmla="*/ 0 h 435"/>
                <a:gd name="T96" fmla="*/ 281 w 479"/>
                <a:gd name="T97" fmla="*/ 2 h 435"/>
                <a:gd name="T98" fmla="*/ 318 w 479"/>
                <a:gd name="T99" fmla="*/ 12 h 435"/>
                <a:gd name="T100" fmla="*/ 332 w 479"/>
                <a:gd name="T101" fmla="*/ 27 h 435"/>
                <a:gd name="T102" fmla="*/ 343 w 479"/>
                <a:gd name="T103" fmla="*/ 76 h 435"/>
                <a:gd name="T104" fmla="*/ 341 w 479"/>
                <a:gd name="T105" fmla="*/ 149 h 435"/>
                <a:gd name="T106" fmla="*/ 334 w 479"/>
                <a:gd name="T107" fmla="*/ 158 h 435"/>
                <a:gd name="T108" fmla="*/ 306 w 479"/>
                <a:gd name="T109" fmla="*/ 156 h 435"/>
                <a:gd name="T110" fmla="*/ 274 w 479"/>
                <a:gd name="T111" fmla="*/ 177 h 435"/>
                <a:gd name="T112" fmla="*/ 256 w 479"/>
                <a:gd name="T113" fmla="*/ 181 h 435"/>
                <a:gd name="T114" fmla="*/ 231 w 479"/>
                <a:gd name="T115" fmla="*/ 170 h 435"/>
                <a:gd name="T116" fmla="*/ 214 w 479"/>
                <a:gd name="T117" fmla="*/ 154 h 435"/>
                <a:gd name="T118" fmla="*/ 178 w 479"/>
                <a:gd name="T119" fmla="*/ 156 h 435"/>
                <a:gd name="T120" fmla="*/ 173 w 479"/>
                <a:gd name="T121" fmla="*/ 136 h 435"/>
                <a:gd name="T122" fmla="*/ 177 w 479"/>
                <a:gd name="T123" fmla="*/ 57 h 435"/>
                <a:gd name="T124" fmla="*/ 184 w 479"/>
                <a:gd name="T125" fmla="*/ 27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9" h="435">
                  <a:moveTo>
                    <a:pt x="307" y="101"/>
                  </a:moveTo>
                  <a:lnTo>
                    <a:pt x="307" y="101"/>
                  </a:lnTo>
                  <a:lnTo>
                    <a:pt x="297" y="99"/>
                  </a:lnTo>
                  <a:lnTo>
                    <a:pt x="286" y="96"/>
                  </a:lnTo>
                  <a:lnTo>
                    <a:pt x="286" y="96"/>
                  </a:lnTo>
                  <a:lnTo>
                    <a:pt x="279" y="92"/>
                  </a:lnTo>
                  <a:lnTo>
                    <a:pt x="274" y="87"/>
                  </a:lnTo>
                  <a:lnTo>
                    <a:pt x="263" y="76"/>
                  </a:lnTo>
                  <a:lnTo>
                    <a:pt x="263" y="76"/>
                  </a:lnTo>
                  <a:lnTo>
                    <a:pt x="263" y="76"/>
                  </a:lnTo>
                  <a:lnTo>
                    <a:pt x="251" y="87"/>
                  </a:lnTo>
                  <a:lnTo>
                    <a:pt x="246" y="92"/>
                  </a:lnTo>
                  <a:lnTo>
                    <a:pt x="240" y="96"/>
                  </a:lnTo>
                  <a:lnTo>
                    <a:pt x="240" y="96"/>
                  </a:lnTo>
                  <a:lnTo>
                    <a:pt x="230" y="99"/>
                  </a:lnTo>
                  <a:lnTo>
                    <a:pt x="223" y="101"/>
                  </a:lnTo>
                  <a:lnTo>
                    <a:pt x="208" y="101"/>
                  </a:lnTo>
                  <a:lnTo>
                    <a:pt x="208" y="101"/>
                  </a:lnTo>
                  <a:lnTo>
                    <a:pt x="216" y="122"/>
                  </a:lnTo>
                  <a:lnTo>
                    <a:pt x="219" y="131"/>
                  </a:lnTo>
                  <a:lnTo>
                    <a:pt x="224" y="140"/>
                  </a:lnTo>
                  <a:lnTo>
                    <a:pt x="231" y="149"/>
                  </a:lnTo>
                  <a:lnTo>
                    <a:pt x="239" y="156"/>
                  </a:lnTo>
                  <a:lnTo>
                    <a:pt x="247" y="161"/>
                  </a:lnTo>
                  <a:lnTo>
                    <a:pt x="258" y="165"/>
                  </a:lnTo>
                  <a:lnTo>
                    <a:pt x="258" y="165"/>
                  </a:lnTo>
                  <a:lnTo>
                    <a:pt x="270" y="161"/>
                  </a:lnTo>
                  <a:lnTo>
                    <a:pt x="281" y="156"/>
                  </a:lnTo>
                  <a:lnTo>
                    <a:pt x="288" y="149"/>
                  </a:lnTo>
                  <a:lnTo>
                    <a:pt x="295" y="140"/>
                  </a:lnTo>
                  <a:lnTo>
                    <a:pt x="300" y="131"/>
                  </a:lnTo>
                  <a:lnTo>
                    <a:pt x="304" y="122"/>
                  </a:lnTo>
                  <a:lnTo>
                    <a:pt x="307" y="101"/>
                  </a:lnTo>
                  <a:lnTo>
                    <a:pt x="307" y="101"/>
                  </a:lnTo>
                  <a:close/>
                  <a:moveTo>
                    <a:pt x="0" y="379"/>
                  </a:moveTo>
                  <a:lnTo>
                    <a:pt x="40" y="379"/>
                  </a:lnTo>
                  <a:lnTo>
                    <a:pt x="40" y="379"/>
                  </a:lnTo>
                  <a:lnTo>
                    <a:pt x="44" y="364"/>
                  </a:lnTo>
                  <a:lnTo>
                    <a:pt x="44" y="364"/>
                  </a:lnTo>
                  <a:lnTo>
                    <a:pt x="49" y="356"/>
                  </a:lnTo>
                  <a:lnTo>
                    <a:pt x="56" y="349"/>
                  </a:lnTo>
                  <a:lnTo>
                    <a:pt x="74" y="336"/>
                  </a:lnTo>
                  <a:lnTo>
                    <a:pt x="86" y="326"/>
                  </a:lnTo>
                  <a:lnTo>
                    <a:pt x="97" y="310"/>
                  </a:lnTo>
                  <a:lnTo>
                    <a:pt x="109" y="287"/>
                  </a:lnTo>
                  <a:lnTo>
                    <a:pt x="122" y="251"/>
                  </a:lnTo>
                  <a:lnTo>
                    <a:pt x="122" y="251"/>
                  </a:lnTo>
                  <a:lnTo>
                    <a:pt x="131" y="227"/>
                  </a:lnTo>
                  <a:lnTo>
                    <a:pt x="139" y="211"/>
                  </a:lnTo>
                  <a:lnTo>
                    <a:pt x="139" y="211"/>
                  </a:lnTo>
                  <a:lnTo>
                    <a:pt x="143" y="204"/>
                  </a:lnTo>
                  <a:lnTo>
                    <a:pt x="150" y="200"/>
                  </a:lnTo>
                  <a:lnTo>
                    <a:pt x="161" y="195"/>
                  </a:lnTo>
                  <a:lnTo>
                    <a:pt x="173" y="191"/>
                  </a:lnTo>
                  <a:lnTo>
                    <a:pt x="196" y="188"/>
                  </a:lnTo>
                  <a:lnTo>
                    <a:pt x="214" y="186"/>
                  </a:lnTo>
                  <a:lnTo>
                    <a:pt x="214" y="186"/>
                  </a:lnTo>
                  <a:lnTo>
                    <a:pt x="223" y="200"/>
                  </a:lnTo>
                  <a:lnTo>
                    <a:pt x="299" y="200"/>
                  </a:lnTo>
                  <a:lnTo>
                    <a:pt x="299" y="200"/>
                  </a:lnTo>
                  <a:lnTo>
                    <a:pt x="307" y="186"/>
                  </a:lnTo>
                  <a:lnTo>
                    <a:pt x="307" y="186"/>
                  </a:lnTo>
                  <a:lnTo>
                    <a:pt x="325" y="188"/>
                  </a:lnTo>
                  <a:lnTo>
                    <a:pt x="350" y="191"/>
                  </a:lnTo>
                  <a:lnTo>
                    <a:pt x="361" y="195"/>
                  </a:lnTo>
                  <a:lnTo>
                    <a:pt x="371" y="200"/>
                  </a:lnTo>
                  <a:lnTo>
                    <a:pt x="378" y="204"/>
                  </a:lnTo>
                  <a:lnTo>
                    <a:pt x="384" y="211"/>
                  </a:lnTo>
                  <a:lnTo>
                    <a:pt x="384" y="211"/>
                  </a:lnTo>
                  <a:lnTo>
                    <a:pt x="392" y="244"/>
                  </a:lnTo>
                  <a:lnTo>
                    <a:pt x="406" y="292"/>
                  </a:lnTo>
                  <a:lnTo>
                    <a:pt x="414" y="318"/>
                  </a:lnTo>
                  <a:lnTo>
                    <a:pt x="419" y="341"/>
                  </a:lnTo>
                  <a:lnTo>
                    <a:pt x="421" y="361"/>
                  </a:lnTo>
                  <a:lnTo>
                    <a:pt x="419" y="368"/>
                  </a:lnTo>
                  <a:lnTo>
                    <a:pt x="419" y="373"/>
                  </a:lnTo>
                  <a:lnTo>
                    <a:pt x="419" y="373"/>
                  </a:lnTo>
                  <a:lnTo>
                    <a:pt x="414" y="379"/>
                  </a:lnTo>
                  <a:lnTo>
                    <a:pt x="479" y="379"/>
                  </a:lnTo>
                  <a:lnTo>
                    <a:pt x="479" y="435"/>
                  </a:lnTo>
                  <a:lnTo>
                    <a:pt x="0" y="435"/>
                  </a:lnTo>
                  <a:lnTo>
                    <a:pt x="0" y="379"/>
                  </a:lnTo>
                  <a:lnTo>
                    <a:pt x="0" y="379"/>
                  </a:lnTo>
                  <a:close/>
                  <a:moveTo>
                    <a:pt x="157" y="357"/>
                  </a:moveTo>
                  <a:lnTo>
                    <a:pt x="157" y="373"/>
                  </a:lnTo>
                  <a:lnTo>
                    <a:pt x="369" y="373"/>
                  </a:lnTo>
                  <a:lnTo>
                    <a:pt x="369" y="357"/>
                  </a:lnTo>
                  <a:lnTo>
                    <a:pt x="157" y="357"/>
                  </a:lnTo>
                  <a:lnTo>
                    <a:pt x="157" y="357"/>
                  </a:lnTo>
                  <a:close/>
                  <a:moveTo>
                    <a:pt x="65" y="379"/>
                  </a:moveTo>
                  <a:lnTo>
                    <a:pt x="108" y="379"/>
                  </a:lnTo>
                  <a:lnTo>
                    <a:pt x="108" y="379"/>
                  </a:lnTo>
                  <a:lnTo>
                    <a:pt x="104" y="372"/>
                  </a:lnTo>
                  <a:lnTo>
                    <a:pt x="101" y="364"/>
                  </a:lnTo>
                  <a:lnTo>
                    <a:pt x="99" y="363"/>
                  </a:lnTo>
                  <a:lnTo>
                    <a:pt x="95" y="361"/>
                  </a:lnTo>
                  <a:lnTo>
                    <a:pt x="95" y="361"/>
                  </a:lnTo>
                  <a:lnTo>
                    <a:pt x="88" y="359"/>
                  </a:lnTo>
                  <a:lnTo>
                    <a:pt x="81" y="359"/>
                  </a:lnTo>
                  <a:lnTo>
                    <a:pt x="74" y="361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67" y="368"/>
                  </a:lnTo>
                  <a:lnTo>
                    <a:pt x="65" y="373"/>
                  </a:lnTo>
                  <a:lnTo>
                    <a:pt x="65" y="379"/>
                  </a:lnTo>
                  <a:lnTo>
                    <a:pt x="65" y="379"/>
                  </a:lnTo>
                  <a:close/>
                  <a:moveTo>
                    <a:pt x="352" y="221"/>
                  </a:moveTo>
                  <a:lnTo>
                    <a:pt x="170" y="221"/>
                  </a:lnTo>
                  <a:lnTo>
                    <a:pt x="170" y="221"/>
                  </a:lnTo>
                  <a:lnTo>
                    <a:pt x="166" y="223"/>
                  </a:lnTo>
                  <a:lnTo>
                    <a:pt x="164" y="225"/>
                  </a:lnTo>
                  <a:lnTo>
                    <a:pt x="164" y="225"/>
                  </a:lnTo>
                  <a:lnTo>
                    <a:pt x="162" y="227"/>
                  </a:lnTo>
                  <a:lnTo>
                    <a:pt x="161" y="230"/>
                  </a:lnTo>
                  <a:lnTo>
                    <a:pt x="161" y="334"/>
                  </a:lnTo>
                  <a:lnTo>
                    <a:pt x="161" y="334"/>
                  </a:lnTo>
                  <a:lnTo>
                    <a:pt x="162" y="336"/>
                  </a:lnTo>
                  <a:lnTo>
                    <a:pt x="164" y="340"/>
                  </a:lnTo>
                  <a:lnTo>
                    <a:pt x="164" y="340"/>
                  </a:lnTo>
                  <a:lnTo>
                    <a:pt x="166" y="341"/>
                  </a:lnTo>
                  <a:lnTo>
                    <a:pt x="170" y="341"/>
                  </a:lnTo>
                  <a:lnTo>
                    <a:pt x="352" y="341"/>
                  </a:lnTo>
                  <a:lnTo>
                    <a:pt x="352" y="341"/>
                  </a:lnTo>
                  <a:lnTo>
                    <a:pt x="355" y="341"/>
                  </a:lnTo>
                  <a:lnTo>
                    <a:pt x="357" y="340"/>
                  </a:lnTo>
                  <a:lnTo>
                    <a:pt x="357" y="340"/>
                  </a:lnTo>
                  <a:lnTo>
                    <a:pt x="359" y="336"/>
                  </a:lnTo>
                  <a:lnTo>
                    <a:pt x="361" y="334"/>
                  </a:lnTo>
                  <a:lnTo>
                    <a:pt x="361" y="230"/>
                  </a:lnTo>
                  <a:lnTo>
                    <a:pt x="361" y="230"/>
                  </a:lnTo>
                  <a:lnTo>
                    <a:pt x="359" y="227"/>
                  </a:lnTo>
                  <a:lnTo>
                    <a:pt x="357" y="225"/>
                  </a:lnTo>
                  <a:lnTo>
                    <a:pt x="357" y="225"/>
                  </a:lnTo>
                  <a:lnTo>
                    <a:pt x="355" y="223"/>
                  </a:lnTo>
                  <a:lnTo>
                    <a:pt x="352" y="221"/>
                  </a:lnTo>
                  <a:lnTo>
                    <a:pt x="352" y="221"/>
                  </a:lnTo>
                  <a:close/>
                  <a:moveTo>
                    <a:pt x="184" y="27"/>
                  </a:moveTo>
                  <a:lnTo>
                    <a:pt x="184" y="27"/>
                  </a:lnTo>
                  <a:lnTo>
                    <a:pt x="191" y="18"/>
                  </a:lnTo>
                  <a:lnTo>
                    <a:pt x="198" y="12"/>
                  </a:lnTo>
                  <a:lnTo>
                    <a:pt x="207" y="7"/>
                  </a:lnTo>
                  <a:lnTo>
                    <a:pt x="216" y="4"/>
                  </a:lnTo>
                  <a:lnTo>
                    <a:pt x="235" y="2"/>
                  </a:lnTo>
                  <a:lnTo>
                    <a:pt x="256" y="0"/>
                  </a:lnTo>
                  <a:lnTo>
                    <a:pt x="261" y="0"/>
                  </a:lnTo>
                  <a:lnTo>
                    <a:pt x="261" y="0"/>
                  </a:lnTo>
                  <a:lnTo>
                    <a:pt x="281" y="2"/>
                  </a:lnTo>
                  <a:lnTo>
                    <a:pt x="302" y="4"/>
                  </a:lnTo>
                  <a:lnTo>
                    <a:pt x="311" y="7"/>
                  </a:lnTo>
                  <a:lnTo>
                    <a:pt x="318" y="12"/>
                  </a:lnTo>
                  <a:lnTo>
                    <a:pt x="327" y="18"/>
                  </a:lnTo>
                  <a:lnTo>
                    <a:pt x="332" y="27"/>
                  </a:lnTo>
                  <a:lnTo>
                    <a:pt x="332" y="27"/>
                  </a:lnTo>
                  <a:lnTo>
                    <a:pt x="338" y="39"/>
                  </a:lnTo>
                  <a:lnTo>
                    <a:pt x="341" y="57"/>
                  </a:lnTo>
                  <a:lnTo>
                    <a:pt x="343" y="76"/>
                  </a:lnTo>
                  <a:lnTo>
                    <a:pt x="345" y="97"/>
                  </a:lnTo>
                  <a:lnTo>
                    <a:pt x="343" y="136"/>
                  </a:lnTo>
                  <a:lnTo>
                    <a:pt x="341" y="149"/>
                  </a:lnTo>
                  <a:lnTo>
                    <a:pt x="338" y="156"/>
                  </a:lnTo>
                  <a:lnTo>
                    <a:pt x="338" y="156"/>
                  </a:lnTo>
                  <a:lnTo>
                    <a:pt x="334" y="158"/>
                  </a:lnTo>
                  <a:lnTo>
                    <a:pt x="325" y="158"/>
                  </a:lnTo>
                  <a:lnTo>
                    <a:pt x="306" y="156"/>
                  </a:lnTo>
                  <a:lnTo>
                    <a:pt x="306" y="156"/>
                  </a:lnTo>
                  <a:lnTo>
                    <a:pt x="297" y="165"/>
                  </a:lnTo>
                  <a:lnTo>
                    <a:pt x="286" y="172"/>
                  </a:lnTo>
                  <a:lnTo>
                    <a:pt x="274" y="177"/>
                  </a:lnTo>
                  <a:lnTo>
                    <a:pt x="260" y="181"/>
                  </a:lnTo>
                  <a:lnTo>
                    <a:pt x="258" y="181"/>
                  </a:lnTo>
                  <a:lnTo>
                    <a:pt x="256" y="181"/>
                  </a:lnTo>
                  <a:lnTo>
                    <a:pt x="256" y="181"/>
                  </a:lnTo>
                  <a:lnTo>
                    <a:pt x="242" y="177"/>
                  </a:lnTo>
                  <a:lnTo>
                    <a:pt x="231" y="170"/>
                  </a:lnTo>
                  <a:lnTo>
                    <a:pt x="223" y="163"/>
                  </a:lnTo>
                  <a:lnTo>
                    <a:pt x="214" y="154"/>
                  </a:lnTo>
                  <a:lnTo>
                    <a:pt x="214" y="154"/>
                  </a:lnTo>
                  <a:lnTo>
                    <a:pt x="193" y="158"/>
                  </a:lnTo>
                  <a:lnTo>
                    <a:pt x="184" y="158"/>
                  </a:lnTo>
                  <a:lnTo>
                    <a:pt x="178" y="156"/>
                  </a:lnTo>
                  <a:lnTo>
                    <a:pt x="178" y="156"/>
                  </a:lnTo>
                  <a:lnTo>
                    <a:pt x="177" y="149"/>
                  </a:lnTo>
                  <a:lnTo>
                    <a:pt x="173" y="136"/>
                  </a:lnTo>
                  <a:lnTo>
                    <a:pt x="173" y="97"/>
                  </a:lnTo>
                  <a:lnTo>
                    <a:pt x="173" y="76"/>
                  </a:lnTo>
                  <a:lnTo>
                    <a:pt x="177" y="57"/>
                  </a:lnTo>
                  <a:lnTo>
                    <a:pt x="178" y="39"/>
                  </a:lnTo>
                  <a:lnTo>
                    <a:pt x="184" y="27"/>
                  </a:lnTo>
                  <a:lnTo>
                    <a:pt x="184" y="27"/>
                  </a:ln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 noProof="1"/>
            </a:p>
          </p:txBody>
        </p:sp>
        <p:sp>
          <p:nvSpPr>
            <p:cNvPr id="1186" name="Freeform 160">
              <a:extLst>
                <a:ext uri="{FF2B5EF4-FFF2-40B4-BE49-F238E27FC236}">
                  <a16:creationId xmlns:a16="http://schemas.microsoft.com/office/drawing/2014/main" id="{326F2CFD-7A00-8E94-D7C7-E3C5F4A780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16758" y="610354"/>
              <a:ext cx="288665" cy="322037"/>
            </a:xfrm>
            <a:custGeom>
              <a:avLst/>
              <a:gdLst>
                <a:gd name="T0" fmla="*/ 472 w 926"/>
                <a:gd name="T1" fmla="*/ 322 h 1250"/>
                <a:gd name="T2" fmla="*/ 40 w 926"/>
                <a:gd name="T3" fmla="*/ 10 h 1250"/>
                <a:gd name="T4" fmla="*/ 31 w 926"/>
                <a:gd name="T5" fmla="*/ 71 h 1250"/>
                <a:gd name="T6" fmla="*/ 45 w 926"/>
                <a:gd name="T7" fmla="*/ 666 h 1250"/>
                <a:gd name="T8" fmla="*/ 0 w 926"/>
                <a:gd name="T9" fmla="*/ 711 h 1250"/>
                <a:gd name="T10" fmla="*/ 45 w 926"/>
                <a:gd name="T11" fmla="*/ 756 h 1250"/>
                <a:gd name="T12" fmla="*/ 370 w 926"/>
                <a:gd name="T13" fmla="*/ 818 h 1250"/>
                <a:gd name="T14" fmla="*/ 409 w 926"/>
                <a:gd name="T15" fmla="*/ 1247 h 1250"/>
                <a:gd name="T16" fmla="*/ 469 w 926"/>
                <a:gd name="T17" fmla="*/ 1222 h 1250"/>
                <a:gd name="T18" fmla="*/ 519 w 926"/>
                <a:gd name="T19" fmla="*/ 788 h 1250"/>
                <a:gd name="T20" fmla="*/ 867 w 926"/>
                <a:gd name="T21" fmla="*/ 1123 h 1250"/>
                <a:gd name="T22" fmla="*/ 923 w 926"/>
                <a:gd name="T23" fmla="*/ 1095 h 1250"/>
                <a:gd name="T24" fmla="*/ 113 w 926"/>
                <a:gd name="T25" fmla="*/ 118 h 1250"/>
                <a:gd name="T26" fmla="*/ 96 w 926"/>
                <a:gd name="T27" fmla="*/ 76 h 1250"/>
                <a:gd name="T28" fmla="*/ 137 w 926"/>
                <a:gd name="T29" fmla="*/ 60 h 1250"/>
                <a:gd name="T30" fmla="*/ 155 w 926"/>
                <a:gd name="T31" fmla="*/ 101 h 1250"/>
                <a:gd name="T32" fmla="*/ 275 w 926"/>
                <a:gd name="T33" fmla="*/ 250 h 1250"/>
                <a:gd name="T34" fmla="*/ 243 w 926"/>
                <a:gd name="T35" fmla="*/ 218 h 1250"/>
                <a:gd name="T36" fmla="*/ 275 w 926"/>
                <a:gd name="T37" fmla="*/ 186 h 1250"/>
                <a:gd name="T38" fmla="*/ 307 w 926"/>
                <a:gd name="T39" fmla="*/ 218 h 1250"/>
                <a:gd name="T40" fmla="*/ 275 w 926"/>
                <a:gd name="T41" fmla="*/ 250 h 1250"/>
                <a:gd name="T42" fmla="*/ 133 w 926"/>
                <a:gd name="T43" fmla="*/ 717 h 1250"/>
                <a:gd name="T44" fmla="*/ 158 w 926"/>
                <a:gd name="T45" fmla="*/ 679 h 1250"/>
                <a:gd name="T46" fmla="*/ 197 w 926"/>
                <a:gd name="T47" fmla="*/ 704 h 1250"/>
                <a:gd name="T48" fmla="*/ 172 w 926"/>
                <a:gd name="T49" fmla="*/ 742 h 1250"/>
                <a:gd name="T50" fmla="*/ 452 w 926"/>
                <a:gd name="T51" fmla="*/ 333 h 1250"/>
                <a:gd name="T52" fmla="*/ 444 w 926"/>
                <a:gd name="T53" fmla="*/ 377 h 1250"/>
                <a:gd name="T54" fmla="*/ 400 w 926"/>
                <a:gd name="T55" fmla="*/ 368 h 1250"/>
                <a:gd name="T56" fmla="*/ 409 w 926"/>
                <a:gd name="T57" fmla="*/ 325 h 1250"/>
                <a:gd name="T58" fmla="*/ 444 w 926"/>
                <a:gd name="T59" fmla="*/ 492 h 1250"/>
                <a:gd name="T60" fmla="*/ 452 w 926"/>
                <a:gd name="T61" fmla="*/ 535 h 1250"/>
                <a:gd name="T62" fmla="*/ 409 w 926"/>
                <a:gd name="T63" fmla="*/ 544 h 1250"/>
                <a:gd name="T64" fmla="*/ 400 w 926"/>
                <a:gd name="T65" fmla="*/ 500 h 1250"/>
                <a:gd name="T66" fmla="*/ 420 w 926"/>
                <a:gd name="T67" fmla="*/ 1125 h 1250"/>
                <a:gd name="T68" fmla="*/ 395 w 926"/>
                <a:gd name="T69" fmla="*/ 1086 h 1250"/>
                <a:gd name="T70" fmla="*/ 434 w 926"/>
                <a:gd name="T71" fmla="*/ 1063 h 1250"/>
                <a:gd name="T72" fmla="*/ 457 w 926"/>
                <a:gd name="T73" fmla="*/ 1100 h 1250"/>
                <a:gd name="T74" fmla="*/ 427 w 926"/>
                <a:gd name="T75" fmla="*/ 949 h 1250"/>
                <a:gd name="T76" fmla="*/ 395 w 926"/>
                <a:gd name="T77" fmla="*/ 918 h 1250"/>
                <a:gd name="T78" fmla="*/ 427 w 926"/>
                <a:gd name="T79" fmla="*/ 886 h 1250"/>
                <a:gd name="T80" fmla="*/ 459 w 926"/>
                <a:gd name="T81" fmla="*/ 918 h 1250"/>
                <a:gd name="T82" fmla="*/ 427 w 926"/>
                <a:gd name="T83" fmla="*/ 949 h 1250"/>
                <a:gd name="T84" fmla="*/ 350 w 926"/>
                <a:gd name="T85" fmla="*/ 749 h 1250"/>
                <a:gd name="T86" fmla="*/ 395 w 926"/>
                <a:gd name="T87" fmla="*/ 642 h 1250"/>
                <a:gd name="T88" fmla="*/ 502 w 926"/>
                <a:gd name="T89" fmla="*/ 686 h 1250"/>
                <a:gd name="T90" fmla="*/ 459 w 926"/>
                <a:gd name="T91" fmla="*/ 794 h 1250"/>
                <a:gd name="T92" fmla="*/ 612 w 926"/>
                <a:gd name="T93" fmla="*/ 732 h 1250"/>
                <a:gd name="T94" fmla="*/ 612 w 926"/>
                <a:gd name="T95" fmla="*/ 689 h 1250"/>
                <a:gd name="T96" fmla="*/ 656 w 926"/>
                <a:gd name="T97" fmla="*/ 689 h 1250"/>
                <a:gd name="T98" fmla="*/ 656 w 926"/>
                <a:gd name="T99" fmla="*/ 732 h 1250"/>
                <a:gd name="T100" fmla="*/ 761 w 926"/>
                <a:gd name="T101" fmla="*/ 883 h 1250"/>
                <a:gd name="T102" fmla="*/ 744 w 926"/>
                <a:gd name="T103" fmla="*/ 841 h 1250"/>
                <a:gd name="T104" fmla="*/ 786 w 926"/>
                <a:gd name="T105" fmla="*/ 824 h 1250"/>
                <a:gd name="T106" fmla="*/ 802 w 926"/>
                <a:gd name="T107" fmla="*/ 866 h 1250"/>
                <a:gd name="T108" fmla="*/ 861 w 926"/>
                <a:gd name="T109" fmla="*/ 1068 h 1250"/>
                <a:gd name="T110" fmla="*/ 829 w 926"/>
                <a:gd name="T111" fmla="*/ 1036 h 1250"/>
                <a:gd name="T112" fmla="*/ 861 w 926"/>
                <a:gd name="T113" fmla="*/ 1005 h 1250"/>
                <a:gd name="T114" fmla="*/ 893 w 926"/>
                <a:gd name="T115" fmla="*/ 1036 h 1250"/>
                <a:gd name="T116" fmla="*/ 861 w 926"/>
                <a:gd name="T117" fmla="*/ 1068 h 1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26" h="1250">
                  <a:moveTo>
                    <a:pt x="921" y="1061"/>
                  </a:moveTo>
                  <a:lnTo>
                    <a:pt x="732" y="666"/>
                  </a:lnTo>
                  <a:lnTo>
                    <a:pt x="529" y="666"/>
                  </a:lnTo>
                  <a:lnTo>
                    <a:pt x="529" y="666"/>
                  </a:lnTo>
                  <a:lnTo>
                    <a:pt x="519" y="649"/>
                  </a:lnTo>
                  <a:lnTo>
                    <a:pt x="505" y="634"/>
                  </a:lnTo>
                  <a:lnTo>
                    <a:pt x="489" y="622"/>
                  </a:lnTo>
                  <a:lnTo>
                    <a:pt x="472" y="612"/>
                  </a:lnTo>
                  <a:lnTo>
                    <a:pt x="472" y="322"/>
                  </a:lnTo>
                  <a:lnTo>
                    <a:pt x="96" y="10"/>
                  </a:lnTo>
                  <a:lnTo>
                    <a:pt x="96" y="10"/>
                  </a:lnTo>
                  <a:lnTo>
                    <a:pt x="88" y="5"/>
                  </a:lnTo>
                  <a:lnTo>
                    <a:pt x="80" y="1"/>
                  </a:lnTo>
                  <a:lnTo>
                    <a:pt x="71" y="0"/>
                  </a:lnTo>
                  <a:lnTo>
                    <a:pt x="63" y="0"/>
                  </a:lnTo>
                  <a:lnTo>
                    <a:pt x="55" y="1"/>
                  </a:lnTo>
                  <a:lnTo>
                    <a:pt x="46" y="5"/>
                  </a:lnTo>
                  <a:lnTo>
                    <a:pt x="40" y="10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28" y="23"/>
                  </a:lnTo>
                  <a:lnTo>
                    <a:pt x="25" y="31"/>
                  </a:lnTo>
                  <a:lnTo>
                    <a:pt x="23" y="40"/>
                  </a:lnTo>
                  <a:lnTo>
                    <a:pt x="23" y="48"/>
                  </a:lnTo>
                  <a:lnTo>
                    <a:pt x="25" y="56"/>
                  </a:lnTo>
                  <a:lnTo>
                    <a:pt x="28" y="65"/>
                  </a:lnTo>
                  <a:lnTo>
                    <a:pt x="31" y="71"/>
                  </a:lnTo>
                  <a:lnTo>
                    <a:pt x="38" y="78"/>
                  </a:lnTo>
                  <a:lnTo>
                    <a:pt x="382" y="365"/>
                  </a:lnTo>
                  <a:lnTo>
                    <a:pt x="382" y="612"/>
                  </a:lnTo>
                  <a:lnTo>
                    <a:pt x="382" y="612"/>
                  </a:lnTo>
                  <a:lnTo>
                    <a:pt x="363" y="622"/>
                  </a:lnTo>
                  <a:lnTo>
                    <a:pt x="348" y="634"/>
                  </a:lnTo>
                  <a:lnTo>
                    <a:pt x="335" y="649"/>
                  </a:lnTo>
                  <a:lnTo>
                    <a:pt x="323" y="666"/>
                  </a:lnTo>
                  <a:lnTo>
                    <a:pt x="45" y="666"/>
                  </a:lnTo>
                  <a:lnTo>
                    <a:pt x="45" y="666"/>
                  </a:lnTo>
                  <a:lnTo>
                    <a:pt x="36" y="667"/>
                  </a:lnTo>
                  <a:lnTo>
                    <a:pt x="28" y="669"/>
                  </a:lnTo>
                  <a:lnTo>
                    <a:pt x="20" y="674"/>
                  </a:lnTo>
                  <a:lnTo>
                    <a:pt x="13" y="679"/>
                  </a:lnTo>
                  <a:lnTo>
                    <a:pt x="8" y="686"/>
                  </a:lnTo>
                  <a:lnTo>
                    <a:pt x="3" y="694"/>
                  </a:lnTo>
                  <a:lnTo>
                    <a:pt x="1" y="702"/>
                  </a:lnTo>
                  <a:lnTo>
                    <a:pt x="0" y="711"/>
                  </a:lnTo>
                  <a:lnTo>
                    <a:pt x="0" y="711"/>
                  </a:lnTo>
                  <a:lnTo>
                    <a:pt x="1" y="719"/>
                  </a:lnTo>
                  <a:lnTo>
                    <a:pt x="3" y="729"/>
                  </a:lnTo>
                  <a:lnTo>
                    <a:pt x="8" y="736"/>
                  </a:lnTo>
                  <a:lnTo>
                    <a:pt x="13" y="742"/>
                  </a:lnTo>
                  <a:lnTo>
                    <a:pt x="20" y="747"/>
                  </a:lnTo>
                  <a:lnTo>
                    <a:pt x="28" y="752"/>
                  </a:lnTo>
                  <a:lnTo>
                    <a:pt x="36" y="754"/>
                  </a:lnTo>
                  <a:lnTo>
                    <a:pt x="45" y="756"/>
                  </a:lnTo>
                  <a:lnTo>
                    <a:pt x="318" y="756"/>
                  </a:lnTo>
                  <a:lnTo>
                    <a:pt x="318" y="756"/>
                  </a:lnTo>
                  <a:lnTo>
                    <a:pt x="323" y="767"/>
                  </a:lnTo>
                  <a:lnTo>
                    <a:pt x="328" y="778"/>
                  </a:lnTo>
                  <a:lnTo>
                    <a:pt x="335" y="788"/>
                  </a:lnTo>
                  <a:lnTo>
                    <a:pt x="343" y="796"/>
                  </a:lnTo>
                  <a:lnTo>
                    <a:pt x="352" y="804"/>
                  </a:lnTo>
                  <a:lnTo>
                    <a:pt x="360" y="813"/>
                  </a:lnTo>
                  <a:lnTo>
                    <a:pt x="370" y="818"/>
                  </a:lnTo>
                  <a:lnTo>
                    <a:pt x="382" y="824"/>
                  </a:lnTo>
                  <a:lnTo>
                    <a:pt x="382" y="1205"/>
                  </a:lnTo>
                  <a:lnTo>
                    <a:pt x="382" y="1205"/>
                  </a:lnTo>
                  <a:lnTo>
                    <a:pt x="382" y="1213"/>
                  </a:lnTo>
                  <a:lnTo>
                    <a:pt x="385" y="1222"/>
                  </a:lnTo>
                  <a:lnTo>
                    <a:pt x="389" y="1230"/>
                  </a:lnTo>
                  <a:lnTo>
                    <a:pt x="395" y="1237"/>
                  </a:lnTo>
                  <a:lnTo>
                    <a:pt x="402" y="1242"/>
                  </a:lnTo>
                  <a:lnTo>
                    <a:pt x="409" y="1247"/>
                  </a:lnTo>
                  <a:lnTo>
                    <a:pt x="417" y="1248"/>
                  </a:lnTo>
                  <a:lnTo>
                    <a:pt x="427" y="1250"/>
                  </a:lnTo>
                  <a:lnTo>
                    <a:pt x="427" y="1250"/>
                  </a:lnTo>
                  <a:lnTo>
                    <a:pt x="435" y="1248"/>
                  </a:lnTo>
                  <a:lnTo>
                    <a:pt x="444" y="1247"/>
                  </a:lnTo>
                  <a:lnTo>
                    <a:pt x="452" y="1242"/>
                  </a:lnTo>
                  <a:lnTo>
                    <a:pt x="459" y="1237"/>
                  </a:lnTo>
                  <a:lnTo>
                    <a:pt x="464" y="1230"/>
                  </a:lnTo>
                  <a:lnTo>
                    <a:pt x="469" y="1222"/>
                  </a:lnTo>
                  <a:lnTo>
                    <a:pt x="470" y="1213"/>
                  </a:lnTo>
                  <a:lnTo>
                    <a:pt x="472" y="1205"/>
                  </a:lnTo>
                  <a:lnTo>
                    <a:pt x="472" y="824"/>
                  </a:lnTo>
                  <a:lnTo>
                    <a:pt x="472" y="824"/>
                  </a:lnTo>
                  <a:lnTo>
                    <a:pt x="482" y="818"/>
                  </a:lnTo>
                  <a:lnTo>
                    <a:pt x="492" y="813"/>
                  </a:lnTo>
                  <a:lnTo>
                    <a:pt x="502" y="804"/>
                  </a:lnTo>
                  <a:lnTo>
                    <a:pt x="510" y="796"/>
                  </a:lnTo>
                  <a:lnTo>
                    <a:pt x="519" y="788"/>
                  </a:lnTo>
                  <a:lnTo>
                    <a:pt x="525" y="778"/>
                  </a:lnTo>
                  <a:lnTo>
                    <a:pt x="530" y="767"/>
                  </a:lnTo>
                  <a:lnTo>
                    <a:pt x="535" y="756"/>
                  </a:lnTo>
                  <a:lnTo>
                    <a:pt x="676" y="756"/>
                  </a:lnTo>
                  <a:lnTo>
                    <a:pt x="839" y="1100"/>
                  </a:lnTo>
                  <a:lnTo>
                    <a:pt x="839" y="1100"/>
                  </a:lnTo>
                  <a:lnTo>
                    <a:pt x="847" y="1110"/>
                  </a:lnTo>
                  <a:lnTo>
                    <a:pt x="856" y="1118"/>
                  </a:lnTo>
                  <a:lnTo>
                    <a:pt x="867" y="1123"/>
                  </a:lnTo>
                  <a:lnTo>
                    <a:pt x="881" y="1125"/>
                  </a:lnTo>
                  <a:lnTo>
                    <a:pt x="881" y="1125"/>
                  </a:lnTo>
                  <a:lnTo>
                    <a:pt x="889" y="1125"/>
                  </a:lnTo>
                  <a:lnTo>
                    <a:pt x="899" y="1121"/>
                  </a:lnTo>
                  <a:lnTo>
                    <a:pt x="899" y="1121"/>
                  </a:lnTo>
                  <a:lnTo>
                    <a:pt x="908" y="1116"/>
                  </a:lnTo>
                  <a:lnTo>
                    <a:pt x="914" y="1110"/>
                  </a:lnTo>
                  <a:lnTo>
                    <a:pt x="919" y="1103"/>
                  </a:lnTo>
                  <a:lnTo>
                    <a:pt x="923" y="1095"/>
                  </a:lnTo>
                  <a:lnTo>
                    <a:pt x="924" y="1086"/>
                  </a:lnTo>
                  <a:lnTo>
                    <a:pt x="926" y="1078"/>
                  </a:lnTo>
                  <a:lnTo>
                    <a:pt x="924" y="1070"/>
                  </a:lnTo>
                  <a:lnTo>
                    <a:pt x="921" y="1061"/>
                  </a:lnTo>
                  <a:lnTo>
                    <a:pt x="921" y="1061"/>
                  </a:lnTo>
                  <a:close/>
                  <a:moveTo>
                    <a:pt x="125" y="120"/>
                  </a:moveTo>
                  <a:lnTo>
                    <a:pt x="125" y="120"/>
                  </a:lnTo>
                  <a:lnTo>
                    <a:pt x="118" y="120"/>
                  </a:lnTo>
                  <a:lnTo>
                    <a:pt x="113" y="118"/>
                  </a:lnTo>
                  <a:lnTo>
                    <a:pt x="106" y="115"/>
                  </a:lnTo>
                  <a:lnTo>
                    <a:pt x="103" y="111"/>
                  </a:lnTo>
                  <a:lnTo>
                    <a:pt x="98" y="106"/>
                  </a:lnTo>
                  <a:lnTo>
                    <a:pt x="96" y="101"/>
                  </a:lnTo>
                  <a:lnTo>
                    <a:pt x="95" y="95"/>
                  </a:lnTo>
                  <a:lnTo>
                    <a:pt x="93" y="88"/>
                  </a:lnTo>
                  <a:lnTo>
                    <a:pt x="93" y="88"/>
                  </a:lnTo>
                  <a:lnTo>
                    <a:pt x="95" y="81"/>
                  </a:lnTo>
                  <a:lnTo>
                    <a:pt x="96" y="76"/>
                  </a:lnTo>
                  <a:lnTo>
                    <a:pt x="98" y="71"/>
                  </a:lnTo>
                  <a:lnTo>
                    <a:pt x="103" y="66"/>
                  </a:lnTo>
                  <a:lnTo>
                    <a:pt x="106" y="63"/>
                  </a:lnTo>
                  <a:lnTo>
                    <a:pt x="113" y="60"/>
                  </a:lnTo>
                  <a:lnTo>
                    <a:pt x="118" y="58"/>
                  </a:lnTo>
                  <a:lnTo>
                    <a:pt x="125" y="56"/>
                  </a:lnTo>
                  <a:lnTo>
                    <a:pt x="125" y="56"/>
                  </a:lnTo>
                  <a:lnTo>
                    <a:pt x="132" y="58"/>
                  </a:lnTo>
                  <a:lnTo>
                    <a:pt x="137" y="60"/>
                  </a:lnTo>
                  <a:lnTo>
                    <a:pt x="143" y="63"/>
                  </a:lnTo>
                  <a:lnTo>
                    <a:pt x="147" y="66"/>
                  </a:lnTo>
                  <a:lnTo>
                    <a:pt x="152" y="71"/>
                  </a:lnTo>
                  <a:lnTo>
                    <a:pt x="155" y="76"/>
                  </a:lnTo>
                  <a:lnTo>
                    <a:pt x="157" y="81"/>
                  </a:lnTo>
                  <a:lnTo>
                    <a:pt x="157" y="88"/>
                  </a:lnTo>
                  <a:lnTo>
                    <a:pt x="157" y="88"/>
                  </a:lnTo>
                  <a:lnTo>
                    <a:pt x="157" y="95"/>
                  </a:lnTo>
                  <a:lnTo>
                    <a:pt x="155" y="101"/>
                  </a:lnTo>
                  <a:lnTo>
                    <a:pt x="152" y="106"/>
                  </a:lnTo>
                  <a:lnTo>
                    <a:pt x="147" y="111"/>
                  </a:lnTo>
                  <a:lnTo>
                    <a:pt x="143" y="115"/>
                  </a:lnTo>
                  <a:lnTo>
                    <a:pt x="137" y="118"/>
                  </a:lnTo>
                  <a:lnTo>
                    <a:pt x="132" y="120"/>
                  </a:lnTo>
                  <a:lnTo>
                    <a:pt x="125" y="120"/>
                  </a:lnTo>
                  <a:lnTo>
                    <a:pt x="125" y="120"/>
                  </a:lnTo>
                  <a:close/>
                  <a:moveTo>
                    <a:pt x="275" y="250"/>
                  </a:moveTo>
                  <a:lnTo>
                    <a:pt x="275" y="250"/>
                  </a:lnTo>
                  <a:lnTo>
                    <a:pt x="268" y="250"/>
                  </a:lnTo>
                  <a:lnTo>
                    <a:pt x="262" y="247"/>
                  </a:lnTo>
                  <a:lnTo>
                    <a:pt x="257" y="245"/>
                  </a:lnTo>
                  <a:lnTo>
                    <a:pt x="252" y="240"/>
                  </a:lnTo>
                  <a:lnTo>
                    <a:pt x="248" y="237"/>
                  </a:lnTo>
                  <a:lnTo>
                    <a:pt x="245" y="230"/>
                  </a:lnTo>
                  <a:lnTo>
                    <a:pt x="243" y="225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3" y="212"/>
                  </a:lnTo>
                  <a:lnTo>
                    <a:pt x="245" y="207"/>
                  </a:lnTo>
                  <a:lnTo>
                    <a:pt x="248" y="200"/>
                  </a:lnTo>
                  <a:lnTo>
                    <a:pt x="252" y="197"/>
                  </a:lnTo>
                  <a:lnTo>
                    <a:pt x="257" y="192"/>
                  </a:lnTo>
                  <a:lnTo>
                    <a:pt x="262" y="190"/>
                  </a:lnTo>
                  <a:lnTo>
                    <a:pt x="268" y="186"/>
                  </a:lnTo>
                  <a:lnTo>
                    <a:pt x="275" y="186"/>
                  </a:lnTo>
                  <a:lnTo>
                    <a:pt x="275" y="186"/>
                  </a:lnTo>
                  <a:lnTo>
                    <a:pt x="282" y="186"/>
                  </a:lnTo>
                  <a:lnTo>
                    <a:pt x="287" y="190"/>
                  </a:lnTo>
                  <a:lnTo>
                    <a:pt x="292" y="192"/>
                  </a:lnTo>
                  <a:lnTo>
                    <a:pt x="297" y="197"/>
                  </a:lnTo>
                  <a:lnTo>
                    <a:pt x="300" y="200"/>
                  </a:lnTo>
                  <a:lnTo>
                    <a:pt x="303" y="207"/>
                  </a:lnTo>
                  <a:lnTo>
                    <a:pt x="305" y="212"/>
                  </a:lnTo>
                  <a:lnTo>
                    <a:pt x="307" y="218"/>
                  </a:lnTo>
                  <a:lnTo>
                    <a:pt x="307" y="218"/>
                  </a:lnTo>
                  <a:lnTo>
                    <a:pt x="305" y="225"/>
                  </a:lnTo>
                  <a:lnTo>
                    <a:pt x="303" y="230"/>
                  </a:lnTo>
                  <a:lnTo>
                    <a:pt x="300" y="237"/>
                  </a:lnTo>
                  <a:lnTo>
                    <a:pt x="297" y="240"/>
                  </a:lnTo>
                  <a:lnTo>
                    <a:pt x="292" y="245"/>
                  </a:lnTo>
                  <a:lnTo>
                    <a:pt x="287" y="247"/>
                  </a:lnTo>
                  <a:lnTo>
                    <a:pt x="282" y="250"/>
                  </a:lnTo>
                  <a:lnTo>
                    <a:pt x="275" y="250"/>
                  </a:lnTo>
                  <a:lnTo>
                    <a:pt x="275" y="250"/>
                  </a:lnTo>
                  <a:close/>
                  <a:moveTo>
                    <a:pt x="165" y="742"/>
                  </a:moveTo>
                  <a:lnTo>
                    <a:pt x="165" y="742"/>
                  </a:lnTo>
                  <a:lnTo>
                    <a:pt x="158" y="742"/>
                  </a:lnTo>
                  <a:lnTo>
                    <a:pt x="153" y="739"/>
                  </a:lnTo>
                  <a:lnTo>
                    <a:pt x="147" y="737"/>
                  </a:lnTo>
                  <a:lnTo>
                    <a:pt x="143" y="732"/>
                  </a:lnTo>
                  <a:lnTo>
                    <a:pt x="138" y="729"/>
                  </a:lnTo>
                  <a:lnTo>
                    <a:pt x="137" y="722"/>
                  </a:lnTo>
                  <a:lnTo>
                    <a:pt x="133" y="717"/>
                  </a:lnTo>
                  <a:lnTo>
                    <a:pt x="133" y="711"/>
                  </a:lnTo>
                  <a:lnTo>
                    <a:pt x="133" y="711"/>
                  </a:lnTo>
                  <a:lnTo>
                    <a:pt x="133" y="704"/>
                  </a:lnTo>
                  <a:lnTo>
                    <a:pt x="137" y="699"/>
                  </a:lnTo>
                  <a:lnTo>
                    <a:pt x="138" y="692"/>
                  </a:lnTo>
                  <a:lnTo>
                    <a:pt x="143" y="689"/>
                  </a:lnTo>
                  <a:lnTo>
                    <a:pt x="147" y="684"/>
                  </a:lnTo>
                  <a:lnTo>
                    <a:pt x="153" y="682"/>
                  </a:lnTo>
                  <a:lnTo>
                    <a:pt x="158" y="679"/>
                  </a:lnTo>
                  <a:lnTo>
                    <a:pt x="165" y="679"/>
                  </a:lnTo>
                  <a:lnTo>
                    <a:pt x="165" y="679"/>
                  </a:lnTo>
                  <a:lnTo>
                    <a:pt x="172" y="679"/>
                  </a:lnTo>
                  <a:lnTo>
                    <a:pt x="177" y="682"/>
                  </a:lnTo>
                  <a:lnTo>
                    <a:pt x="183" y="684"/>
                  </a:lnTo>
                  <a:lnTo>
                    <a:pt x="187" y="689"/>
                  </a:lnTo>
                  <a:lnTo>
                    <a:pt x="192" y="692"/>
                  </a:lnTo>
                  <a:lnTo>
                    <a:pt x="193" y="699"/>
                  </a:lnTo>
                  <a:lnTo>
                    <a:pt x="197" y="704"/>
                  </a:lnTo>
                  <a:lnTo>
                    <a:pt x="197" y="711"/>
                  </a:lnTo>
                  <a:lnTo>
                    <a:pt x="197" y="711"/>
                  </a:lnTo>
                  <a:lnTo>
                    <a:pt x="197" y="717"/>
                  </a:lnTo>
                  <a:lnTo>
                    <a:pt x="193" y="722"/>
                  </a:lnTo>
                  <a:lnTo>
                    <a:pt x="192" y="729"/>
                  </a:lnTo>
                  <a:lnTo>
                    <a:pt x="187" y="732"/>
                  </a:lnTo>
                  <a:lnTo>
                    <a:pt x="183" y="737"/>
                  </a:lnTo>
                  <a:lnTo>
                    <a:pt x="177" y="739"/>
                  </a:lnTo>
                  <a:lnTo>
                    <a:pt x="172" y="742"/>
                  </a:lnTo>
                  <a:lnTo>
                    <a:pt x="165" y="742"/>
                  </a:lnTo>
                  <a:lnTo>
                    <a:pt x="165" y="742"/>
                  </a:lnTo>
                  <a:close/>
                  <a:moveTo>
                    <a:pt x="427" y="320"/>
                  </a:moveTo>
                  <a:lnTo>
                    <a:pt x="427" y="320"/>
                  </a:lnTo>
                  <a:lnTo>
                    <a:pt x="434" y="320"/>
                  </a:lnTo>
                  <a:lnTo>
                    <a:pt x="439" y="322"/>
                  </a:lnTo>
                  <a:lnTo>
                    <a:pt x="444" y="325"/>
                  </a:lnTo>
                  <a:lnTo>
                    <a:pt x="449" y="328"/>
                  </a:lnTo>
                  <a:lnTo>
                    <a:pt x="452" y="333"/>
                  </a:lnTo>
                  <a:lnTo>
                    <a:pt x="455" y="338"/>
                  </a:lnTo>
                  <a:lnTo>
                    <a:pt x="457" y="345"/>
                  </a:lnTo>
                  <a:lnTo>
                    <a:pt x="459" y="352"/>
                  </a:lnTo>
                  <a:lnTo>
                    <a:pt x="459" y="352"/>
                  </a:lnTo>
                  <a:lnTo>
                    <a:pt x="457" y="358"/>
                  </a:lnTo>
                  <a:lnTo>
                    <a:pt x="455" y="363"/>
                  </a:lnTo>
                  <a:lnTo>
                    <a:pt x="452" y="368"/>
                  </a:lnTo>
                  <a:lnTo>
                    <a:pt x="449" y="373"/>
                  </a:lnTo>
                  <a:lnTo>
                    <a:pt x="444" y="377"/>
                  </a:lnTo>
                  <a:lnTo>
                    <a:pt x="439" y="380"/>
                  </a:lnTo>
                  <a:lnTo>
                    <a:pt x="434" y="382"/>
                  </a:lnTo>
                  <a:lnTo>
                    <a:pt x="427" y="384"/>
                  </a:lnTo>
                  <a:lnTo>
                    <a:pt x="427" y="384"/>
                  </a:lnTo>
                  <a:lnTo>
                    <a:pt x="420" y="382"/>
                  </a:lnTo>
                  <a:lnTo>
                    <a:pt x="414" y="380"/>
                  </a:lnTo>
                  <a:lnTo>
                    <a:pt x="409" y="377"/>
                  </a:lnTo>
                  <a:lnTo>
                    <a:pt x="404" y="373"/>
                  </a:lnTo>
                  <a:lnTo>
                    <a:pt x="400" y="368"/>
                  </a:lnTo>
                  <a:lnTo>
                    <a:pt x="397" y="363"/>
                  </a:lnTo>
                  <a:lnTo>
                    <a:pt x="395" y="358"/>
                  </a:lnTo>
                  <a:lnTo>
                    <a:pt x="395" y="352"/>
                  </a:lnTo>
                  <a:lnTo>
                    <a:pt x="395" y="352"/>
                  </a:lnTo>
                  <a:lnTo>
                    <a:pt x="395" y="345"/>
                  </a:lnTo>
                  <a:lnTo>
                    <a:pt x="397" y="338"/>
                  </a:lnTo>
                  <a:lnTo>
                    <a:pt x="400" y="333"/>
                  </a:lnTo>
                  <a:lnTo>
                    <a:pt x="404" y="328"/>
                  </a:lnTo>
                  <a:lnTo>
                    <a:pt x="409" y="325"/>
                  </a:lnTo>
                  <a:lnTo>
                    <a:pt x="414" y="322"/>
                  </a:lnTo>
                  <a:lnTo>
                    <a:pt x="420" y="320"/>
                  </a:lnTo>
                  <a:lnTo>
                    <a:pt x="427" y="320"/>
                  </a:lnTo>
                  <a:lnTo>
                    <a:pt x="427" y="320"/>
                  </a:lnTo>
                  <a:close/>
                  <a:moveTo>
                    <a:pt x="427" y="485"/>
                  </a:moveTo>
                  <a:lnTo>
                    <a:pt x="427" y="485"/>
                  </a:lnTo>
                  <a:lnTo>
                    <a:pt x="434" y="487"/>
                  </a:lnTo>
                  <a:lnTo>
                    <a:pt x="439" y="489"/>
                  </a:lnTo>
                  <a:lnTo>
                    <a:pt x="444" y="492"/>
                  </a:lnTo>
                  <a:lnTo>
                    <a:pt x="449" y="495"/>
                  </a:lnTo>
                  <a:lnTo>
                    <a:pt x="452" y="500"/>
                  </a:lnTo>
                  <a:lnTo>
                    <a:pt x="455" y="505"/>
                  </a:lnTo>
                  <a:lnTo>
                    <a:pt x="457" y="512"/>
                  </a:lnTo>
                  <a:lnTo>
                    <a:pt x="459" y="517"/>
                  </a:lnTo>
                  <a:lnTo>
                    <a:pt x="459" y="517"/>
                  </a:lnTo>
                  <a:lnTo>
                    <a:pt x="457" y="524"/>
                  </a:lnTo>
                  <a:lnTo>
                    <a:pt x="455" y="530"/>
                  </a:lnTo>
                  <a:lnTo>
                    <a:pt x="452" y="535"/>
                  </a:lnTo>
                  <a:lnTo>
                    <a:pt x="449" y="540"/>
                  </a:lnTo>
                  <a:lnTo>
                    <a:pt x="444" y="544"/>
                  </a:lnTo>
                  <a:lnTo>
                    <a:pt x="439" y="547"/>
                  </a:lnTo>
                  <a:lnTo>
                    <a:pt x="434" y="549"/>
                  </a:lnTo>
                  <a:lnTo>
                    <a:pt x="427" y="549"/>
                  </a:lnTo>
                  <a:lnTo>
                    <a:pt x="427" y="549"/>
                  </a:lnTo>
                  <a:lnTo>
                    <a:pt x="420" y="549"/>
                  </a:lnTo>
                  <a:lnTo>
                    <a:pt x="414" y="547"/>
                  </a:lnTo>
                  <a:lnTo>
                    <a:pt x="409" y="544"/>
                  </a:lnTo>
                  <a:lnTo>
                    <a:pt x="404" y="540"/>
                  </a:lnTo>
                  <a:lnTo>
                    <a:pt x="400" y="535"/>
                  </a:lnTo>
                  <a:lnTo>
                    <a:pt x="397" y="530"/>
                  </a:lnTo>
                  <a:lnTo>
                    <a:pt x="395" y="524"/>
                  </a:lnTo>
                  <a:lnTo>
                    <a:pt x="395" y="517"/>
                  </a:lnTo>
                  <a:lnTo>
                    <a:pt x="395" y="517"/>
                  </a:lnTo>
                  <a:lnTo>
                    <a:pt x="395" y="512"/>
                  </a:lnTo>
                  <a:lnTo>
                    <a:pt x="397" y="505"/>
                  </a:lnTo>
                  <a:lnTo>
                    <a:pt x="400" y="500"/>
                  </a:lnTo>
                  <a:lnTo>
                    <a:pt x="404" y="495"/>
                  </a:lnTo>
                  <a:lnTo>
                    <a:pt x="409" y="492"/>
                  </a:lnTo>
                  <a:lnTo>
                    <a:pt x="414" y="489"/>
                  </a:lnTo>
                  <a:lnTo>
                    <a:pt x="420" y="487"/>
                  </a:lnTo>
                  <a:lnTo>
                    <a:pt x="427" y="485"/>
                  </a:lnTo>
                  <a:lnTo>
                    <a:pt x="427" y="485"/>
                  </a:lnTo>
                  <a:close/>
                  <a:moveTo>
                    <a:pt x="427" y="1125"/>
                  </a:moveTo>
                  <a:lnTo>
                    <a:pt x="427" y="1125"/>
                  </a:lnTo>
                  <a:lnTo>
                    <a:pt x="420" y="1125"/>
                  </a:lnTo>
                  <a:lnTo>
                    <a:pt x="414" y="1123"/>
                  </a:lnTo>
                  <a:lnTo>
                    <a:pt x="409" y="1120"/>
                  </a:lnTo>
                  <a:lnTo>
                    <a:pt x="404" y="1116"/>
                  </a:lnTo>
                  <a:lnTo>
                    <a:pt x="400" y="1111"/>
                  </a:lnTo>
                  <a:lnTo>
                    <a:pt x="397" y="1106"/>
                  </a:lnTo>
                  <a:lnTo>
                    <a:pt x="395" y="1100"/>
                  </a:lnTo>
                  <a:lnTo>
                    <a:pt x="395" y="1093"/>
                  </a:lnTo>
                  <a:lnTo>
                    <a:pt x="395" y="1093"/>
                  </a:lnTo>
                  <a:lnTo>
                    <a:pt x="395" y="1086"/>
                  </a:lnTo>
                  <a:lnTo>
                    <a:pt x="397" y="1081"/>
                  </a:lnTo>
                  <a:lnTo>
                    <a:pt x="400" y="1076"/>
                  </a:lnTo>
                  <a:lnTo>
                    <a:pt x="404" y="1071"/>
                  </a:lnTo>
                  <a:lnTo>
                    <a:pt x="409" y="1068"/>
                  </a:lnTo>
                  <a:lnTo>
                    <a:pt x="414" y="1065"/>
                  </a:lnTo>
                  <a:lnTo>
                    <a:pt x="420" y="1063"/>
                  </a:lnTo>
                  <a:lnTo>
                    <a:pt x="427" y="1061"/>
                  </a:lnTo>
                  <a:lnTo>
                    <a:pt x="427" y="1061"/>
                  </a:lnTo>
                  <a:lnTo>
                    <a:pt x="434" y="1063"/>
                  </a:lnTo>
                  <a:lnTo>
                    <a:pt x="439" y="1065"/>
                  </a:lnTo>
                  <a:lnTo>
                    <a:pt x="444" y="1068"/>
                  </a:lnTo>
                  <a:lnTo>
                    <a:pt x="449" y="1071"/>
                  </a:lnTo>
                  <a:lnTo>
                    <a:pt x="452" y="1076"/>
                  </a:lnTo>
                  <a:lnTo>
                    <a:pt x="455" y="1081"/>
                  </a:lnTo>
                  <a:lnTo>
                    <a:pt x="457" y="1086"/>
                  </a:lnTo>
                  <a:lnTo>
                    <a:pt x="459" y="1093"/>
                  </a:lnTo>
                  <a:lnTo>
                    <a:pt x="459" y="1093"/>
                  </a:lnTo>
                  <a:lnTo>
                    <a:pt x="457" y="1100"/>
                  </a:lnTo>
                  <a:lnTo>
                    <a:pt x="455" y="1106"/>
                  </a:lnTo>
                  <a:lnTo>
                    <a:pt x="452" y="1111"/>
                  </a:lnTo>
                  <a:lnTo>
                    <a:pt x="449" y="1116"/>
                  </a:lnTo>
                  <a:lnTo>
                    <a:pt x="444" y="1120"/>
                  </a:lnTo>
                  <a:lnTo>
                    <a:pt x="439" y="1123"/>
                  </a:lnTo>
                  <a:lnTo>
                    <a:pt x="434" y="1125"/>
                  </a:lnTo>
                  <a:lnTo>
                    <a:pt x="427" y="1125"/>
                  </a:lnTo>
                  <a:lnTo>
                    <a:pt x="427" y="1125"/>
                  </a:lnTo>
                  <a:close/>
                  <a:moveTo>
                    <a:pt x="427" y="949"/>
                  </a:moveTo>
                  <a:lnTo>
                    <a:pt x="427" y="949"/>
                  </a:lnTo>
                  <a:lnTo>
                    <a:pt x="420" y="948"/>
                  </a:lnTo>
                  <a:lnTo>
                    <a:pt x="414" y="946"/>
                  </a:lnTo>
                  <a:lnTo>
                    <a:pt x="409" y="943"/>
                  </a:lnTo>
                  <a:lnTo>
                    <a:pt x="404" y="939"/>
                  </a:lnTo>
                  <a:lnTo>
                    <a:pt x="400" y="934"/>
                  </a:lnTo>
                  <a:lnTo>
                    <a:pt x="397" y="929"/>
                  </a:lnTo>
                  <a:lnTo>
                    <a:pt x="395" y="923"/>
                  </a:lnTo>
                  <a:lnTo>
                    <a:pt x="395" y="918"/>
                  </a:lnTo>
                  <a:lnTo>
                    <a:pt x="395" y="918"/>
                  </a:lnTo>
                  <a:lnTo>
                    <a:pt x="395" y="911"/>
                  </a:lnTo>
                  <a:lnTo>
                    <a:pt x="397" y="904"/>
                  </a:lnTo>
                  <a:lnTo>
                    <a:pt x="400" y="899"/>
                  </a:lnTo>
                  <a:lnTo>
                    <a:pt x="404" y="894"/>
                  </a:lnTo>
                  <a:lnTo>
                    <a:pt x="409" y="891"/>
                  </a:lnTo>
                  <a:lnTo>
                    <a:pt x="414" y="888"/>
                  </a:lnTo>
                  <a:lnTo>
                    <a:pt x="420" y="886"/>
                  </a:lnTo>
                  <a:lnTo>
                    <a:pt x="427" y="886"/>
                  </a:lnTo>
                  <a:lnTo>
                    <a:pt x="427" y="886"/>
                  </a:lnTo>
                  <a:lnTo>
                    <a:pt x="434" y="886"/>
                  </a:lnTo>
                  <a:lnTo>
                    <a:pt x="439" y="888"/>
                  </a:lnTo>
                  <a:lnTo>
                    <a:pt x="444" y="891"/>
                  </a:lnTo>
                  <a:lnTo>
                    <a:pt x="449" y="894"/>
                  </a:lnTo>
                  <a:lnTo>
                    <a:pt x="452" y="899"/>
                  </a:lnTo>
                  <a:lnTo>
                    <a:pt x="455" y="904"/>
                  </a:lnTo>
                  <a:lnTo>
                    <a:pt x="457" y="911"/>
                  </a:lnTo>
                  <a:lnTo>
                    <a:pt x="459" y="918"/>
                  </a:lnTo>
                  <a:lnTo>
                    <a:pt x="459" y="918"/>
                  </a:lnTo>
                  <a:lnTo>
                    <a:pt x="457" y="923"/>
                  </a:lnTo>
                  <a:lnTo>
                    <a:pt x="455" y="929"/>
                  </a:lnTo>
                  <a:lnTo>
                    <a:pt x="452" y="934"/>
                  </a:lnTo>
                  <a:lnTo>
                    <a:pt x="449" y="939"/>
                  </a:lnTo>
                  <a:lnTo>
                    <a:pt x="444" y="943"/>
                  </a:lnTo>
                  <a:lnTo>
                    <a:pt x="439" y="946"/>
                  </a:lnTo>
                  <a:lnTo>
                    <a:pt x="434" y="948"/>
                  </a:lnTo>
                  <a:lnTo>
                    <a:pt x="427" y="949"/>
                  </a:lnTo>
                  <a:lnTo>
                    <a:pt x="427" y="949"/>
                  </a:lnTo>
                  <a:close/>
                  <a:moveTo>
                    <a:pt x="427" y="801"/>
                  </a:moveTo>
                  <a:lnTo>
                    <a:pt x="427" y="801"/>
                  </a:lnTo>
                  <a:lnTo>
                    <a:pt x="410" y="799"/>
                  </a:lnTo>
                  <a:lnTo>
                    <a:pt x="395" y="794"/>
                  </a:lnTo>
                  <a:lnTo>
                    <a:pt x="380" y="786"/>
                  </a:lnTo>
                  <a:lnTo>
                    <a:pt x="368" y="776"/>
                  </a:lnTo>
                  <a:lnTo>
                    <a:pt x="358" y="764"/>
                  </a:lnTo>
                  <a:lnTo>
                    <a:pt x="350" y="749"/>
                  </a:lnTo>
                  <a:lnTo>
                    <a:pt x="345" y="734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45" y="701"/>
                  </a:lnTo>
                  <a:lnTo>
                    <a:pt x="350" y="686"/>
                  </a:lnTo>
                  <a:lnTo>
                    <a:pt x="358" y="672"/>
                  </a:lnTo>
                  <a:lnTo>
                    <a:pt x="368" y="659"/>
                  </a:lnTo>
                  <a:lnTo>
                    <a:pt x="380" y="649"/>
                  </a:lnTo>
                  <a:lnTo>
                    <a:pt x="395" y="642"/>
                  </a:lnTo>
                  <a:lnTo>
                    <a:pt x="410" y="637"/>
                  </a:lnTo>
                  <a:lnTo>
                    <a:pt x="427" y="636"/>
                  </a:lnTo>
                  <a:lnTo>
                    <a:pt x="427" y="636"/>
                  </a:lnTo>
                  <a:lnTo>
                    <a:pt x="444" y="637"/>
                  </a:lnTo>
                  <a:lnTo>
                    <a:pt x="459" y="642"/>
                  </a:lnTo>
                  <a:lnTo>
                    <a:pt x="472" y="649"/>
                  </a:lnTo>
                  <a:lnTo>
                    <a:pt x="485" y="659"/>
                  </a:lnTo>
                  <a:lnTo>
                    <a:pt x="495" y="672"/>
                  </a:lnTo>
                  <a:lnTo>
                    <a:pt x="502" y="686"/>
                  </a:lnTo>
                  <a:lnTo>
                    <a:pt x="507" y="701"/>
                  </a:lnTo>
                  <a:lnTo>
                    <a:pt x="509" y="717"/>
                  </a:lnTo>
                  <a:lnTo>
                    <a:pt x="509" y="717"/>
                  </a:lnTo>
                  <a:lnTo>
                    <a:pt x="507" y="734"/>
                  </a:lnTo>
                  <a:lnTo>
                    <a:pt x="502" y="749"/>
                  </a:lnTo>
                  <a:lnTo>
                    <a:pt x="495" y="764"/>
                  </a:lnTo>
                  <a:lnTo>
                    <a:pt x="485" y="776"/>
                  </a:lnTo>
                  <a:lnTo>
                    <a:pt x="472" y="786"/>
                  </a:lnTo>
                  <a:lnTo>
                    <a:pt x="459" y="794"/>
                  </a:lnTo>
                  <a:lnTo>
                    <a:pt x="444" y="799"/>
                  </a:lnTo>
                  <a:lnTo>
                    <a:pt x="427" y="801"/>
                  </a:lnTo>
                  <a:lnTo>
                    <a:pt x="427" y="801"/>
                  </a:lnTo>
                  <a:close/>
                  <a:moveTo>
                    <a:pt x="634" y="742"/>
                  </a:moveTo>
                  <a:lnTo>
                    <a:pt x="634" y="742"/>
                  </a:lnTo>
                  <a:lnTo>
                    <a:pt x="627" y="742"/>
                  </a:lnTo>
                  <a:lnTo>
                    <a:pt x="622" y="739"/>
                  </a:lnTo>
                  <a:lnTo>
                    <a:pt x="617" y="737"/>
                  </a:lnTo>
                  <a:lnTo>
                    <a:pt x="612" y="732"/>
                  </a:lnTo>
                  <a:lnTo>
                    <a:pt x="607" y="729"/>
                  </a:lnTo>
                  <a:lnTo>
                    <a:pt x="605" y="722"/>
                  </a:lnTo>
                  <a:lnTo>
                    <a:pt x="604" y="717"/>
                  </a:lnTo>
                  <a:lnTo>
                    <a:pt x="602" y="711"/>
                  </a:lnTo>
                  <a:lnTo>
                    <a:pt x="602" y="711"/>
                  </a:lnTo>
                  <a:lnTo>
                    <a:pt x="604" y="704"/>
                  </a:lnTo>
                  <a:lnTo>
                    <a:pt x="605" y="699"/>
                  </a:lnTo>
                  <a:lnTo>
                    <a:pt x="607" y="692"/>
                  </a:lnTo>
                  <a:lnTo>
                    <a:pt x="612" y="689"/>
                  </a:lnTo>
                  <a:lnTo>
                    <a:pt x="617" y="684"/>
                  </a:lnTo>
                  <a:lnTo>
                    <a:pt x="622" y="682"/>
                  </a:lnTo>
                  <a:lnTo>
                    <a:pt x="627" y="679"/>
                  </a:lnTo>
                  <a:lnTo>
                    <a:pt x="634" y="679"/>
                  </a:lnTo>
                  <a:lnTo>
                    <a:pt x="634" y="679"/>
                  </a:lnTo>
                  <a:lnTo>
                    <a:pt x="641" y="679"/>
                  </a:lnTo>
                  <a:lnTo>
                    <a:pt x="646" y="682"/>
                  </a:lnTo>
                  <a:lnTo>
                    <a:pt x="652" y="684"/>
                  </a:lnTo>
                  <a:lnTo>
                    <a:pt x="656" y="689"/>
                  </a:lnTo>
                  <a:lnTo>
                    <a:pt x="661" y="692"/>
                  </a:lnTo>
                  <a:lnTo>
                    <a:pt x="664" y="699"/>
                  </a:lnTo>
                  <a:lnTo>
                    <a:pt x="666" y="704"/>
                  </a:lnTo>
                  <a:lnTo>
                    <a:pt x="666" y="711"/>
                  </a:lnTo>
                  <a:lnTo>
                    <a:pt x="666" y="711"/>
                  </a:lnTo>
                  <a:lnTo>
                    <a:pt x="666" y="717"/>
                  </a:lnTo>
                  <a:lnTo>
                    <a:pt x="664" y="722"/>
                  </a:lnTo>
                  <a:lnTo>
                    <a:pt x="661" y="729"/>
                  </a:lnTo>
                  <a:lnTo>
                    <a:pt x="656" y="732"/>
                  </a:lnTo>
                  <a:lnTo>
                    <a:pt x="652" y="737"/>
                  </a:lnTo>
                  <a:lnTo>
                    <a:pt x="646" y="739"/>
                  </a:lnTo>
                  <a:lnTo>
                    <a:pt x="641" y="742"/>
                  </a:lnTo>
                  <a:lnTo>
                    <a:pt x="634" y="742"/>
                  </a:lnTo>
                  <a:lnTo>
                    <a:pt x="634" y="742"/>
                  </a:lnTo>
                  <a:close/>
                  <a:moveTo>
                    <a:pt x="774" y="886"/>
                  </a:moveTo>
                  <a:lnTo>
                    <a:pt x="774" y="886"/>
                  </a:lnTo>
                  <a:lnTo>
                    <a:pt x="767" y="884"/>
                  </a:lnTo>
                  <a:lnTo>
                    <a:pt x="761" y="883"/>
                  </a:lnTo>
                  <a:lnTo>
                    <a:pt x="756" y="879"/>
                  </a:lnTo>
                  <a:lnTo>
                    <a:pt x="751" y="876"/>
                  </a:lnTo>
                  <a:lnTo>
                    <a:pt x="747" y="871"/>
                  </a:lnTo>
                  <a:lnTo>
                    <a:pt x="744" y="866"/>
                  </a:lnTo>
                  <a:lnTo>
                    <a:pt x="742" y="861"/>
                  </a:lnTo>
                  <a:lnTo>
                    <a:pt x="742" y="854"/>
                  </a:lnTo>
                  <a:lnTo>
                    <a:pt x="742" y="854"/>
                  </a:lnTo>
                  <a:lnTo>
                    <a:pt x="742" y="848"/>
                  </a:lnTo>
                  <a:lnTo>
                    <a:pt x="744" y="841"/>
                  </a:lnTo>
                  <a:lnTo>
                    <a:pt x="747" y="836"/>
                  </a:lnTo>
                  <a:lnTo>
                    <a:pt x="751" y="831"/>
                  </a:lnTo>
                  <a:lnTo>
                    <a:pt x="756" y="828"/>
                  </a:lnTo>
                  <a:lnTo>
                    <a:pt x="761" y="824"/>
                  </a:lnTo>
                  <a:lnTo>
                    <a:pt x="767" y="823"/>
                  </a:lnTo>
                  <a:lnTo>
                    <a:pt x="774" y="823"/>
                  </a:lnTo>
                  <a:lnTo>
                    <a:pt x="774" y="823"/>
                  </a:lnTo>
                  <a:lnTo>
                    <a:pt x="781" y="823"/>
                  </a:lnTo>
                  <a:lnTo>
                    <a:pt x="786" y="824"/>
                  </a:lnTo>
                  <a:lnTo>
                    <a:pt x="791" y="828"/>
                  </a:lnTo>
                  <a:lnTo>
                    <a:pt x="796" y="831"/>
                  </a:lnTo>
                  <a:lnTo>
                    <a:pt x="801" y="836"/>
                  </a:lnTo>
                  <a:lnTo>
                    <a:pt x="802" y="841"/>
                  </a:lnTo>
                  <a:lnTo>
                    <a:pt x="804" y="848"/>
                  </a:lnTo>
                  <a:lnTo>
                    <a:pt x="806" y="854"/>
                  </a:lnTo>
                  <a:lnTo>
                    <a:pt x="806" y="854"/>
                  </a:lnTo>
                  <a:lnTo>
                    <a:pt x="804" y="861"/>
                  </a:lnTo>
                  <a:lnTo>
                    <a:pt x="802" y="866"/>
                  </a:lnTo>
                  <a:lnTo>
                    <a:pt x="801" y="871"/>
                  </a:lnTo>
                  <a:lnTo>
                    <a:pt x="796" y="876"/>
                  </a:lnTo>
                  <a:lnTo>
                    <a:pt x="791" y="879"/>
                  </a:lnTo>
                  <a:lnTo>
                    <a:pt x="786" y="883"/>
                  </a:lnTo>
                  <a:lnTo>
                    <a:pt x="781" y="884"/>
                  </a:lnTo>
                  <a:lnTo>
                    <a:pt x="774" y="886"/>
                  </a:lnTo>
                  <a:lnTo>
                    <a:pt x="774" y="886"/>
                  </a:lnTo>
                  <a:close/>
                  <a:moveTo>
                    <a:pt x="861" y="1068"/>
                  </a:moveTo>
                  <a:lnTo>
                    <a:pt x="861" y="1068"/>
                  </a:lnTo>
                  <a:lnTo>
                    <a:pt x="854" y="1068"/>
                  </a:lnTo>
                  <a:lnTo>
                    <a:pt x="847" y="1066"/>
                  </a:lnTo>
                  <a:lnTo>
                    <a:pt x="842" y="1063"/>
                  </a:lnTo>
                  <a:lnTo>
                    <a:pt x="837" y="1060"/>
                  </a:lnTo>
                  <a:lnTo>
                    <a:pt x="834" y="1055"/>
                  </a:lnTo>
                  <a:lnTo>
                    <a:pt x="831" y="1050"/>
                  </a:lnTo>
                  <a:lnTo>
                    <a:pt x="829" y="1043"/>
                  </a:lnTo>
                  <a:lnTo>
                    <a:pt x="829" y="1036"/>
                  </a:lnTo>
                  <a:lnTo>
                    <a:pt x="829" y="1036"/>
                  </a:lnTo>
                  <a:lnTo>
                    <a:pt x="829" y="1031"/>
                  </a:lnTo>
                  <a:lnTo>
                    <a:pt x="831" y="1025"/>
                  </a:lnTo>
                  <a:lnTo>
                    <a:pt x="834" y="1020"/>
                  </a:lnTo>
                  <a:lnTo>
                    <a:pt x="837" y="1015"/>
                  </a:lnTo>
                  <a:lnTo>
                    <a:pt x="842" y="1011"/>
                  </a:lnTo>
                  <a:lnTo>
                    <a:pt x="847" y="1008"/>
                  </a:lnTo>
                  <a:lnTo>
                    <a:pt x="854" y="1006"/>
                  </a:lnTo>
                  <a:lnTo>
                    <a:pt x="861" y="1005"/>
                  </a:lnTo>
                  <a:lnTo>
                    <a:pt x="861" y="1005"/>
                  </a:lnTo>
                  <a:lnTo>
                    <a:pt x="866" y="1006"/>
                  </a:lnTo>
                  <a:lnTo>
                    <a:pt x="872" y="1008"/>
                  </a:lnTo>
                  <a:lnTo>
                    <a:pt x="877" y="1011"/>
                  </a:lnTo>
                  <a:lnTo>
                    <a:pt x="882" y="1015"/>
                  </a:lnTo>
                  <a:lnTo>
                    <a:pt x="886" y="1020"/>
                  </a:lnTo>
                  <a:lnTo>
                    <a:pt x="889" y="1025"/>
                  </a:lnTo>
                  <a:lnTo>
                    <a:pt x="891" y="1031"/>
                  </a:lnTo>
                  <a:lnTo>
                    <a:pt x="893" y="1036"/>
                  </a:lnTo>
                  <a:lnTo>
                    <a:pt x="893" y="1036"/>
                  </a:lnTo>
                  <a:lnTo>
                    <a:pt x="891" y="1043"/>
                  </a:lnTo>
                  <a:lnTo>
                    <a:pt x="889" y="1050"/>
                  </a:lnTo>
                  <a:lnTo>
                    <a:pt x="886" y="1055"/>
                  </a:lnTo>
                  <a:lnTo>
                    <a:pt x="882" y="1060"/>
                  </a:lnTo>
                  <a:lnTo>
                    <a:pt x="877" y="1063"/>
                  </a:lnTo>
                  <a:lnTo>
                    <a:pt x="872" y="1066"/>
                  </a:lnTo>
                  <a:lnTo>
                    <a:pt x="866" y="1068"/>
                  </a:lnTo>
                  <a:lnTo>
                    <a:pt x="861" y="1068"/>
                  </a:lnTo>
                  <a:lnTo>
                    <a:pt x="861" y="1068"/>
                  </a:ln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 noProof="1"/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FBCF77C-3E91-FC32-239C-58D191FE31C7}"/>
              </a:ext>
            </a:extLst>
          </p:cNvPr>
          <p:cNvGrpSpPr/>
          <p:nvPr/>
        </p:nvGrpSpPr>
        <p:grpSpPr>
          <a:xfrm>
            <a:off x="8874723" y="1491150"/>
            <a:ext cx="919080" cy="519097"/>
            <a:chOff x="7973560" y="1348358"/>
            <a:chExt cx="1854856" cy="1137016"/>
          </a:xfrm>
        </p:grpSpPr>
        <p:sp>
          <p:nvSpPr>
            <p:cNvPr id="1179" name="Rectangle 1178">
              <a:extLst>
                <a:ext uri="{FF2B5EF4-FFF2-40B4-BE49-F238E27FC236}">
                  <a16:creationId xmlns:a16="http://schemas.microsoft.com/office/drawing/2014/main" id="{72B021F0-4DC0-C2CE-F049-2607B6F6444E}"/>
                </a:ext>
              </a:extLst>
            </p:cNvPr>
            <p:cNvSpPr/>
            <p:nvPr/>
          </p:nvSpPr>
          <p:spPr>
            <a:xfrm>
              <a:off x="7973560" y="1348358"/>
              <a:ext cx="1854856" cy="11370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8" noProof="1">
                <a:solidFill>
                  <a:srgbClr val="4D4F53"/>
                </a:solidFill>
              </a:endParaRPr>
            </a:p>
          </p:txBody>
        </p:sp>
        <p:sp>
          <p:nvSpPr>
            <p:cNvPr id="1180" name="Freeform 201">
              <a:extLst>
                <a:ext uri="{FF2B5EF4-FFF2-40B4-BE49-F238E27FC236}">
                  <a16:creationId xmlns:a16="http://schemas.microsoft.com/office/drawing/2014/main" id="{C4E61167-40B5-3294-3624-DDC4E17338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69150" y="1957189"/>
              <a:ext cx="354472" cy="281097"/>
            </a:xfrm>
            <a:custGeom>
              <a:avLst/>
              <a:gdLst>
                <a:gd name="T0" fmla="*/ 109 w 343"/>
                <a:gd name="T1" fmla="*/ 264 h 272"/>
                <a:gd name="T2" fmla="*/ 100 w 343"/>
                <a:gd name="T3" fmla="*/ 224 h 272"/>
                <a:gd name="T4" fmla="*/ 72 w 343"/>
                <a:gd name="T5" fmla="*/ 163 h 272"/>
                <a:gd name="T6" fmla="*/ 15 w 343"/>
                <a:gd name="T7" fmla="*/ 271 h 272"/>
                <a:gd name="T8" fmla="*/ 7 w 343"/>
                <a:gd name="T9" fmla="*/ 267 h 272"/>
                <a:gd name="T10" fmla="*/ 1 w 343"/>
                <a:gd name="T11" fmla="*/ 248 h 272"/>
                <a:gd name="T12" fmla="*/ 62 w 343"/>
                <a:gd name="T13" fmla="*/ 126 h 272"/>
                <a:gd name="T14" fmla="*/ 102 w 343"/>
                <a:gd name="T15" fmla="*/ 152 h 272"/>
                <a:gd name="T16" fmla="*/ 127 w 343"/>
                <a:gd name="T17" fmla="*/ 229 h 272"/>
                <a:gd name="T18" fmla="*/ 127 w 343"/>
                <a:gd name="T19" fmla="*/ 272 h 272"/>
                <a:gd name="T20" fmla="*/ 144 w 343"/>
                <a:gd name="T21" fmla="*/ 271 h 272"/>
                <a:gd name="T22" fmla="*/ 139 w 343"/>
                <a:gd name="T23" fmla="*/ 266 h 272"/>
                <a:gd name="T24" fmla="*/ 179 w 343"/>
                <a:gd name="T25" fmla="*/ 215 h 272"/>
                <a:gd name="T26" fmla="*/ 190 w 343"/>
                <a:gd name="T27" fmla="*/ 212 h 272"/>
                <a:gd name="T28" fmla="*/ 142 w 343"/>
                <a:gd name="T29" fmla="*/ 170 h 272"/>
                <a:gd name="T30" fmla="*/ 140 w 343"/>
                <a:gd name="T31" fmla="*/ 180 h 272"/>
                <a:gd name="T32" fmla="*/ 125 w 343"/>
                <a:gd name="T33" fmla="*/ 171 h 272"/>
                <a:gd name="T34" fmla="*/ 119 w 343"/>
                <a:gd name="T35" fmla="*/ 156 h 272"/>
                <a:gd name="T36" fmla="*/ 106 w 343"/>
                <a:gd name="T37" fmla="*/ 141 h 272"/>
                <a:gd name="T38" fmla="*/ 109 w 343"/>
                <a:gd name="T39" fmla="*/ 135 h 272"/>
                <a:gd name="T40" fmla="*/ 122 w 343"/>
                <a:gd name="T41" fmla="*/ 136 h 272"/>
                <a:gd name="T42" fmla="*/ 122 w 343"/>
                <a:gd name="T43" fmla="*/ 109 h 272"/>
                <a:gd name="T44" fmla="*/ 102 w 343"/>
                <a:gd name="T45" fmla="*/ 146 h 272"/>
                <a:gd name="T46" fmla="*/ 83 w 343"/>
                <a:gd name="T47" fmla="*/ 136 h 272"/>
                <a:gd name="T48" fmla="*/ 81 w 343"/>
                <a:gd name="T49" fmla="*/ 92 h 272"/>
                <a:gd name="T50" fmla="*/ 86 w 343"/>
                <a:gd name="T51" fmla="*/ 61 h 272"/>
                <a:gd name="T52" fmla="*/ 62 w 343"/>
                <a:gd name="T53" fmla="*/ 86 h 272"/>
                <a:gd name="T54" fmla="*/ 71 w 343"/>
                <a:gd name="T55" fmla="*/ 95 h 272"/>
                <a:gd name="T56" fmla="*/ 70 w 343"/>
                <a:gd name="T57" fmla="*/ 110 h 272"/>
                <a:gd name="T58" fmla="*/ 56 w 343"/>
                <a:gd name="T59" fmla="*/ 99 h 272"/>
                <a:gd name="T60" fmla="*/ 50 w 343"/>
                <a:gd name="T61" fmla="*/ 108 h 272"/>
                <a:gd name="T62" fmla="*/ 44 w 343"/>
                <a:gd name="T63" fmla="*/ 107 h 272"/>
                <a:gd name="T64" fmla="*/ 34 w 343"/>
                <a:gd name="T65" fmla="*/ 87 h 272"/>
                <a:gd name="T66" fmla="*/ 57 w 343"/>
                <a:gd name="T67" fmla="*/ 46 h 272"/>
                <a:gd name="T68" fmla="*/ 88 w 343"/>
                <a:gd name="T69" fmla="*/ 37 h 272"/>
                <a:gd name="T70" fmla="*/ 135 w 343"/>
                <a:gd name="T71" fmla="*/ 40 h 272"/>
                <a:gd name="T72" fmla="*/ 145 w 343"/>
                <a:gd name="T73" fmla="*/ 49 h 272"/>
                <a:gd name="T74" fmla="*/ 147 w 343"/>
                <a:gd name="T75" fmla="*/ 107 h 272"/>
                <a:gd name="T76" fmla="*/ 201 w 343"/>
                <a:gd name="T77" fmla="*/ 202 h 272"/>
                <a:gd name="T78" fmla="*/ 196 w 343"/>
                <a:gd name="T79" fmla="*/ 210 h 272"/>
                <a:gd name="T80" fmla="*/ 229 w 343"/>
                <a:gd name="T81" fmla="*/ 171 h 272"/>
                <a:gd name="T82" fmla="*/ 245 w 343"/>
                <a:gd name="T83" fmla="*/ 165 h 272"/>
                <a:gd name="T84" fmla="*/ 261 w 343"/>
                <a:gd name="T85" fmla="*/ 166 h 272"/>
                <a:gd name="T86" fmla="*/ 306 w 343"/>
                <a:gd name="T87" fmla="*/ 219 h 272"/>
                <a:gd name="T88" fmla="*/ 343 w 343"/>
                <a:gd name="T89" fmla="*/ 269 h 272"/>
                <a:gd name="T90" fmla="*/ 318 w 343"/>
                <a:gd name="T91" fmla="*/ 271 h 272"/>
                <a:gd name="T92" fmla="*/ 144 w 343"/>
                <a:gd name="T93" fmla="*/ 271 h 272"/>
                <a:gd name="T94" fmla="*/ 150 w 343"/>
                <a:gd name="T95" fmla="*/ 43 h 272"/>
                <a:gd name="T96" fmla="*/ 145 w 343"/>
                <a:gd name="T97" fmla="*/ 33 h 272"/>
                <a:gd name="T98" fmla="*/ 147 w 343"/>
                <a:gd name="T99" fmla="*/ 13 h 272"/>
                <a:gd name="T100" fmla="*/ 162 w 343"/>
                <a:gd name="T101" fmla="*/ 1 h 272"/>
                <a:gd name="T102" fmla="*/ 182 w 343"/>
                <a:gd name="T103" fmla="*/ 6 h 272"/>
                <a:gd name="T104" fmla="*/ 191 w 343"/>
                <a:gd name="T105" fmla="*/ 24 h 272"/>
                <a:gd name="T106" fmla="*/ 188 w 343"/>
                <a:gd name="T107" fmla="*/ 39 h 272"/>
                <a:gd name="T108" fmla="*/ 174 w 343"/>
                <a:gd name="T109" fmla="*/ 5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3" h="272">
                  <a:moveTo>
                    <a:pt x="121" y="271"/>
                  </a:moveTo>
                  <a:lnTo>
                    <a:pt x="121" y="271"/>
                  </a:lnTo>
                  <a:lnTo>
                    <a:pt x="115" y="269"/>
                  </a:lnTo>
                  <a:lnTo>
                    <a:pt x="109" y="264"/>
                  </a:lnTo>
                  <a:lnTo>
                    <a:pt x="109" y="264"/>
                  </a:lnTo>
                  <a:lnTo>
                    <a:pt x="102" y="256"/>
                  </a:lnTo>
                  <a:lnTo>
                    <a:pt x="100" y="253"/>
                  </a:lnTo>
                  <a:lnTo>
                    <a:pt x="100" y="224"/>
                  </a:lnTo>
                  <a:lnTo>
                    <a:pt x="100" y="196"/>
                  </a:lnTo>
                  <a:lnTo>
                    <a:pt x="87" y="178"/>
                  </a:lnTo>
                  <a:lnTo>
                    <a:pt x="74" y="159"/>
                  </a:lnTo>
                  <a:lnTo>
                    <a:pt x="72" y="163"/>
                  </a:lnTo>
                  <a:lnTo>
                    <a:pt x="72" y="163"/>
                  </a:lnTo>
                  <a:lnTo>
                    <a:pt x="43" y="219"/>
                  </a:lnTo>
                  <a:lnTo>
                    <a:pt x="43" y="219"/>
                  </a:lnTo>
                  <a:lnTo>
                    <a:pt x="15" y="271"/>
                  </a:lnTo>
                  <a:lnTo>
                    <a:pt x="15" y="271"/>
                  </a:lnTo>
                  <a:lnTo>
                    <a:pt x="12" y="269"/>
                  </a:lnTo>
                  <a:lnTo>
                    <a:pt x="7" y="267"/>
                  </a:lnTo>
                  <a:lnTo>
                    <a:pt x="7" y="267"/>
                  </a:lnTo>
                  <a:lnTo>
                    <a:pt x="5" y="264"/>
                  </a:lnTo>
                  <a:lnTo>
                    <a:pt x="3" y="259"/>
                  </a:lnTo>
                  <a:lnTo>
                    <a:pt x="2" y="254"/>
                  </a:lnTo>
                  <a:lnTo>
                    <a:pt x="1" y="248"/>
                  </a:lnTo>
                  <a:lnTo>
                    <a:pt x="0" y="241"/>
                  </a:lnTo>
                  <a:lnTo>
                    <a:pt x="31" y="184"/>
                  </a:lnTo>
                  <a:lnTo>
                    <a:pt x="31" y="184"/>
                  </a:lnTo>
                  <a:lnTo>
                    <a:pt x="62" y="126"/>
                  </a:lnTo>
                  <a:lnTo>
                    <a:pt x="62" y="126"/>
                  </a:lnTo>
                  <a:lnTo>
                    <a:pt x="99" y="147"/>
                  </a:lnTo>
                  <a:lnTo>
                    <a:pt x="99" y="147"/>
                  </a:lnTo>
                  <a:lnTo>
                    <a:pt x="102" y="152"/>
                  </a:lnTo>
                  <a:lnTo>
                    <a:pt x="113" y="168"/>
                  </a:lnTo>
                  <a:lnTo>
                    <a:pt x="126" y="189"/>
                  </a:lnTo>
                  <a:lnTo>
                    <a:pt x="127" y="229"/>
                  </a:lnTo>
                  <a:lnTo>
                    <a:pt x="127" y="229"/>
                  </a:lnTo>
                  <a:lnTo>
                    <a:pt x="128" y="271"/>
                  </a:lnTo>
                  <a:lnTo>
                    <a:pt x="128" y="271"/>
                  </a:lnTo>
                  <a:lnTo>
                    <a:pt x="128" y="272"/>
                  </a:lnTo>
                  <a:lnTo>
                    <a:pt x="127" y="272"/>
                  </a:lnTo>
                  <a:lnTo>
                    <a:pt x="122" y="271"/>
                  </a:lnTo>
                  <a:lnTo>
                    <a:pt x="121" y="271"/>
                  </a:lnTo>
                  <a:close/>
                  <a:moveTo>
                    <a:pt x="144" y="271"/>
                  </a:moveTo>
                  <a:lnTo>
                    <a:pt x="144" y="271"/>
                  </a:lnTo>
                  <a:lnTo>
                    <a:pt x="141" y="270"/>
                  </a:lnTo>
                  <a:lnTo>
                    <a:pt x="139" y="269"/>
                  </a:lnTo>
                  <a:lnTo>
                    <a:pt x="139" y="269"/>
                  </a:lnTo>
                  <a:lnTo>
                    <a:pt x="139" y="266"/>
                  </a:lnTo>
                  <a:lnTo>
                    <a:pt x="140" y="263"/>
                  </a:lnTo>
                  <a:lnTo>
                    <a:pt x="140" y="263"/>
                  </a:lnTo>
                  <a:lnTo>
                    <a:pt x="179" y="215"/>
                  </a:lnTo>
                  <a:lnTo>
                    <a:pt x="179" y="215"/>
                  </a:lnTo>
                  <a:lnTo>
                    <a:pt x="182" y="214"/>
                  </a:lnTo>
                  <a:lnTo>
                    <a:pt x="185" y="213"/>
                  </a:lnTo>
                  <a:lnTo>
                    <a:pt x="185" y="213"/>
                  </a:lnTo>
                  <a:lnTo>
                    <a:pt x="190" y="212"/>
                  </a:lnTo>
                  <a:lnTo>
                    <a:pt x="191" y="211"/>
                  </a:lnTo>
                  <a:lnTo>
                    <a:pt x="191" y="211"/>
                  </a:lnTo>
                  <a:lnTo>
                    <a:pt x="167" y="191"/>
                  </a:lnTo>
                  <a:lnTo>
                    <a:pt x="142" y="170"/>
                  </a:lnTo>
                  <a:lnTo>
                    <a:pt x="142" y="176"/>
                  </a:lnTo>
                  <a:lnTo>
                    <a:pt x="142" y="181"/>
                  </a:lnTo>
                  <a:lnTo>
                    <a:pt x="140" y="180"/>
                  </a:lnTo>
                  <a:lnTo>
                    <a:pt x="140" y="180"/>
                  </a:lnTo>
                  <a:lnTo>
                    <a:pt x="133" y="178"/>
                  </a:lnTo>
                  <a:lnTo>
                    <a:pt x="133" y="178"/>
                  </a:lnTo>
                  <a:lnTo>
                    <a:pt x="130" y="176"/>
                  </a:lnTo>
                  <a:lnTo>
                    <a:pt x="125" y="171"/>
                  </a:lnTo>
                  <a:lnTo>
                    <a:pt x="119" y="166"/>
                  </a:lnTo>
                  <a:lnTo>
                    <a:pt x="119" y="163"/>
                  </a:lnTo>
                  <a:lnTo>
                    <a:pt x="119" y="163"/>
                  </a:lnTo>
                  <a:lnTo>
                    <a:pt x="119" y="156"/>
                  </a:lnTo>
                  <a:lnTo>
                    <a:pt x="119" y="152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6" y="141"/>
                  </a:lnTo>
                  <a:lnTo>
                    <a:pt x="106" y="141"/>
                  </a:lnTo>
                  <a:lnTo>
                    <a:pt x="106" y="140"/>
                  </a:lnTo>
                  <a:lnTo>
                    <a:pt x="109" y="135"/>
                  </a:lnTo>
                  <a:lnTo>
                    <a:pt x="109" y="135"/>
                  </a:lnTo>
                  <a:lnTo>
                    <a:pt x="113" y="129"/>
                  </a:lnTo>
                  <a:lnTo>
                    <a:pt x="113" y="129"/>
                  </a:lnTo>
                  <a:lnTo>
                    <a:pt x="117" y="133"/>
                  </a:lnTo>
                  <a:lnTo>
                    <a:pt x="122" y="136"/>
                  </a:lnTo>
                  <a:lnTo>
                    <a:pt x="122" y="122"/>
                  </a:lnTo>
                  <a:lnTo>
                    <a:pt x="122" y="122"/>
                  </a:lnTo>
                  <a:lnTo>
                    <a:pt x="122" y="109"/>
                  </a:lnTo>
                  <a:lnTo>
                    <a:pt x="122" y="109"/>
                  </a:lnTo>
                  <a:lnTo>
                    <a:pt x="113" y="126"/>
                  </a:lnTo>
                  <a:lnTo>
                    <a:pt x="113" y="126"/>
                  </a:lnTo>
                  <a:lnTo>
                    <a:pt x="102" y="146"/>
                  </a:lnTo>
                  <a:lnTo>
                    <a:pt x="102" y="146"/>
                  </a:lnTo>
                  <a:lnTo>
                    <a:pt x="101" y="146"/>
                  </a:lnTo>
                  <a:lnTo>
                    <a:pt x="99" y="144"/>
                  </a:lnTo>
                  <a:lnTo>
                    <a:pt x="83" y="136"/>
                  </a:lnTo>
                  <a:lnTo>
                    <a:pt x="83" y="136"/>
                  </a:lnTo>
                  <a:lnTo>
                    <a:pt x="64" y="124"/>
                  </a:lnTo>
                  <a:lnTo>
                    <a:pt x="64" y="124"/>
                  </a:lnTo>
                  <a:lnTo>
                    <a:pt x="68" y="115"/>
                  </a:lnTo>
                  <a:lnTo>
                    <a:pt x="81" y="92"/>
                  </a:lnTo>
                  <a:lnTo>
                    <a:pt x="81" y="92"/>
                  </a:lnTo>
                  <a:lnTo>
                    <a:pt x="98" y="61"/>
                  </a:lnTo>
                  <a:lnTo>
                    <a:pt x="98" y="61"/>
                  </a:lnTo>
                  <a:lnTo>
                    <a:pt x="86" y="61"/>
                  </a:lnTo>
                  <a:lnTo>
                    <a:pt x="74" y="61"/>
                  </a:lnTo>
                  <a:lnTo>
                    <a:pt x="68" y="74"/>
                  </a:lnTo>
                  <a:lnTo>
                    <a:pt x="68" y="74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4" y="90"/>
                  </a:lnTo>
                  <a:lnTo>
                    <a:pt x="64" y="90"/>
                  </a:lnTo>
                  <a:lnTo>
                    <a:pt x="71" y="95"/>
                  </a:lnTo>
                  <a:lnTo>
                    <a:pt x="75" y="99"/>
                  </a:lnTo>
                  <a:lnTo>
                    <a:pt x="72" y="105"/>
                  </a:lnTo>
                  <a:lnTo>
                    <a:pt x="72" y="105"/>
                  </a:lnTo>
                  <a:lnTo>
                    <a:pt x="70" y="110"/>
                  </a:lnTo>
                  <a:lnTo>
                    <a:pt x="70" y="110"/>
                  </a:lnTo>
                  <a:lnTo>
                    <a:pt x="62" y="105"/>
                  </a:lnTo>
                  <a:lnTo>
                    <a:pt x="62" y="105"/>
                  </a:lnTo>
                  <a:lnTo>
                    <a:pt x="56" y="99"/>
                  </a:lnTo>
                  <a:lnTo>
                    <a:pt x="56" y="99"/>
                  </a:lnTo>
                  <a:lnTo>
                    <a:pt x="53" y="104"/>
                  </a:lnTo>
                  <a:lnTo>
                    <a:pt x="53" y="104"/>
                  </a:lnTo>
                  <a:lnTo>
                    <a:pt x="50" y="108"/>
                  </a:lnTo>
                  <a:lnTo>
                    <a:pt x="49" y="109"/>
                  </a:lnTo>
                  <a:lnTo>
                    <a:pt x="48" y="109"/>
                  </a:lnTo>
                  <a:lnTo>
                    <a:pt x="48" y="109"/>
                  </a:lnTo>
                  <a:lnTo>
                    <a:pt x="44" y="107"/>
                  </a:lnTo>
                  <a:lnTo>
                    <a:pt x="41" y="104"/>
                  </a:lnTo>
                  <a:lnTo>
                    <a:pt x="39" y="99"/>
                  </a:lnTo>
                  <a:lnTo>
                    <a:pt x="37" y="92"/>
                  </a:lnTo>
                  <a:lnTo>
                    <a:pt x="34" y="87"/>
                  </a:lnTo>
                  <a:lnTo>
                    <a:pt x="42" y="72"/>
                  </a:lnTo>
                  <a:lnTo>
                    <a:pt x="42" y="72"/>
                  </a:lnTo>
                  <a:lnTo>
                    <a:pt x="53" y="52"/>
                  </a:lnTo>
                  <a:lnTo>
                    <a:pt x="57" y="46"/>
                  </a:lnTo>
                  <a:lnTo>
                    <a:pt x="62" y="39"/>
                  </a:lnTo>
                  <a:lnTo>
                    <a:pt x="64" y="37"/>
                  </a:lnTo>
                  <a:lnTo>
                    <a:pt x="88" y="37"/>
                  </a:lnTo>
                  <a:lnTo>
                    <a:pt x="88" y="37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131" y="38"/>
                  </a:lnTo>
                  <a:lnTo>
                    <a:pt x="135" y="40"/>
                  </a:lnTo>
                  <a:lnTo>
                    <a:pt x="135" y="40"/>
                  </a:lnTo>
                  <a:lnTo>
                    <a:pt x="139" y="42"/>
                  </a:lnTo>
                  <a:lnTo>
                    <a:pt x="142" y="44"/>
                  </a:lnTo>
                  <a:lnTo>
                    <a:pt x="145" y="49"/>
                  </a:lnTo>
                  <a:lnTo>
                    <a:pt x="147" y="53"/>
                  </a:lnTo>
                  <a:lnTo>
                    <a:pt x="150" y="57"/>
                  </a:lnTo>
                  <a:lnTo>
                    <a:pt x="147" y="107"/>
                  </a:lnTo>
                  <a:lnTo>
                    <a:pt x="147" y="107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73" y="180"/>
                  </a:lnTo>
                  <a:lnTo>
                    <a:pt x="201" y="202"/>
                  </a:lnTo>
                  <a:lnTo>
                    <a:pt x="197" y="207"/>
                  </a:lnTo>
                  <a:lnTo>
                    <a:pt x="192" y="211"/>
                  </a:lnTo>
                  <a:lnTo>
                    <a:pt x="196" y="210"/>
                  </a:lnTo>
                  <a:lnTo>
                    <a:pt x="196" y="210"/>
                  </a:lnTo>
                  <a:lnTo>
                    <a:pt x="200" y="206"/>
                  </a:lnTo>
                  <a:lnTo>
                    <a:pt x="212" y="191"/>
                  </a:lnTo>
                  <a:lnTo>
                    <a:pt x="212" y="191"/>
                  </a:lnTo>
                  <a:lnTo>
                    <a:pt x="229" y="171"/>
                  </a:lnTo>
                  <a:lnTo>
                    <a:pt x="229" y="171"/>
                  </a:lnTo>
                  <a:lnTo>
                    <a:pt x="234" y="168"/>
                  </a:lnTo>
                  <a:lnTo>
                    <a:pt x="240" y="166"/>
                  </a:lnTo>
                  <a:lnTo>
                    <a:pt x="245" y="165"/>
                  </a:lnTo>
                  <a:lnTo>
                    <a:pt x="250" y="164"/>
                  </a:lnTo>
                  <a:lnTo>
                    <a:pt x="250" y="164"/>
                  </a:lnTo>
                  <a:lnTo>
                    <a:pt x="256" y="165"/>
                  </a:lnTo>
                  <a:lnTo>
                    <a:pt x="261" y="166"/>
                  </a:lnTo>
                  <a:lnTo>
                    <a:pt x="265" y="168"/>
                  </a:lnTo>
                  <a:lnTo>
                    <a:pt x="270" y="171"/>
                  </a:lnTo>
                  <a:lnTo>
                    <a:pt x="270" y="171"/>
                  </a:lnTo>
                  <a:lnTo>
                    <a:pt x="306" y="219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3" y="268"/>
                  </a:lnTo>
                  <a:lnTo>
                    <a:pt x="343" y="269"/>
                  </a:lnTo>
                  <a:lnTo>
                    <a:pt x="343" y="269"/>
                  </a:lnTo>
                  <a:lnTo>
                    <a:pt x="340" y="271"/>
                  </a:lnTo>
                  <a:lnTo>
                    <a:pt x="340" y="271"/>
                  </a:lnTo>
                  <a:lnTo>
                    <a:pt x="318" y="271"/>
                  </a:lnTo>
                  <a:lnTo>
                    <a:pt x="242" y="271"/>
                  </a:lnTo>
                  <a:lnTo>
                    <a:pt x="242" y="271"/>
                  </a:lnTo>
                  <a:lnTo>
                    <a:pt x="144" y="271"/>
                  </a:lnTo>
                  <a:lnTo>
                    <a:pt x="144" y="271"/>
                  </a:lnTo>
                  <a:close/>
                  <a:moveTo>
                    <a:pt x="161" y="50"/>
                  </a:moveTo>
                  <a:lnTo>
                    <a:pt x="161" y="50"/>
                  </a:lnTo>
                  <a:lnTo>
                    <a:pt x="156" y="48"/>
                  </a:lnTo>
                  <a:lnTo>
                    <a:pt x="150" y="43"/>
                  </a:lnTo>
                  <a:lnTo>
                    <a:pt x="150" y="43"/>
                  </a:lnTo>
                  <a:lnTo>
                    <a:pt x="148" y="40"/>
                  </a:lnTo>
                  <a:lnTo>
                    <a:pt x="146" y="37"/>
                  </a:lnTo>
                  <a:lnTo>
                    <a:pt x="145" y="33"/>
                  </a:lnTo>
                  <a:lnTo>
                    <a:pt x="144" y="29"/>
                  </a:lnTo>
                  <a:lnTo>
                    <a:pt x="144" y="21"/>
                  </a:lnTo>
                  <a:lnTo>
                    <a:pt x="147" y="13"/>
                  </a:lnTo>
                  <a:lnTo>
                    <a:pt x="147" y="13"/>
                  </a:lnTo>
                  <a:lnTo>
                    <a:pt x="149" y="9"/>
                  </a:lnTo>
                  <a:lnTo>
                    <a:pt x="154" y="6"/>
                  </a:lnTo>
                  <a:lnTo>
                    <a:pt x="158" y="4"/>
                  </a:lnTo>
                  <a:lnTo>
                    <a:pt x="162" y="1"/>
                  </a:lnTo>
                  <a:lnTo>
                    <a:pt x="162" y="1"/>
                  </a:lnTo>
                  <a:lnTo>
                    <a:pt x="169" y="0"/>
                  </a:lnTo>
                  <a:lnTo>
                    <a:pt x="175" y="3"/>
                  </a:lnTo>
                  <a:lnTo>
                    <a:pt x="182" y="6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90" y="17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9"/>
                  </a:lnTo>
                  <a:lnTo>
                    <a:pt x="190" y="35"/>
                  </a:lnTo>
                  <a:lnTo>
                    <a:pt x="188" y="39"/>
                  </a:lnTo>
                  <a:lnTo>
                    <a:pt x="185" y="42"/>
                  </a:lnTo>
                  <a:lnTo>
                    <a:pt x="185" y="42"/>
                  </a:lnTo>
                  <a:lnTo>
                    <a:pt x="179" y="47"/>
                  </a:lnTo>
                  <a:lnTo>
                    <a:pt x="174" y="50"/>
                  </a:lnTo>
                  <a:lnTo>
                    <a:pt x="168" y="51"/>
                  </a:lnTo>
                  <a:lnTo>
                    <a:pt x="161" y="50"/>
                  </a:lnTo>
                  <a:lnTo>
                    <a:pt x="161" y="50"/>
                  </a:ln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 noProof="1"/>
            </a:p>
          </p:txBody>
        </p:sp>
        <p:grpSp>
          <p:nvGrpSpPr>
            <p:cNvPr id="1181" name="Group 1180">
              <a:extLst>
                <a:ext uri="{FF2B5EF4-FFF2-40B4-BE49-F238E27FC236}">
                  <a16:creationId xmlns:a16="http://schemas.microsoft.com/office/drawing/2014/main" id="{6215B589-9395-25A5-ABF4-C9B2D6E01E23}"/>
                </a:ext>
              </a:extLst>
            </p:cNvPr>
            <p:cNvGrpSpPr/>
            <p:nvPr/>
          </p:nvGrpSpPr>
          <p:grpSpPr>
            <a:xfrm>
              <a:off x="8605134" y="1444054"/>
              <a:ext cx="685753" cy="941229"/>
              <a:chOff x="1784351" y="2806700"/>
              <a:chExt cx="566738" cy="777875"/>
            </a:xfrm>
          </p:grpSpPr>
          <p:sp>
            <p:nvSpPr>
              <p:cNvPr id="1182" name="Freeform 11">
                <a:extLst>
                  <a:ext uri="{FF2B5EF4-FFF2-40B4-BE49-F238E27FC236}">
                    <a16:creationId xmlns:a16="http://schemas.microsoft.com/office/drawing/2014/main" id="{2586AAE3-8D66-FCE5-7F57-8FB3B7C08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8338" y="2806700"/>
                <a:ext cx="274638" cy="320675"/>
              </a:xfrm>
              <a:custGeom>
                <a:avLst/>
                <a:gdLst>
                  <a:gd name="T0" fmla="*/ 7 w 173"/>
                  <a:gd name="T1" fmla="*/ 125 h 202"/>
                  <a:gd name="T2" fmla="*/ 14 w 173"/>
                  <a:gd name="T3" fmla="*/ 125 h 202"/>
                  <a:gd name="T4" fmla="*/ 17 w 173"/>
                  <a:gd name="T5" fmla="*/ 141 h 202"/>
                  <a:gd name="T6" fmla="*/ 30 w 173"/>
                  <a:gd name="T7" fmla="*/ 171 h 202"/>
                  <a:gd name="T8" fmla="*/ 37 w 173"/>
                  <a:gd name="T9" fmla="*/ 182 h 202"/>
                  <a:gd name="T10" fmla="*/ 60 w 173"/>
                  <a:gd name="T11" fmla="*/ 196 h 202"/>
                  <a:gd name="T12" fmla="*/ 86 w 173"/>
                  <a:gd name="T13" fmla="*/ 202 h 202"/>
                  <a:gd name="T14" fmla="*/ 113 w 173"/>
                  <a:gd name="T15" fmla="*/ 196 h 202"/>
                  <a:gd name="T16" fmla="*/ 136 w 173"/>
                  <a:gd name="T17" fmla="*/ 182 h 202"/>
                  <a:gd name="T18" fmla="*/ 143 w 173"/>
                  <a:gd name="T19" fmla="*/ 171 h 202"/>
                  <a:gd name="T20" fmla="*/ 154 w 173"/>
                  <a:gd name="T21" fmla="*/ 141 h 202"/>
                  <a:gd name="T22" fmla="*/ 159 w 173"/>
                  <a:gd name="T23" fmla="*/ 125 h 202"/>
                  <a:gd name="T24" fmla="*/ 166 w 173"/>
                  <a:gd name="T25" fmla="*/ 125 h 202"/>
                  <a:gd name="T26" fmla="*/ 168 w 173"/>
                  <a:gd name="T27" fmla="*/ 122 h 202"/>
                  <a:gd name="T28" fmla="*/ 173 w 173"/>
                  <a:gd name="T29" fmla="*/ 110 h 202"/>
                  <a:gd name="T30" fmla="*/ 173 w 173"/>
                  <a:gd name="T31" fmla="*/ 88 h 202"/>
                  <a:gd name="T32" fmla="*/ 171 w 173"/>
                  <a:gd name="T33" fmla="*/ 85 h 202"/>
                  <a:gd name="T34" fmla="*/ 168 w 173"/>
                  <a:gd name="T35" fmla="*/ 81 h 202"/>
                  <a:gd name="T36" fmla="*/ 166 w 173"/>
                  <a:gd name="T37" fmla="*/ 51 h 202"/>
                  <a:gd name="T38" fmla="*/ 161 w 173"/>
                  <a:gd name="T39" fmla="*/ 23 h 202"/>
                  <a:gd name="T40" fmla="*/ 157 w 173"/>
                  <a:gd name="T41" fmla="*/ 14 h 202"/>
                  <a:gd name="T42" fmla="*/ 143 w 173"/>
                  <a:gd name="T43" fmla="*/ 3 h 202"/>
                  <a:gd name="T44" fmla="*/ 125 w 173"/>
                  <a:gd name="T45" fmla="*/ 0 h 202"/>
                  <a:gd name="T46" fmla="*/ 99 w 173"/>
                  <a:gd name="T47" fmla="*/ 2 h 202"/>
                  <a:gd name="T48" fmla="*/ 76 w 173"/>
                  <a:gd name="T49" fmla="*/ 2 h 202"/>
                  <a:gd name="T50" fmla="*/ 65 w 173"/>
                  <a:gd name="T51" fmla="*/ 0 h 202"/>
                  <a:gd name="T52" fmla="*/ 40 w 173"/>
                  <a:gd name="T53" fmla="*/ 0 h 202"/>
                  <a:gd name="T54" fmla="*/ 25 w 173"/>
                  <a:gd name="T55" fmla="*/ 7 h 202"/>
                  <a:gd name="T56" fmla="*/ 17 w 173"/>
                  <a:gd name="T57" fmla="*/ 14 h 202"/>
                  <a:gd name="T58" fmla="*/ 12 w 173"/>
                  <a:gd name="T59" fmla="*/ 32 h 202"/>
                  <a:gd name="T60" fmla="*/ 7 w 173"/>
                  <a:gd name="T61" fmla="*/ 67 h 202"/>
                  <a:gd name="T62" fmla="*/ 7 w 173"/>
                  <a:gd name="T63" fmla="*/ 81 h 202"/>
                  <a:gd name="T64" fmla="*/ 2 w 173"/>
                  <a:gd name="T65" fmla="*/ 85 h 202"/>
                  <a:gd name="T66" fmla="*/ 0 w 173"/>
                  <a:gd name="T67" fmla="*/ 88 h 202"/>
                  <a:gd name="T68" fmla="*/ 0 w 173"/>
                  <a:gd name="T69" fmla="*/ 110 h 202"/>
                  <a:gd name="T70" fmla="*/ 3 w 173"/>
                  <a:gd name="T71" fmla="*/ 122 h 202"/>
                  <a:gd name="T72" fmla="*/ 7 w 173"/>
                  <a:gd name="T73" fmla="*/ 125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3" h="202">
                    <a:moveTo>
                      <a:pt x="7" y="125"/>
                    </a:moveTo>
                    <a:lnTo>
                      <a:pt x="7" y="125"/>
                    </a:lnTo>
                    <a:lnTo>
                      <a:pt x="9" y="125"/>
                    </a:lnTo>
                    <a:lnTo>
                      <a:pt x="14" y="125"/>
                    </a:lnTo>
                    <a:lnTo>
                      <a:pt x="14" y="125"/>
                    </a:lnTo>
                    <a:lnTo>
                      <a:pt x="17" y="141"/>
                    </a:lnTo>
                    <a:lnTo>
                      <a:pt x="23" y="157"/>
                    </a:lnTo>
                    <a:lnTo>
                      <a:pt x="30" y="171"/>
                    </a:lnTo>
                    <a:lnTo>
                      <a:pt x="37" y="182"/>
                    </a:lnTo>
                    <a:lnTo>
                      <a:pt x="37" y="182"/>
                    </a:lnTo>
                    <a:lnTo>
                      <a:pt x="48" y="191"/>
                    </a:lnTo>
                    <a:lnTo>
                      <a:pt x="60" y="196"/>
                    </a:lnTo>
                    <a:lnTo>
                      <a:pt x="72" y="200"/>
                    </a:lnTo>
                    <a:lnTo>
                      <a:pt x="86" y="202"/>
                    </a:lnTo>
                    <a:lnTo>
                      <a:pt x="101" y="200"/>
                    </a:lnTo>
                    <a:lnTo>
                      <a:pt x="113" y="196"/>
                    </a:lnTo>
                    <a:lnTo>
                      <a:pt x="125" y="191"/>
                    </a:lnTo>
                    <a:lnTo>
                      <a:pt x="136" y="182"/>
                    </a:lnTo>
                    <a:lnTo>
                      <a:pt x="136" y="182"/>
                    </a:lnTo>
                    <a:lnTo>
                      <a:pt x="143" y="171"/>
                    </a:lnTo>
                    <a:lnTo>
                      <a:pt x="148" y="157"/>
                    </a:lnTo>
                    <a:lnTo>
                      <a:pt x="154" y="141"/>
                    </a:lnTo>
                    <a:lnTo>
                      <a:pt x="159" y="125"/>
                    </a:lnTo>
                    <a:lnTo>
                      <a:pt x="159" y="125"/>
                    </a:lnTo>
                    <a:lnTo>
                      <a:pt x="162" y="125"/>
                    </a:lnTo>
                    <a:lnTo>
                      <a:pt x="166" y="125"/>
                    </a:lnTo>
                    <a:lnTo>
                      <a:pt x="166" y="125"/>
                    </a:lnTo>
                    <a:lnTo>
                      <a:pt x="168" y="122"/>
                    </a:lnTo>
                    <a:lnTo>
                      <a:pt x="170" y="118"/>
                    </a:lnTo>
                    <a:lnTo>
                      <a:pt x="173" y="110"/>
                    </a:lnTo>
                    <a:lnTo>
                      <a:pt x="173" y="99"/>
                    </a:lnTo>
                    <a:lnTo>
                      <a:pt x="173" y="88"/>
                    </a:lnTo>
                    <a:lnTo>
                      <a:pt x="173" y="88"/>
                    </a:lnTo>
                    <a:lnTo>
                      <a:pt x="171" y="85"/>
                    </a:lnTo>
                    <a:lnTo>
                      <a:pt x="168" y="81"/>
                    </a:lnTo>
                    <a:lnTo>
                      <a:pt x="168" y="81"/>
                    </a:lnTo>
                    <a:lnTo>
                      <a:pt x="168" y="69"/>
                    </a:lnTo>
                    <a:lnTo>
                      <a:pt x="166" y="51"/>
                    </a:lnTo>
                    <a:lnTo>
                      <a:pt x="164" y="32"/>
                    </a:lnTo>
                    <a:lnTo>
                      <a:pt x="161" y="23"/>
                    </a:lnTo>
                    <a:lnTo>
                      <a:pt x="157" y="14"/>
                    </a:lnTo>
                    <a:lnTo>
                      <a:pt x="157" y="14"/>
                    </a:lnTo>
                    <a:lnTo>
                      <a:pt x="150" y="7"/>
                    </a:lnTo>
                    <a:lnTo>
                      <a:pt x="143" y="3"/>
                    </a:lnTo>
                    <a:lnTo>
                      <a:pt x="134" y="0"/>
                    </a:lnTo>
                    <a:lnTo>
                      <a:pt x="125" y="0"/>
                    </a:lnTo>
                    <a:lnTo>
                      <a:pt x="109" y="0"/>
                    </a:lnTo>
                    <a:lnTo>
                      <a:pt x="99" y="2"/>
                    </a:lnTo>
                    <a:lnTo>
                      <a:pt x="99" y="2"/>
                    </a:lnTo>
                    <a:lnTo>
                      <a:pt x="76" y="2"/>
                    </a:lnTo>
                    <a:lnTo>
                      <a:pt x="76" y="2"/>
                    </a:lnTo>
                    <a:lnTo>
                      <a:pt x="65" y="0"/>
                    </a:lnTo>
                    <a:lnTo>
                      <a:pt x="49" y="0"/>
                    </a:lnTo>
                    <a:lnTo>
                      <a:pt x="40" y="0"/>
                    </a:lnTo>
                    <a:lnTo>
                      <a:pt x="32" y="3"/>
                    </a:lnTo>
                    <a:lnTo>
                      <a:pt x="25" y="7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4" y="23"/>
                    </a:lnTo>
                    <a:lnTo>
                      <a:pt x="12" y="32"/>
                    </a:lnTo>
                    <a:lnTo>
                      <a:pt x="9" y="49"/>
                    </a:lnTo>
                    <a:lnTo>
                      <a:pt x="7" y="67"/>
                    </a:lnTo>
                    <a:lnTo>
                      <a:pt x="7" y="81"/>
                    </a:lnTo>
                    <a:lnTo>
                      <a:pt x="7" y="81"/>
                    </a:lnTo>
                    <a:lnTo>
                      <a:pt x="3" y="83"/>
                    </a:lnTo>
                    <a:lnTo>
                      <a:pt x="2" y="85"/>
                    </a:lnTo>
                    <a:lnTo>
                      <a:pt x="0" y="88"/>
                    </a:lnTo>
                    <a:lnTo>
                      <a:pt x="0" y="88"/>
                    </a:lnTo>
                    <a:lnTo>
                      <a:pt x="0" y="99"/>
                    </a:lnTo>
                    <a:lnTo>
                      <a:pt x="0" y="110"/>
                    </a:lnTo>
                    <a:lnTo>
                      <a:pt x="2" y="118"/>
                    </a:lnTo>
                    <a:lnTo>
                      <a:pt x="3" y="122"/>
                    </a:lnTo>
                    <a:lnTo>
                      <a:pt x="7" y="125"/>
                    </a:lnTo>
                    <a:lnTo>
                      <a:pt x="7" y="125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  <p:sp>
            <p:nvSpPr>
              <p:cNvPr id="1183" name="Freeform 12">
                <a:extLst>
                  <a:ext uri="{FF2B5EF4-FFF2-40B4-BE49-F238E27FC236}">
                    <a16:creationId xmlns:a16="http://schemas.microsoft.com/office/drawing/2014/main" id="{53322EC3-2B3B-F14C-5AFA-7497256DAB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84351" y="3143250"/>
                <a:ext cx="566738" cy="441325"/>
              </a:xfrm>
              <a:custGeom>
                <a:avLst/>
                <a:gdLst>
                  <a:gd name="T0" fmla="*/ 327 w 357"/>
                  <a:gd name="T1" fmla="*/ 28 h 278"/>
                  <a:gd name="T2" fmla="*/ 321 w 357"/>
                  <a:gd name="T3" fmla="*/ 21 h 278"/>
                  <a:gd name="T4" fmla="*/ 300 w 357"/>
                  <a:gd name="T5" fmla="*/ 9 h 278"/>
                  <a:gd name="T6" fmla="*/ 258 w 357"/>
                  <a:gd name="T7" fmla="*/ 0 h 278"/>
                  <a:gd name="T8" fmla="*/ 236 w 357"/>
                  <a:gd name="T9" fmla="*/ 0 h 278"/>
                  <a:gd name="T10" fmla="*/ 226 w 357"/>
                  <a:gd name="T11" fmla="*/ 16 h 278"/>
                  <a:gd name="T12" fmla="*/ 136 w 357"/>
                  <a:gd name="T13" fmla="*/ 16 h 278"/>
                  <a:gd name="T14" fmla="*/ 125 w 357"/>
                  <a:gd name="T15" fmla="*/ 0 h 278"/>
                  <a:gd name="T16" fmla="*/ 104 w 357"/>
                  <a:gd name="T17" fmla="*/ 0 h 278"/>
                  <a:gd name="T18" fmla="*/ 61 w 357"/>
                  <a:gd name="T19" fmla="*/ 9 h 278"/>
                  <a:gd name="T20" fmla="*/ 40 w 357"/>
                  <a:gd name="T21" fmla="*/ 21 h 278"/>
                  <a:gd name="T22" fmla="*/ 35 w 357"/>
                  <a:gd name="T23" fmla="*/ 28 h 278"/>
                  <a:gd name="T24" fmla="*/ 30 w 357"/>
                  <a:gd name="T25" fmla="*/ 43 h 278"/>
                  <a:gd name="T26" fmla="*/ 14 w 357"/>
                  <a:gd name="T27" fmla="*/ 83 h 278"/>
                  <a:gd name="T28" fmla="*/ 1 w 357"/>
                  <a:gd name="T29" fmla="*/ 129 h 278"/>
                  <a:gd name="T30" fmla="*/ 0 w 357"/>
                  <a:gd name="T31" fmla="*/ 170 h 278"/>
                  <a:gd name="T32" fmla="*/ 1 w 357"/>
                  <a:gd name="T33" fmla="*/ 186 h 278"/>
                  <a:gd name="T34" fmla="*/ 7 w 357"/>
                  <a:gd name="T35" fmla="*/ 193 h 278"/>
                  <a:gd name="T36" fmla="*/ 24 w 357"/>
                  <a:gd name="T37" fmla="*/ 204 h 278"/>
                  <a:gd name="T38" fmla="*/ 38 w 357"/>
                  <a:gd name="T39" fmla="*/ 207 h 278"/>
                  <a:gd name="T40" fmla="*/ 47 w 357"/>
                  <a:gd name="T41" fmla="*/ 221 h 278"/>
                  <a:gd name="T42" fmla="*/ 53 w 357"/>
                  <a:gd name="T43" fmla="*/ 227 h 278"/>
                  <a:gd name="T44" fmla="*/ 65 w 357"/>
                  <a:gd name="T45" fmla="*/ 232 h 278"/>
                  <a:gd name="T46" fmla="*/ 74 w 357"/>
                  <a:gd name="T47" fmla="*/ 232 h 278"/>
                  <a:gd name="T48" fmla="*/ 51 w 357"/>
                  <a:gd name="T49" fmla="*/ 251 h 278"/>
                  <a:gd name="T50" fmla="*/ 313 w 357"/>
                  <a:gd name="T51" fmla="*/ 278 h 278"/>
                  <a:gd name="T52" fmla="*/ 286 w 357"/>
                  <a:gd name="T53" fmla="*/ 251 h 278"/>
                  <a:gd name="T54" fmla="*/ 290 w 357"/>
                  <a:gd name="T55" fmla="*/ 232 h 278"/>
                  <a:gd name="T56" fmla="*/ 297 w 357"/>
                  <a:gd name="T57" fmla="*/ 232 h 278"/>
                  <a:gd name="T58" fmla="*/ 309 w 357"/>
                  <a:gd name="T59" fmla="*/ 227 h 278"/>
                  <a:gd name="T60" fmla="*/ 314 w 357"/>
                  <a:gd name="T61" fmla="*/ 221 h 278"/>
                  <a:gd name="T62" fmla="*/ 323 w 357"/>
                  <a:gd name="T63" fmla="*/ 205 h 278"/>
                  <a:gd name="T64" fmla="*/ 334 w 357"/>
                  <a:gd name="T65" fmla="*/ 202 h 278"/>
                  <a:gd name="T66" fmla="*/ 350 w 357"/>
                  <a:gd name="T67" fmla="*/ 193 h 278"/>
                  <a:gd name="T68" fmla="*/ 353 w 357"/>
                  <a:gd name="T69" fmla="*/ 186 h 278"/>
                  <a:gd name="T70" fmla="*/ 357 w 357"/>
                  <a:gd name="T71" fmla="*/ 172 h 278"/>
                  <a:gd name="T72" fmla="*/ 353 w 357"/>
                  <a:gd name="T73" fmla="*/ 131 h 278"/>
                  <a:gd name="T74" fmla="*/ 336 w 357"/>
                  <a:gd name="T75" fmla="*/ 62 h 278"/>
                  <a:gd name="T76" fmla="*/ 327 w 357"/>
                  <a:gd name="T77" fmla="*/ 28 h 278"/>
                  <a:gd name="T78" fmla="*/ 104 w 357"/>
                  <a:gd name="T79" fmla="*/ 251 h 278"/>
                  <a:gd name="T80" fmla="*/ 256 w 357"/>
                  <a:gd name="T81" fmla="*/ 232 h 278"/>
                  <a:gd name="T82" fmla="*/ 298 w 357"/>
                  <a:gd name="T83" fmla="*/ 196 h 278"/>
                  <a:gd name="T84" fmla="*/ 298 w 357"/>
                  <a:gd name="T85" fmla="*/ 200 h 278"/>
                  <a:gd name="T86" fmla="*/ 297 w 357"/>
                  <a:gd name="T87" fmla="*/ 204 h 278"/>
                  <a:gd name="T88" fmla="*/ 290 w 357"/>
                  <a:gd name="T89" fmla="*/ 207 h 278"/>
                  <a:gd name="T90" fmla="*/ 72 w 357"/>
                  <a:gd name="T91" fmla="*/ 207 h 278"/>
                  <a:gd name="T92" fmla="*/ 65 w 357"/>
                  <a:gd name="T93" fmla="*/ 204 h 278"/>
                  <a:gd name="T94" fmla="*/ 63 w 357"/>
                  <a:gd name="T95" fmla="*/ 200 h 278"/>
                  <a:gd name="T96" fmla="*/ 63 w 357"/>
                  <a:gd name="T97" fmla="*/ 51 h 278"/>
                  <a:gd name="T98" fmla="*/ 63 w 357"/>
                  <a:gd name="T99" fmla="*/ 48 h 278"/>
                  <a:gd name="T100" fmla="*/ 65 w 357"/>
                  <a:gd name="T101" fmla="*/ 44 h 278"/>
                  <a:gd name="T102" fmla="*/ 72 w 357"/>
                  <a:gd name="T103" fmla="*/ 41 h 278"/>
                  <a:gd name="T104" fmla="*/ 290 w 357"/>
                  <a:gd name="T105" fmla="*/ 41 h 278"/>
                  <a:gd name="T106" fmla="*/ 297 w 357"/>
                  <a:gd name="T107" fmla="*/ 44 h 278"/>
                  <a:gd name="T108" fmla="*/ 298 w 357"/>
                  <a:gd name="T109" fmla="*/ 48 h 278"/>
                  <a:gd name="T110" fmla="*/ 298 w 357"/>
                  <a:gd name="T111" fmla="*/ 196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57" h="278">
                    <a:moveTo>
                      <a:pt x="327" y="28"/>
                    </a:moveTo>
                    <a:lnTo>
                      <a:pt x="327" y="28"/>
                    </a:lnTo>
                    <a:lnTo>
                      <a:pt x="325" y="25"/>
                    </a:lnTo>
                    <a:lnTo>
                      <a:pt x="321" y="21"/>
                    </a:lnTo>
                    <a:lnTo>
                      <a:pt x="313" y="14"/>
                    </a:lnTo>
                    <a:lnTo>
                      <a:pt x="300" y="9"/>
                    </a:lnTo>
                    <a:lnTo>
                      <a:pt x="286" y="5"/>
                    </a:lnTo>
                    <a:lnTo>
                      <a:pt x="258" y="0"/>
                    </a:lnTo>
                    <a:lnTo>
                      <a:pt x="245" y="0"/>
                    </a:lnTo>
                    <a:lnTo>
                      <a:pt x="236" y="0"/>
                    </a:lnTo>
                    <a:lnTo>
                      <a:pt x="236" y="0"/>
                    </a:lnTo>
                    <a:lnTo>
                      <a:pt x="226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25" y="0"/>
                    </a:lnTo>
                    <a:lnTo>
                      <a:pt x="125" y="0"/>
                    </a:lnTo>
                    <a:lnTo>
                      <a:pt x="116" y="0"/>
                    </a:lnTo>
                    <a:lnTo>
                      <a:pt x="104" y="0"/>
                    </a:lnTo>
                    <a:lnTo>
                      <a:pt x="76" y="5"/>
                    </a:lnTo>
                    <a:lnTo>
                      <a:pt x="61" y="9"/>
                    </a:lnTo>
                    <a:lnTo>
                      <a:pt x="49" y="14"/>
                    </a:lnTo>
                    <a:lnTo>
                      <a:pt x="40" y="21"/>
                    </a:lnTo>
                    <a:lnTo>
                      <a:pt x="37" y="25"/>
                    </a:lnTo>
                    <a:lnTo>
                      <a:pt x="35" y="28"/>
                    </a:lnTo>
                    <a:lnTo>
                      <a:pt x="35" y="28"/>
                    </a:lnTo>
                    <a:lnTo>
                      <a:pt x="30" y="43"/>
                    </a:lnTo>
                    <a:lnTo>
                      <a:pt x="21" y="62"/>
                    </a:lnTo>
                    <a:lnTo>
                      <a:pt x="14" y="83"/>
                    </a:lnTo>
                    <a:lnTo>
                      <a:pt x="7" y="106"/>
                    </a:lnTo>
                    <a:lnTo>
                      <a:pt x="1" y="129"/>
                    </a:lnTo>
                    <a:lnTo>
                      <a:pt x="0" y="150"/>
                    </a:lnTo>
                    <a:lnTo>
                      <a:pt x="0" y="170"/>
                    </a:lnTo>
                    <a:lnTo>
                      <a:pt x="0" y="179"/>
                    </a:lnTo>
                    <a:lnTo>
                      <a:pt x="1" y="186"/>
                    </a:lnTo>
                    <a:lnTo>
                      <a:pt x="1" y="186"/>
                    </a:lnTo>
                    <a:lnTo>
                      <a:pt x="7" y="193"/>
                    </a:lnTo>
                    <a:lnTo>
                      <a:pt x="15" y="198"/>
                    </a:lnTo>
                    <a:lnTo>
                      <a:pt x="24" y="204"/>
                    </a:lnTo>
                    <a:lnTo>
                      <a:pt x="38" y="207"/>
                    </a:lnTo>
                    <a:lnTo>
                      <a:pt x="38" y="207"/>
                    </a:lnTo>
                    <a:lnTo>
                      <a:pt x="42" y="214"/>
                    </a:lnTo>
                    <a:lnTo>
                      <a:pt x="47" y="221"/>
                    </a:lnTo>
                    <a:lnTo>
                      <a:pt x="47" y="221"/>
                    </a:lnTo>
                    <a:lnTo>
                      <a:pt x="53" y="227"/>
                    </a:lnTo>
                    <a:lnTo>
                      <a:pt x="58" y="230"/>
                    </a:lnTo>
                    <a:lnTo>
                      <a:pt x="65" y="232"/>
                    </a:lnTo>
                    <a:lnTo>
                      <a:pt x="72" y="232"/>
                    </a:lnTo>
                    <a:lnTo>
                      <a:pt x="74" y="232"/>
                    </a:lnTo>
                    <a:lnTo>
                      <a:pt x="74" y="251"/>
                    </a:lnTo>
                    <a:lnTo>
                      <a:pt x="51" y="251"/>
                    </a:lnTo>
                    <a:lnTo>
                      <a:pt x="51" y="278"/>
                    </a:lnTo>
                    <a:lnTo>
                      <a:pt x="313" y="278"/>
                    </a:lnTo>
                    <a:lnTo>
                      <a:pt x="313" y="251"/>
                    </a:lnTo>
                    <a:lnTo>
                      <a:pt x="286" y="251"/>
                    </a:lnTo>
                    <a:lnTo>
                      <a:pt x="286" y="232"/>
                    </a:lnTo>
                    <a:lnTo>
                      <a:pt x="290" y="232"/>
                    </a:lnTo>
                    <a:lnTo>
                      <a:pt x="290" y="232"/>
                    </a:lnTo>
                    <a:lnTo>
                      <a:pt x="297" y="232"/>
                    </a:lnTo>
                    <a:lnTo>
                      <a:pt x="302" y="230"/>
                    </a:lnTo>
                    <a:lnTo>
                      <a:pt x="309" y="227"/>
                    </a:lnTo>
                    <a:lnTo>
                      <a:pt x="314" y="221"/>
                    </a:lnTo>
                    <a:lnTo>
                      <a:pt x="314" y="221"/>
                    </a:lnTo>
                    <a:lnTo>
                      <a:pt x="320" y="214"/>
                    </a:lnTo>
                    <a:lnTo>
                      <a:pt x="323" y="205"/>
                    </a:lnTo>
                    <a:lnTo>
                      <a:pt x="323" y="205"/>
                    </a:lnTo>
                    <a:lnTo>
                      <a:pt x="334" y="202"/>
                    </a:lnTo>
                    <a:lnTo>
                      <a:pt x="343" y="198"/>
                    </a:lnTo>
                    <a:lnTo>
                      <a:pt x="350" y="193"/>
                    </a:lnTo>
                    <a:lnTo>
                      <a:pt x="353" y="186"/>
                    </a:lnTo>
                    <a:lnTo>
                      <a:pt x="353" y="186"/>
                    </a:lnTo>
                    <a:lnTo>
                      <a:pt x="355" y="181"/>
                    </a:lnTo>
                    <a:lnTo>
                      <a:pt x="357" y="172"/>
                    </a:lnTo>
                    <a:lnTo>
                      <a:pt x="357" y="154"/>
                    </a:lnTo>
                    <a:lnTo>
                      <a:pt x="353" y="131"/>
                    </a:lnTo>
                    <a:lnTo>
                      <a:pt x="348" y="108"/>
                    </a:lnTo>
                    <a:lnTo>
                      <a:pt x="336" y="62"/>
                    </a:lnTo>
                    <a:lnTo>
                      <a:pt x="327" y="28"/>
                    </a:lnTo>
                    <a:lnTo>
                      <a:pt x="327" y="28"/>
                    </a:lnTo>
                    <a:close/>
                    <a:moveTo>
                      <a:pt x="256" y="251"/>
                    </a:moveTo>
                    <a:lnTo>
                      <a:pt x="104" y="251"/>
                    </a:lnTo>
                    <a:lnTo>
                      <a:pt x="104" y="232"/>
                    </a:lnTo>
                    <a:lnTo>
                      <a:pt x="256" y="232"/>
                    </a:lnTo>
                    <a:lnTo>
                      <a:pt x="256" y="251"/>
                    </a:lnTo>
                    <a:close/>
                    <a:moveTo>
                      <a:pt x="298" y="196"/>
                    </a:moveTo>
                    <a:lnTo>
                      <a:pt x="298" y="196"/>
                    </a:lnTo>
                    <a:lnTo>
                      <a:pt x="298" y="200"/>
                    </a:lnTo>
                    <a:lnTo>
                      <a:pt x="297" y="204"/>
                    </a:lnTo>
                    <a:lnTo>
                      <a:pt x="297" y="204"/>
                    </a:lnTo>
                    <a:lnTo>
                      <a:pt x="293" y="205"/>
                    </a:lnTo>
                    <a:lnTo>
                      <a:pt x="290" y="207"/>
                    </a:lnTo>
                    <a:lnTo>
                      <a:pt x="72" y="207"/>
                    </a:lnTo>
                    <a:lnTo>
                      <a:pt x="72" y="207"/>
                    </a:lnTo>
                    <a:lnTo>
                      <a:pt x="69" y="205"/>
                    </a:lnTo>
                    <a:lnTo>
                      <a:pt x="65" y="204"/>
                    </a:lnTo>
                    <a:lnTo>
                      <a:pt x="65" y="204"/>
                    </a:lnTo>
                    <a:lnTo>
                      <a:pt x="63" y="200"/>
                    </a:lnTo>
                    <a:lnTo>
                      <a:pt x="63" y="196"/>
                    </a:lnTo>
                    <a:lnTo>
                      <a:pt x="63" y="51"/>
                    </a:lnTo>
                    <a:lnTo>
                      <a:pt x="63" y="51"/>
                    </a:lnTo>
                    <a:lnTo>
                      <a:pt x="63" y="48"/>
                    </a:lnTo>
                    <a:lnTo>
                      <a:pt x="65" y="44"/>
                    </a:lnTo>
                    <a:lnTo>
                      <a:pt x="65" y="44"/>
                    </a:lnTo>
                    <a:lnTo>
                      <a:pt x="69" y="43"/>
                    </a:lnTo>
                    <a:lnTo>
                      <a:pt x="72" y="41"/>
                    </a:lnTo>
                    <a:lnTo>
                      <a:pt x="290" y="41"/>
                    </a:lnTo>
                    <a:lnTo>
                      <a:pt x="290" y="41"/>
                    </a:lnTo>
                    <a:lnTo>
                      <a:pt x="293" y="43"/>
                    </a:lnTo>
                    <a:lnTo>
                      <a:pt x="297" y="44"/>
                    </a:lnTo>
                    <a:lnTo>
                      <a:pt x="297" y="44"/>
                    </a:lnTo>
                    <a:lnTo>
                      <a:pt x="298" y="48"/>
                    </a:lnTo>
                    <a:lnTo>
                      <a:pt x="298" y="51"/>
                    </a:lnTo>
                    <a:lnTo>
                      <a:pt x="298" y="196"/>
                    </a:lnTo>
                    <a:close/>
                  </a:path>
                </a:pathLst>
              </a:custGeom>
              <a:solidFill>
                <a:srgbClr val="4D4F5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62" noProof="1"/>
              </a:p>
            </p:txBody>
          </p:sp>
        </p:grpSp>
      </p:grpSp>
      <p:sp>
        <p:nvSpPr>
          <p:cNvPr id="1045" name="TextBox 1044">
            <a:extLst>
              <a:ext uri="{FF2B5EF4-FFF2-40B4-BE49-F238E27FC236}">
                <a16:creationId xmlns:a16="http://schemas.microsoft.com/office/drawing/2014/main" id="{38A20785-A2E3-D15E-4C0D-751D3A9681A7}"/>
              </a:ext>
            </a:extLst>
          </p:cNvPr>
          <p:cNvSpPr txBox="1"/>
          <p:nvPr/>
        </p:nvSpPr>
        <p:spPr>
          <a:xfrm>
            <a:off x="8826544" y="2005846"/>
            <a:ext cx="1105414" cy="253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38" noProof="1">
                <a:solidFill>
                  <a:srgbClr val="4D4F53"/>
                </a:solidFill>
              </a:rPr>
              <a:t>Maintenance works planning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C0DBE541-E501-4974-61D6-BF73C8C146B2}"/>
              </a:ext>
            </a:extLst>
          </p:cNvPr>
          <p:cNvSpPr txBox="1"/>
          <p:nvPr/>
        </p:nvSpPr>
        <p:spPr>
          <a:xfrm>
            <a:off x="673167" y="5966272"/>
            <a:ext cx="1004922" cy="16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38" noProof="1">
                <a:solidFill>
                  <a:srgbClr val="4D4F53"/>
                </a:solidFill>
              </a:rPr>
              <a:t>Capacity allocation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3C312D68-008A-9045-783D-33C461A2155E}"/>
              </a:ext>
            </a:extLst>
          </p:cNvPr>
          <p:cNvSpPr txBox="1"/>
          <p:nvPr/>
        </p:nvSpPr>
        <p:spPr>
          <a:xfrm>
            <a:off x="1765524" y="5957451"/>
            <a:ext cx="913566" cy="16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38" noProof="1">
                <a:solidFill>
                  <a:srgbClr val="4D4F53"/>
                </a:solidFill>
              </a:rPr>
              <a:t>Operations centre</a:t>
            </a:r>
          </a:p>
        </p:txBody>
      </p: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E170AAF3-ECEA-42E1-EDD2-CB68C651C7D0}"/>
              </a:ext>
            </a:extLst>
          </p:cNvPr>
          <p:cNvGrpSpPr/>
          <p:nvPr/>
        </p:nvGrpSpPr>
        <p:grpSpPr>
          <a:xfrm>
            <a:off x="9968673" y="1502785"/>
            <a:ext cx="919080" cy="519097"/>
            <a:chOff x="7968559" y="75751"/>
            <a:chExt cx="1854856" cy="1137016"/>
          </a:xfrm>
        </p:grpSpPr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F4436DA8-0D20-1C11-F968-5E688C87118C}"/>
                </a:ext>
              </a:extLst>
            </p:cNvPr>
            <p:cNvSpPr/>
            <p:nvPr/>
          </p:nvSpPr>
          <p:spPr>
            <a:xfrm>
              <a:off x="7968559" y="75751"/>
              <a:ext cx="1854856" cy="11370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8" noProof="1">
                <a:solidFill>
                  <a:srgbClr val="4D4F53"/>
                </a:solidFill>
              </a:endParaRPr>
            </a:p>
          </p:txBody>
        </p:sp>
        <p:sp>
          <p:nvSpPr>
            <p:cNvPr id="1065" name="Freeform 18">
              <a:extLst>
                <a:ext uri="{FF2B5EF4-FFF2-40B4-BE49-F238E27FC236}">
                  <a16:creationId xmlns:a16="http://schemas.microsoft.com/office/drawing/2014/main" id="{E5CE4718-AC68-F60A-AD6C-36FCB0A07C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44248" y="129232"/>
              <a:ext cx="1114091" cy="1011753"/>
            </a:xfrm>
            <a:custGeom>
              <a:avLst/>
              <a:gdLst>
                <a:gd name="T0" fmla="*/ 297 w 479"/>
                <a:gd name="T1" fmla="*/ 99 h 435"/>
                <a:gd name="T2" fmla="*/ 279 w 479"/>
                <a:gd name="T3" fmla="*/ 92 h 435"/>
                <a:gd name="T4" fmla="*/ 263 w 479"/>
                <a:gd name="T5" fmla="*/ 76 h 435"/>
                <a:gd name="T6" fmla="*/ 246 w 479"/>
                <a:gd name="T7" fmla="*/ 92 h 435"/>
                <a:gd name="T8" fmla="*/ 230 w 479"/>
                <a:gd name="T9" fmla="*/ 99 h 435"/>
                <a:gd name="T10" fmla="*/ 208 w 479"/>
                <a:gd name="T11" fmla="*/ 101 h 435"/>
                <a:gd name="T12" fmla="*/ 224 w 479"/>
                <a:gd name="T13" fmla="*/ 140 h 435"/>
                <a:gd name="T14" fmla="*/ 247 w 479"/>
                <a:gd name="T15" fmla="*/ 161 h 435"/>
                <a:gd name="T16" fmla="*/ 270 w 479"/>
                <a:gd name="T17" fmla="*/ 161 h 435"/>
                <a:gd name="T18" fmla="*/ 295 w 479"/>
                <a:gd name="T19" fmla="*/ 140 h 435"/>
                <a:gd name="T20" fmla="*/ 307 w 479"/>
                <a:gd name="T21" fmla="*/ 101 h 435"/>
                <a:gd name="T22" fmla="*/ 40 w 479"/>
                <a:gd name="T23" fmla="*/ 379 h 435"/>
                <a:gd name="T24" fmla="*/ 44 w 479"/>
                <a:gd name="T25" fmla="*/ 364 h 435"/>
                <a:gd name="T26" fmla="*/ 74 w 479"/>
                <a:gd name="T27" fmla="*/ 336 h 435"/>
                <a:gd name="T28" fmla="*/ 109 w 479"/>
                <a:gd name="T29" fmla="*/ 287 h 435"/>
                <a:gd name="T30" fmla="*/ 131 w 479"/>
                <a:gd name="T31" fmla="*/ 227 h 435"/>
                <a:gd name="T32" fmla="*/ 143 w 479"/>
                <a:gd name="T33" fmla="*/ 204 h 435"/>
                <a:gd name="T34" fmla="*/ 173 w 479"/>
                <a:gd name="T35" fmla="*/ 191 h 435"/>
                <a:gd name="T36" fmla="*/ 214 w 479"/>
                <a:gd name="T37" fmla="*/ 186 h 435"/>
                <a:gd name="T38" fmla="*/ 299 w 479"/>
                <a:gd name="T39" fmla="*/ 200 h 435"/>
                <a:gd name="T40" fmla="*/ 325 w 479"/>
                <a:gd name="T41" fmla="*/ 188 h 435"/>
                <a:gd name="T42" fmla="*/ 371 w 479"/>
                <a:gd name="T43" fmla="*/ 200 h 435"/>
                <a:gd name="T44" fmla="*/ 384 w 479"/>
                <a:gd name="T45" fmla="*/ 211 h 435"/>
                <a:gd name="T46" fmla="*/ 414 w 479"/>
                <a:gd name="T47" fmla="*/ 318 h 435"/>
                <a:gd name="T48" fmla="*/ 419 w 479"/>
                <a:gd name="T49" fmla="*/ 368 h 435"/>
                <a:gd name="T50" fmla="*/ 414 w 479"/>
                <a:gd name="T51" fmla="*/ 379 h 435"/>
                <a:gd name="T52" fmla="*/ 0 w 479"/>
                <a:gd name="T53" fmla="*/ 435 h 435"/>
                <a:gd name="T54" fmla="*/ 157 w 479"/>
                <a:gd name="T55" fmla="*/ 357 h 435"/>
                <a:gd name="T56" fmla="*/ 369 w 479"/>
                <a:gd name="T57" fmla="*/ 357 h 435"/>
                <a:gd name="T58" fmla="*/ 65 w 479"/>
                <a:gd name="T59" fmla="*/ 379 h 435"/>
                <a:gd name="T60" fmla="*/ 104 w 479"/>
                <a:gd name="T61" fmla="*/ 372 h 435"/>
                <a:gd name="T62" fmla="*/ 95 w 479"/>
                <a:gd name="T63" fmla="*/ 361 h 435"/>
                <a:gd name="T64" fmla="*/ 81 w 479"/>
                <a:gd name="T65" fmla="*/ 359 h 435"/>
                <a:gd name="T66" fmla="*/ 71 w 479"/>
                <a:gd name="T67" fmla="*/ 363 h 435"/>
                <a:gd name="T68" fmla="*/ 65 w 479"/>
                <a:gd name="T69" fmla="*/ 379 h 435"/>
                <a:gd name="T70" fmla="*/ 170 w 479"/>
                <a:gd name="T71" fmla="*/ 221 h 435"/>
                <a:gd name="T72" fmla="*/ 164 w 479"/>
                <a:gd name="T73" fmla="*/ 225 h 435"/>
                <a:gd name="T74" fmla="*/ 161 w 479"/>
                <a:gd name="T75" fmla="*/ 230 h 435"/>
                <a:gd name="T76" fmla="*/ 162 w 479"/>
                <a:gd name="T77" fmla="*/ 336 h 435"/>
                <a:gd name="T78" fmla="*/ 166 w 479"/>
                <a:gd name="T79" fmla="*/ 341 h 435"/>
                <a:gd name="T80" fmla="*/ 352 w 479"/>
                <a:gd name="T81" fmla="*/ 341 h 435"/>
                <a:gd name="T82" fmla="*/ 357 w 479"/>
                <a:gd name="T83" fmla="*/ 340 h 435"/>
                <a:gd name="T84" fmla="*/ 361 w 479"/>
                <a:gd name="T85" fmla="*/ 230 h 435"/>
                <a:gd name="T86" fmla="*/ 357 w 479"/>
                <a:gd name="T87" fmla="*/ 225 h 435"/>
                <a:gd name="T88" fmla="*/ 352 w 479"/>
                <a:gd name="T89" fmla="*/ 221 h 435"/>
                <a:gd name="T90" fmla="*/ 184 w 479"/>
                <a:gd name="T91" fmla="*/ 27 h 435"/>
                <a:gd name="T92" fmla="*/ 207 w 479"/>
                <a:gd name="T93" fmla="*/ 7 h 435"/>
                <a:gd name="T94" fmla="*/ 256 w 479"/>
                <a:gd name="T95" fmla="*/ 0 h 435"/>
                <a:gd name="T96" fmla="*/ 281 w 479"/>
                <a:gd name="T97" fmla="*/ 2 h 435"/>
                <a:gd name="T98" fmla="*/ 318 w 479"/>
                <a:gd name="T99" fmla="*/ 12 h 435"/>
                <a:gd name="T100" fmla="*/ 332 w 479"/>
                <a:gd name="T101" fmla="*/ 27 h 435"/>
                <a:gd name="T102" fmla="*/ 343 w 479"/>
                <a:gd name="T103" fmla="*/ 76 h 435"/>
                <a:gd name="T104" fmla="*/ 341 w 479"/>
                <a:gd name="T105" fmla="*/ 149 h 435"/>
                <a:gd name="T106" fmla="*/ 334 w 479"/>
                <a:gd name="T107" fmla="*/ 158 h 435"/>
                <a:gd name="T108" fmla="*/ 306 w 479"/>
                <a:gd name="T109" fmla="*/ 156 h 435"/>
                <a:gd name="T110" fmla="*/ 274 w 479"/>
                <a:gd name="T111" fmla="*/ 177 h 435"/>
                <a:gd name="T112" fmla="*/ 256 w 479"/>
                <a:gd name="T113" fmla="*/ 181 h 435"/>
                <a:gd name="T114" fmla="*/ 231 w 479"/>
                <a:gd name="T115" fmla="*/ 170 h 435"/>
                <a:gd name="T116" fmla="*/ 214 w 479"/>
                <a:gd name="T117" fmla="*/ 154 h 435"/>
                <a:gd name="T118" fmla="*/ 178 w 479"/>
                <a:gd name="T119" fmla="*/ 156 h 435"/>
                <a:gd name="T120" fmla="*/ 173 w 479"/>
                <a:gd name="T121" fmla="*/ 136 h 435"/>
                <a:gd name="T122" fmla="*/ 177 w 479"/>
                <a:gd name="T123" fmla="*/ 57 h 435"/>
                <a:gd name="T124" fmla="*/ 184 w 479"/>
                <a:gd name="T125" fmla="*/ 27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9" h="435">
                  <a:moveTo>
                    <a:pt x="307" y="101"/>
                  </a:moveTo>
                  <a:lnTo>
                    <a:pt x="307" y="101"/>
                  </a:lnTo>
                  <a:lnTo>
                    <a:pt x="297" y="99"/>
                  </a:lnTo>
                  <a:lnTo>
                    <a:pt x="286" y="96"/>
                  </a:lnTo>
                  <a:lnTo>
                    <a:pt x="286" y="96"/>
                  </a:lnTo>
                  <a:lnTo>
                    <a:pt x="279" y="92"/>
                  </a:lnTo>
                  <a:lnTo>
                    <a:pt x="274" y="87"/>
                  </a:lnTo>
                  <a:lnTo>
                    <a:pt x="263" y="76"/>
                  </a:lnTo>
                  <a:lnTo>
                    <a:pt x="263" y="76"/>
                  </a:lnTo>
                  <a:lnTo>
                    <a:pt x="263" y="76"/>
                  </a:lnTo>
                  <a:lnTo>
                    <a:pt x="251" y="87"/>
                  </a:lnTo>
                  <a:lnTo>
                    <a:pt x="246" y="92"/>
                  </a:lnTo>
                  <a:lnTo>
                    <a:pt x="240" y="96"/>
                  </a:lnTo>
                  <a:lnTo>
                    <a:pt x="240" y="96"/>
                  </a:lnTo>
                  <a:lnTo>
                    <a:pt x="230" y="99"/>
                  </a:lnTo>
                  <a:lnTo>
                    <a:pt x="223" y="101"/>
                  </a:lnTo>
                  <a:lnTo>
                    <a:pt x="208" y="101"/>
                  </a:lnTo>
                  <a:lnTo>
                    <a:pt x="208" y="101"/>
                  </a:lnTo>
                  <a:lnTo>
                    <a:pt x="216" y="122"/>
                  </a:lnTo>
                  <a:lnTo>
                    <a:pt x="219" y="131"/>
                  </a:lnTo>
                  <a:lnTo>
                    <a:pt x="224" y="140"/>
                  </a:lnTo>
                  <a:lnTo>
                    <a:pt x="231" y="149"/>
                  </a:lnTo>
                  <a:lnTo>
                    <a:pt x="239" y="156"/>
                  </a:lnTo>
                  <a:lnTo>
                    <a:pt x="247" y="161"/>
                  </a:lnTo>
                  <a:lnTo>
                    <a:pt x="258" y="165"/>
                  </a:lnTo>
                  <a:lnTo>
                    <a:pt x="258" y="165"/>
                  </a:lnTo>
                  <a:lnTo>
                    <a:pt x="270" y="161"/>
                  </a:lnTo>
                  <a:lnTo>
                    <a:pt x="281" y="156"/>
                  </a:lnTo>
                  <a:lnTo>
                    <a:pt x="288" y="149"/>
                  </a:lnTo>
                  <a:lnTo>
                    <a:pt x="295" y="140"/>
                  </a:lnTo>
                  <a:lnTo>
                    <a:pt x="300" y="131"/>
                  </a:lnTo>
                  <a:lnTo>
                    <a:pt x="304" y="122"/>
                  </a:lnTo>
                  <a:lnTo>
                    <a:pt x="307" y="101"/>
                  </a:lnTo>
                  <a:lnTo>
                    <a:pt x="307" y="101"/>
                  </a:lnTo>
                  <a:close/>
                  <a:moveTo>
                    <a:pt x="0" y="379"/>
                  </a:moveTo>
                  <a:lnTo>
                    <a:pt x="40" y="379"/>
                  </a:lnTo>
                  <a:lnTo>
                    <a:pt x="40" y="379"/>
                  </a:lnTo>
                  <a:lnTo>
                    <a:pt x="44" y="364"/>
                  </a:lnTo>
                  <a:lnTo>
                    <a:pt x="44" y="364"/>
                  </a:lnTo>
                  <a:lnTo>
                    <a:pt x="49" y="356"/>
                  </a:lnTo>
                  <a:lnTo>
                    <a:pt x="56" y="349"/>
                  </a:lnTo>
                  <a:lnTo>
                    <a:pt x="74" y="336"/>
                  </a:lnTo>
                  <a:lnTo>
                    <a:pt x="86" y="326"/>
                  </a:lnTo>
                  <a:lnTo>
                    <a:pt x="97" y="310"/>
                  </a:lnTo>
                  <a:lnTo>
                    <a:pt x="109" y="287"/>
                  </a:lnTo>
                  <a:lnTo>
                    <a:pt x="122" y="251"/>
                  </a:lnTo>
                  <a:lnTo>
                    <a:pt x="122" y="251"/>
                  </a:lnTo>
                  <a:lnTo>
                    <a:pt x="131" y="227"/>
                  </a:lnTo>
                  <a:lnTo>
                    <a:pt x="139" y="211"/>
                  </a:lnTo>
                  <a:lnTo>
                    <a:pt x="139" y="211"/>
                  </a:lnTo>
                  <a:lnTo>
                    <a:pt x="143" y="204"/>
                  </a:lnTo>
                  <a:lnTo>
                    <a:pt x="150" y="200"/>
                  </a:lnTo>
                  <a:lnTo>
                    <a:pt x="161" y="195"/>
                  </a:lnTo>
                  <a:lnTo>
                    <a:pt x="173" y="191"/>
                  </a:lnTo>
                  <a:lnTo>
                    <a:pt x="196" y="188"/>
                  </a:lnTo>
                  <a:lnTo>
                    <a:pt x="214" y="186"/>
                  </a:lnTo>
                  <a:lnTo>
                    <a:pt x="214" y="186"/>
                  </a:lnTo>
                  <a:lnTo>
                    <a:pt x="223" y="200"/>
                  </a:lnTo>
                  <a:lnTo>
                    <a:pt x="299" y="200"/>
                  </a:lnTo>
                  <a:lnTo>
                    <a:pt x="299" y="200"/>
                  </a:lnTo>
                  <a:lnTo>
                    <a:pt x="307" y="186"/>
                  </a:lnTo>
                  <a:lnTo>
                    <a:pt x="307" y="186"/>
                  </a:lnTo>
                  <a:lnTo>
                    <a:pt x="325" y="188"/>
                  </a:lnTo>
                  <a:lnTo>
                    <a:pt x="350" y="191"/>
                  </a:lnTo>
                  <a:lnTo>
                    <a:pt x="361" y="195"/>
                  </a:lnTo>
                  <a:lnTo>
                    <a:pt x="371" y="200"/>
                  </a:lnTo>
                  <a:lnTo>
                    <a:pt x="378" y="204"/>
                  </a:lnTo>
                  <a:lnTo>
                    <a:pt x="384" y="211"/>
                  </a:lnTo>
                  <a:lnTo>
                    <a:pt x="384" y="211"/>
                  </a:lnTo>
                  <a:lnTo>
                    <a:pt x="392" y="244"/>
                  </a:lnTo>
                  <a:lnTo>
                    <a:pt x="406" y="292"/>
                  </a:lnTo>
                  <a:lnTo>
                    <a:pt x="414" y="318"/>
                  </a:lnTo>
                  <a:lnTo>
                    <a:pt x="419" y="341"/>
                  </a:lnTo>
                  <a:lnTo>
                    <a:pt x="421" y="361"/>
                  </a:lnTo>
                  <a:lnTo>
                    <a:pt x="419" y="368"/>
                  </a:lnTo>
                  <a:lnTo>
                    <a:pt x="419" y="373"/>
                  </a:lnTo>
                  <a:lnTo>
                    <a:pt x="419" y="373"/>
                  </a:lnTo>
                  <a:lnTo>
                    <a:pt x="414" y="379"/>
                  </a:lnTo>
                  <a:lnTo>
                    <a:pt x="479" y="379"/>
                  </a:lnTo>
                  <a:lnTo>
                    <a:pt x="479" y="435"/>
                  </a:lnTo>
                  <a:lnTo>
                    <a:pt x="0" y="435"/>
                  </a:lnTo>
                  <a:lnTo>
                    <a:pt x="0" y="379"/>
                  </a:lnTo>
                  <a:lnTo>
                    <a:pt x="0" y="379"/>
                  </a:lnTo>
                  <a:close/>
                  <a:moveTo>
                    <a:pt x="157" y="357"/>
                  </a:moveTo>
                  <a:lnTo>
                    <a:pt x="157" y="373"/>
                  </a:lnTo>
                  <a:lnTo>
                    <a:pt x="369" y="373"/>
                  </a:lnTo>
                  <a:lnTo>
                    <a:pt x="369" y="357"/>
                  </a:lnTo>
                  <a:lnTo>
                    <a:pt x="157" y="357"/>
                  </a:lnTo>
                  <a:lnTo>
                    <a:pt x="157" y="357"/>
                  </a:lnTo>
                  <a:close/>
                  <a:moveTo>
                    <a:pt x="65" y="379"/>
                  </a:moveTo>
                  <a:lnTo>
                    <a:pt x="108" y="379"/>
                  </a:lnTo>
                  <a:lnTo>
                    <a:pt x="108" y="379"/>
                  </a:lnTo>
                  <a:lnTo>
                    <a:pt x="104" y="372"/>
                  </a:lnTo>
                  <a:lnTo>
                    <a:pt x="101" y="364"/>
                  </a:lnTo>
                  <a:lnTo>
                    <a:pt x="99" y="363"/>
                  </a:lnTo>
                  <a:lnTo>
                    <a:pt x="95" y="361"/>
                  </a:lnTo>
                  <a:lnTo>
                    <a:pt x="95" y="361"/>
                  </a:lnTo>
                  <a:lnTo>
                    <a:pt x="88" y="359"/>
                  </a:lnTo>
                  <a:lnTo>
                    <a:pt x="81" y="359"/>
                  </a:lnTo>
                  <a:lnTo>
                    <a:pt x="74" y="361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67" y="368"/>
                  </a:lnTo>
                  <a:lnTo>
                    <a:pt x="65" y="373"/>
                  </a:lnTo>
                  <a:lnTo>
                    <a:pt x="65" y="379"/>
                  </a:lnTo>
                  <a:lnTo>
                    <a:pt x="65" y="379"/>
                  </a:lnTo>
                  <a:close/>
                  <a:moveTo>
                    <a:pt x="352" y="221"/>
                  </a:moveTo>
                  <a:lnTo>
                    <a:pt x="170" y="221"/>
                  </a:lnTo>
                  <a:lnTo>
                    <a:pt x="170" y="221"/>
                  </a:lnTo>
                  <a:lnTo>
                    <a:pt x="166" y="223"/>
                  </a:lnTo>
                  <a:lnTo>
                    <a:pt x="164" y="225"/>
                  </a:lnTo>
                  <a:lnTo>
                    <a:pt x="164" y="225"/>
                  </a:lnTo>
                  <a:lnTo>
                    <a:pt x="162" y="227"/>
                  </a:lnTo>
                  <a:lnTo>
                    <a:pt x="161" y="230"/>
                  </a:lnTo>
                  <a:lnTo>
                    <a:pt x="161" y="334"/>
                  </a:lnTo>
                  <a:lnTo>
                    <a:pt x="161" y="334"/>
                  </a:lnTo>
                  <a:lnTo>
                    <a:pt x="162" y="336"/>
                  </a:lnTo>
                  <a:lnTo>
                    <a:pt x="164" y="340"/>
                  </a:lnTo>
                  <a:lnTo>
                    <a:pt x="164" y="340"/>
                  </a:lnTo>
                  <a:lnTo>
                    <a:pt x="166" y="341"/>
                  </a:lnTo>
                  <a:lnTo>
                    <a:pt x="170" y="341"/>
                  </a:lnTo>
                  <a:lnTo>
                    <a:pt x="352" y="341"/>
                  </a:lnTo>
                  <a:lnTo>
                    <a:pt x="352" y="341"/>
                  </a:lnTo>
                  <a:lnTo>
                    <a:pt x="355" y="341"/>
                  </a:lnTo>
                  <a:lnTo>
                    <a:pt x="357" y="340"/>
                  </a:lnTo>
                  <a:lnTo>
                    <a:pt x="357" y="340"/>
                  </a:lnTo>
                  <a:lnTo>
                    <a:pt x="359" y="336"/>
                  </a:lnTo>
                  <a:lnTo>
                    <a:pt x="361" y="334"/>
                  </a:lnTo>
                  <a:lnTo>
                    <a:pt x="361" y="230"/>
                  </a:lnTo>
                  <a:lnTo>
                    <a:pt x="361" y="230"/>
                  </a:lnTo>
                  <a:lnTo>
                    <a:pt x="359" y="227"/>
                  </a:lnTo>
                  <a:lnTo>
                    <a:pt x="357" y="225"/>
                  </a:lnTo>
                  <a:lnTo>
                    <a:pt x="357" y="225"/>
                  </a:lnTo>
                  <a:lnTo>
                    <a:pt x="355" y="223"/>
                  </a:lnTo>
                  <a:lnTo>
                    <a:pt x="352" y="221"/>
                  </a:lnTo>
                  <a:lnTo>
                    <a:pt x="352" y="221"/>
                  </a:lnTo>
                  <a:close/>
                  <a:moveTo>
                    <a:pt x="184" y="27"/>
                  </a:moveTo>
                  <a:lnTo>
                    <a:pt x="184" y="27"/>
                  </a:lnTo>
                  <a:lnTo>
                    <a:pt x="191" y="18"/>
                  </a:lnTo>
                  <a:lnTo>
                    <a:pt x="198" y="12"/>
                  </a:lnTo>
                  <a:lnTo>
                    <a:pt x="207" y="7"/>
                  </a:lnTo>
                  <a:lnTo>
                    <a:pt x="216" y="4"/>
                  </a:lnTo>
                  <a:lnTo>
                    <a:pt x="235" y="2"/>
                  </a:lnTo>
                  <a:lnTo>
                    <a:pt x="256" y="0"/>
                  </a:lnTo>
                  <a:lnTo>
                    <a:pt x="261" y="0"/>
                  </a:lnTo>
                  <a:lnTo>
                    <a:pt x="261" y="0"/>
                  </a:lnTo>
                  <a:lnTo>
                    <a:pt x="281" y="2"/>
                  </a:lnTo>
                  <a:lnTo>
                    <a:pt x="302" y="4"/>
                  </a:lnTo>
                  <a:lnTo>
                    <a:pt x="311" y="7"/>
                  </a:lnTo>
                  <a:lnTo>
                    <a:pt x="318" y="12"/>
                  </a:lnTo>
                  <a:lnTo>
                    <a:pt x="327" y="18"/>
                  </a:lnTo>
                  <a:lnTo>
                    <a:pt x="332" y="27"/>
                  </a:lnTo>
                  <a:lnTo>
                    <a:pt x="332" y="27"/>
                  </a:lnTo>
                  <a:lnTo>
                    <a:pt x="338" y="39"/>
                  </a:lnTo>
                  <a:lnTo>
                    <a:pt x="341" y="57"/>
                  </a:lnTo>
                  <a:lnTo>
                    <a:pt x="343" y="76"/>
                  </a:lnTo>
                  <a:lnTo>
                    <a:pt x="345" y="97"/>
                  </a:lnTo>
                  <a:lnTo>
                    <a:pt x="343" y="136"/>
                  </a:lnTo>
                  <a:lnTo>
                    <a:pt x="341" y="149"/>
                  </a:lnTo>
                  <a:lnTo>
                    <a:pt x="338" y="156"/>
                  </a:lnTo>
                  <a:lnTo>
                    <a:pt x="338" y="156"/>
                  </a:lnTo>
                  <a:lnTo>
                    <a:pt x="334" y="158"/>
                  </a:lnTo>
                  <a:lnTo>
                    <a:pt x="325" y="158"/>
                  </a:lnTo>
                  <a:lnTo>
                    <a:pt x="306" y="156"/>
                  </a:lnTo>
                  <a:lnTo>
                    <a:pt x="306" y="156"/>
                  </a:lnTo>
                  <a:lnTo>
                    <a:pt x="297" y="165"/>
                  </a:lnTo>
                  <a:lnTo>
                    <a:pt x="286" y="172"/>
                  </a:lnTo>
                  <a:lnTo>
                    <a:pt x="274" y="177"/>
                  </a:lnTo>
                  <a:lnTo>
                    <a:pt x="260" y="181"/>
                  </a:lnTo>
                  <a:lnTo>
                    <a:pt x="258" y="181"/>
                  </a:lnTo>
                  <a:lnTo>
                    <a:pt x="256" y="181"/>
                  </a:lnTo>
                  <a:lnTo>
                    <a:pt x="256" y="181"/>
                  </a:lnTo>
                  <a:lnTo>
                    <a:pt x="242" y="177"/>
                  </a:lnTo>
                  <a:lnTo>
                    <a:pt x="231" y="170"/>
                  </a:lnTo>
                  <a:lnTo>
                    <a:pt x="223" y="163"/>
                  </a:lnTo>
                  <a:lnTo>
                    <a:pt x="214" y="154"/>
                  </a:lnTo>
                  <a:lnTo>
                    <a:pt x="214" y="154"/>
                  </a:lnTo>
                  <a:lnTo>
                    <a:pt x="193" y="158"/>
                  </a:lnTo>
                  <a:lnTo>
                    <a:pt x="184" y="158"/>
                  </a:lnTo>
                  <a:lnTo>
                    <a:pt x="178" y="156"/>
                  </a:lnTo>
                  <a:lnTo>
                    <a:pt x="178" y="156"/>
                  </a:lnTo>
                  <a:lnTo>
                    <a:pt x="177" y="149"/>
                  </a:lnTo>
                  <a:lnTo>
                    <a:pt x="173" y="136"/>
                  </a:lnTo>
                  <a:lnTo>
                    <a:pt x="173" y="97"/>
                  </a:lnTo>
                  <a:lnTo>
                    <a:pt x="173" y="76"/>
                  </a:lnTo>
                  <a:lnTo>
                    <a:pt x="177" y="57"/>
                  </a:lnTo>
                  <a:lnTo>
                    <a:pt x="178" y="39"/>
                  </a:lnTo>
                  <a:lnTo>
                    <a:pt x="184" y="27"/>
                  </a:lnTo>
                  <a:lnTo>
                    <a:pt x="184" y="27"/>
                  </a:ln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 noProof="1"/>
            </a:p>
          </p:txBody>
        </p:sp>
        <p:sp>
          <p:nvSpPr>
            <p:cNvPr id="1066" name="Freeform 160">
              <a:extLst>
                <a:ext uri="{FF2B5EF4-FFF2-40B4-BE49-F238E27FC236}">
                  <a16:creationId xmlns:a16="http://schemas.microsoft.com/office/drawing/2014/main" id="{523103FB-C034-89AA-EF8E-29E86A73F0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16758" y="610354"/>
              <a:ext cx="288665" cy="322037"/>
            </a:xfrm>
            <a:custGeom>
              <a:avLst/>
              <a:gdLst>
                <a:gd name="T0" fmla="*/ 472 w 926"/>
                <a:gd name="T1" fmla="*/ 322 h 1250"/>
                <a:gd name="T2" fmla="*/ 40 w 926"/>
                <a:gd name="T3" fmla="*/ 10 h 1250"/>
                <a:gd name="T4" fmla="*/ 31 w 926"/>
                <a:gd name="T5" fmla="*/ 71 h 1250"/>
                <a:gd name="T6" fmla="*/ 45 w 926"/>
                <a:gd name="T7" fmla="*/ 666 h 1250"/>
                <a:gd name="T8" fmla="*/ 0 w 926"/>
                <a:gd name="T9" fmla="*/ 711 h 1250"/>
                <a:gd name="T10" fmla="*/ 45 w 926"/>
                <a:gd name="T11" fmla="*/ 756 h 1250"/>
                <a:gd name="T12" fmla="*/ 370 w 926"/>
                <a:gd name="T13" fmla="*/ 818 h 1250"/>
                <a:gd name="T14" fmla="*/ 409 w 926"/>
                <a:gd name="T15" fmla="*/ 1247 h 1250"/>
                <a:gd name="T16" fmla="*/ 469 w 926"/>
                <a:gd name="T17" fmla="*/ 1222 h 1250"/>
                <a:gd name="T18" fmla="*/ 519 w 926"/>
                <a:gd name="T19" fmla="*/ 788 h 1250"/>
                <a:gd name="T20" fmla="*/ 867 w 926"/>
                <a:gd name="T21" fmla="*/ 1123 h 1250"/>
                <a:gd name="T22" fmla="*/ 923 w 926"/>
                <a:gd name="T23" fmla="*/ 1095 h 1250"/>
                <a:gd name="T24" fmla="*/ 113 w 926"/>
                <a:gd name="T25" fmla="*/ 118 h 1250"/>
                <a:gd name="T26" fmla="*/ 96 w 926"/>
                <a:gd name="T27" fmla="*/ 76 h 1250"/>
                <a:gd name="T28" fmla="*/ 137 w 926"/>
                <a:gd name="T29" fmla="*/ 60 h 1250"/>
                <a:gd name="T30" fmla="*/ 155 w 926"/>
                <a:gd name="T31" fmla="*/ 101 h 1250"/>
                <a:gd name="T32" fmla="*/ 275 w 926"/>
                <a:gd name="T33" fmla="*/ 250 h 1250"/>
                <a:gd name="T34" fmla="*/ 243 w 926"/>
                <a:gd name="T35" fmla="*/ 218 h 1250"/>
                <a:gd name="T36" fmla="*/ 275 w 926"/>
                <a:gd name="T37" fmla="*/ 186 h 1250"/>
                <a:gd name="T38" fmla="*/ 307 w 926"/>
                <a:gd name="T39" fmla="*/ 218 h 1250"/>
                <a:gd name="T40" fmla="*/ 275 w 926"/>
                <a:gd name="T41" fmla="*/ 250 h 1250"/>
                <a:gd name="T42" fmla="*/ 133 w 926"/>
                <a:gd name="T43" fmla="*/ 717 h 1250"/>
                <a:gd name="T44" fmla="*/ 158 w 926"/>
                <a:gd name="T45" fmla="*/ 679 h 1250"/>
                <a:gd name="T46" fmla="*/ 197 w 926"/>
                <a:gd name="T47" fmla="*/ 704 h 1250"/>
                <a:gd name="T48" fmla="*/ 172 w 926"/>
                <a:gd name="T49" fmla="*/ 742 h 1250"/>
                <a:gd name="T50" fmla="*/ 452 w 926"/>
                <a:gd name="T51" fmla="*/ 333 h 1250"/>
                <a:gd name="T52" fmla="*/ 444 w 926"/>
                <a:gd name="T53" fmla="*/ 377 h 1250"/>
                <a:gd name="T54" fmla="*/ 400 w 926"/>
                <a:gd name="T55" fmla="*/ 368 h 1250"/>
                <a:gd name="T56" fmla="*/ 409 w 926"/>
                <a:gd name="T57" fmla="*/ 325 h 1250"/>
                <a:gd name="T58" fmla="*/ 444 w 926"/>
                <a:gd name="T59" fmla="*/ 492 h 1250"/>
                <a:gd name="T60" fmla="*/ 452 w 926"/>
                <a:gd name="T61" fmla="*/ 535 h 1250"/>
                <a:gd name="T62" fmla="*/ 409 w 926"/>
                <a:gd name="T63" fmla="*/ 544 h 1250"/>
                <a:gd name="T64" fmla="*/ 400 w 926"/>
                <a:gd name="T65" fmla="*/ 500 h 1250"/>
                <a:gd name="T66" fmla="*/ 420 w 926"/>
                <a:gd name="T67" fmla="*/ 1125 h 1250"/>
                <a:gd name="T68" fmla="*/ 395 w 926"/>
                <a:gd name="T69" fmla="*/ 1086 h 1250"/>
                <a:gd name="T70" fmla="*/ 434 w 926"/>
                <a:gd name="T71" fmla="*/ 1063 h 1250"/>
                <a:gd name="T72" fmla="*/ 457 w 926"/>
                <a:gd name="T73" fmla="*/ 1100 h 1250"/>
                <a:gd name="T74" fmla="*/ 427 w 926"/>
                <a:gd name="T75" fmla="*/ 949 h 1250"/>
                <a:gd name="T76" fmla="*/ 395 w 926"/>
                <a:gd name="T77" fmla="*/ 918 h 1250"/>
                <a:gd name="T78" fmla="*/ 427 w 926"/>
                <a:gd name="T79" fmla="*/ 886 h 1250"/>
                <a:gd name="T80" fmla="*/ 459 w 926"/>
                <a:gd name="T81" fmla="*/ 918 h 1250"/>
                <a:gd name="T82" fmla="*/ 427 w 926"/>
                <a:gd name="T83" fmla="*/ 949 h 1250"/>
                <a:gd name="T84" fmla="*/ 350 w 926"/>
                <a:gd name="T85" fmla="*/ 749 h 1250"/>
                <a:gd name="T86" fmla="*/ 395 w 926"/>
                <a:gd name="T87" fmla="*/ 642 h 1250"/>
                <a:gd name="T88" fmla="*/ 502 w 926"/>
                <a:gd name="T89" fmla="*/ 686 h 1250"/>
                <a:gd name="T90" fmla="*/ 459 w 926"/>
                <a:gd name="T91" fmla="*/ 794 h 1250"/>
                <a:gd name="T92" fmla="*/ 612 w 926"/>
                <a:gd name="T93" fmla="*/ 732 h 1250"/>
                <a:gd name="T94" fmla="*/ 612 w 926"/>
                <a:gd name="T95" fmla="*/ 689 h 1250"/>
                <a:gd name="T96" fmla="*/ 656 w 926"/>
                <a:gd name="T97" fmla="*/ 689 h 1250"/>
                <a:gd name="T98" fmla="*/ 656 w 926"/>
                <a:gd name="T99" fmla="*/ 732 h 1250"/>
                <a:gd name="T100" fmla="*/ 761 w 926"/>
                <a:gd name="T101" fmla="*/ 883 h 1250"/>
                <a:gd name="T102" fmla="*/ 744 w 926"/>
                <a:gd name="T103" fmla="*/ 841 h 1250"/>
                <a:gd name="T104" fmla="*/ 786 w 926"/>
                <a:gd name="T105" fmla="*/ 824 h 1250"/>
                <a:gd name="T106" fmla="*/ 802 w 926"/>
                <a:gd name="T107" fmla="*/ 866 h 1250"/>
                <a:gd name="T108" fmla="*/ 861 w 926"/>
                <a:gd name="T109" fmla="*/ 1068 h 1250"/>
                <a:gd name="T110" fmla="*/ 829 w 926"/>
                <a:gd name="T111" fmla="*/ 1036 h 1250"/>
                <a:gd name="T112" fmla="*/ 861 w 926"/>
                <a:gd name="T113" fmla="*/ 1005 h 1250"/>
                <a:gd name="T114" fmla="*/ 893 w 926"/>
                <a:gd name="T115" fmla="*/ 1036 h 1250"/>
                <a:gd name="T116" fmla="*/ 861 w 926"/>
                <a:gd name="T117" fmla="*/ 1068 h 1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26" h="1250">
                  <a:moveTo>
                    <a:pt x="921" y="1061"/>
                  </a:moveTo>
                  <a:lnTo>
                    <a:pt x="732" y="666"/>
                  </a:lnTo>
                  <a:lnTo>
                    <a:pt x="529" y="666"/>
                  </a:lnTo>
                  <a:lnTo>
                    <a:pt x="529" y="666"/>
                  </a:lnTo>
                  <a:lnTo>
                    <a:pt x="519" y="649"/>
                  </a:lnTo>
                  <a:lnTo>
                    <a:pt x="505" y="634"/>
                  </a:lnTo>
                  <a:lnTo>
                    <a:pt x="489" y="622"/>
                  </a:lnTo>
                  <a:lnTo>
                    <a:pt x="472" y="612"/>
                  </a:lnTo>
                  <a:lnTo>
                    <a:pt x="472" y="322"/>
                  </a:lnTo>
                  <a:lnTo>
                    <a:pt x="96" y="10"/>
                  </a:lnTo>
                  <a:lnTo>
                    <a:pt x="96" y="10"/>
                  </a:lnTo>
                  <a:lnTo>
                    <a:pt x="88" y="5"/>
                  </a:lnTo>
                  <a:lnTo>
                    <a:pt x="80" y="1"/>
                  </a:lnTo>
                  <a:lnTo>
                    <a:pt x="71" y="0"/>
                  </a:lnTo>
                  <a:lnTo>
                    <a:pt x="63" y="0"/>
                  </a:lnTo>
                  <a:lnTo>
                    <a:pt x="55" y="1"/>
                  </a:lnTo>
                  <a:lnTo>
                    <a:pt x="46" y="5"/>
                  </a:lnTo>
                  <a:lnTo>
                    <a:pt x="40" y="10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28" y="23"/>
                  </a:lnTo>
                  <a:lnTo>
                    <a:pt x="25" y="31"/>
                  </a:lnTo>
                  <a:lnTo>
                    <a:pt x="23" y="40"/>
                  </a:lnTo>
                  <a:lnTo>
                    <a:pt x="23" y="48"/>
                  </a:lnTo>
                  <a:lnTo>
                    <a:pt x="25" y="56"/>
                  </a:lnTo>
                  <a:lnTo>
                    <a:pt x="28" y="65"/>
                  </a:lnTo>
                  <a:lnTo>
                    <a:pt x="31" y="71"/>
                  </a:lnTo>
                  <a:lnTo>
                    <a:pt x="38" y="78"/>
                  </a:lnTo>
                  <a:lnTo>
                    <a:pt x="382" y="365"/>
                  </a:lnTo>
                  <a:lnTo>
                    <a:pt x="382" y="612"/>
                  </a:lnTo>
                  <a:lnTo>
                    <a:pt x="382" y="612"/>
                  </a:lnTo>
                  <a:lnTo>
                    <a:pt x="363" y="622"/>
                  </a:lnTo>
                  <a:lnTo>
                    <a:pt x="348" y="634"/>
                  </a:lnTo>
                  <a:lnTo>
                    <a:pt x="335" y="649"/>
                  </a:lnTo>
                  <a:lnTo>
                    <a:pt x="323" y="666"/>
                  </a:lnTo>
                  <a:lnTo>
                    <a:pt x="45" y="666"/>
                  </a:lnTo>
                  <a:lnTo>
                    <a:pt x="45" y="666"/>
                  </a:lnTo>
                  <a:lnTo>
                    <a:pt x="36" y="667"/>
                  </a:lnTo>
                  <a:lnTo>
                    <a:pt x="28" y="669"/>
                  </a:lnTo>
                  <a:lnTo>
                    <a:pt x="20" y="674"/>
                  </a:lnTo>
                  <a:lnTo>
                    <a:pt x="13" y="679"/>
                  </a:lnTo>
                  <a:lnTo>
                    <a:pt x="8" y="686"/>
                  </a:lnTo>
                  <a:lnTo>
                    <a:pt x="3" y="694"/>
                  </a:lnTo>
                  <a:lnTo>
                    <a:pt x="1" y="702"/>
                  </a:lnTo>
                  <a:lnTo>
                    <a:pt x="0" y="711"/>
                  </a:lnTo>
                  <a:lnTo>
                    <a:pt x="0" y="711"/>
                  </a:lnTo>
                  <a:lnTo>
                    <a:pt x="1" y="719"/>
                  </a:lnTo>
                  <a:lnTo>
                    <a:pt x="3" y="729"/>
                  </a:lnTo>
                  <a:lnTo>
                    <a:pt x="8" y="736"/>
                  </a:lnTo>
                  <a:lnTo>
                    <a:pt x="13" y="742"/>
                  </a:lnTo>
                  <a:lnTo>
                    <a:pt x="20" y="747"/>
                  </a:lnTo>
                  <a:lnTo>
                    <a:pt x="28" y="752"/>
                  </a:lnTo>
                  <a:lnTo>
                    <a:pt x="36" y="754"/>
                  </a:lnTo>
                  <a:lnTo>
                    <a:pt x="45" y="756"/>
                  </a:lnTo>
                  <a:lnTo>
                    <a:pt x="318" y="756"/>
                  </a:lnTo>
                  <a:lnTo>
                    <a:pt x="318" y="756"/>
                  </a:lnTo>
                  <a:lnTo>
                    <a:pt x="323" y="767"/>
                  </a:lnTo>
                  <a:lnTo>
                    <a:pt x="328" y="778"/>
                  </a:lnTo>
                  <a:lnTo>
                    <a:pt x="335" y="788"/>
                  </a:lnTo>
                  <a:lnTo>
                    <a:pt x="343" y="796"/>
                  </a:lnTo>
                  <a:lnTo>
                    <a:pt x="352" y="804"/>
                  </a:lnTo>
                  <a:lnTo>
                    <a:pt x="360" y="813"/>
                  </a:lnTo>
                  <a:lnTo>
                    <a:pt x="370" y="818"/>
                  </a:lnTo>
                  <a:lnTo>
                    <a:pt x="382" y="824"/>
                  </a:lnTo>
                  <a:lnTo>
                    <a:pt x="382" y="1205"/>
                  </a:lnTo>
                  <a:lnTo>
                    <a:pt x="382" y="1205"/>
                  </a:lnTo>
                  <a:lnTo>
                    <a:pt x="382" y="1213"/>
                  </a:lnTo>
                  <a:lnTo>
                    <a:pt x="385" y="1222"/>
                  </a:lnTo>
                  <a:lnTo>
                    <a:pt x="389" y="1230"/>
                  </a:lnTo>
                  <a:lnTo>
                    <a:pt x="395" y="1237"/>
                  </a:lnTo>
                  <a:lnTo>
                    <a:pt x="402" y="1242"/>
                  </a:lnTo>
                  <a:lnTo>
                    <a:pt x="409" y="1247"/>
                  </a:lnTo>
                  <a:lnTo>
                    <a:pt x="417" y="1248"/>
                  </a:lnTo>
                  <a:lnTo>
                    <a:pt x="427" y="1250"/>
                  </a:lnTo>
                  <a:lnTo>
                    <a:pt x="427" y="1250"/>
                  </a:lnTo>
                  <a:lnTo>
                    <a:pt x="435" y="1248"/>
                  </a:lnTo>
                  <a:lnTo>
                    <a:pt x="444" y="1247"/>
                  </a:lnTo>
                  <a:lnTo>
                    <a:pt x="452" y="1242"/>
                  </a:lnTo>
                  <a:lnTo>
                    <a:pt x="459" y="1237"/>
                  </a:lnTo>
                  <a:lnTo>
                    <a:pt x="464" y="1230"/>
                  </a:lnTo>
                  <a:lnTo>
                    <a:pt x="469" y="1222"/>
                  </a:lnTo>
                  <a:lnTo>
                    <a:pt x="470" y="1213"/>
                  </a:lnTo>
                  <a:lnTo>
                    <a:pt x="472" y="1205"/>
                  </a:lnTo>
                  <a:lnTo>
                    <a:pt x="472" y="824"/>
                  </a:lnTo>
                  <a:lnTo>
                    <a:pt x="472" y="824"/>
                  </a:lnTo>
                  <a:lnTo>
                    <a:pt x="482" y="818"/>
                  </a:lnTo>
                  <a:lnTo>
                    <a:pt x="492" y="813"/>
                  </a:lnTo>
                  <a:lnTo>
                    <a:pt x="502" y="804"/>
                  </a:lnTo>
                  <a:lnTo>
                    <a:pt x="510" y="796"/>
                  </a:lnTo>
                  <a:lnTo>
                    <a:pt x="519" y="788"/>
                  </a:lnTo>
                  <a:lnTo>
                    <a:pt x="525" y="778"/>
                  </a:lnTo>
                  <a:lnTo>
                    <a:pt x="530" y="767"/>
                  </a:lnTo>
                  <a:lnTo>
                    <a:pt x="535" y="756"/>
                  </a:lnTo>
                  <a:lnTo>
                    <a:pt x="676" y="756"/>
                  </a:lnTo>
                  <a:lnTo>
                    <a:pt x="839" y="1100"/>
                  </a:lnTo>
                  <a:lnTo>
                    <a:pt x="839" y="1100"/>
                  </a:lnTo>
                  <a:lnTo>
                    <a:pt x="847" y="1110"/>
                  </a:lnTo>
                  <a:lnTo>
                    <a:pt x="856" y="1118"/>
                  </a:lnTo>
                  <a:lnTo>
                    <a:pt x="867" y="1123"/>
                  </a:lnTo>
                  <a:lnTo>
                    <a:pt x="881" y="1125"/>
                  </a:lnTo>
                  <a:lnTo>
                    <a:pt x="881" y="1125"/>
                  </a:lnTo>
                  <a:lnTo>
                    <a:pt x="889" y="1125"/>
                  </a:lnTo>
                  <a:lnTo>
                    <a:pt x="899" y="1121"/>
                  </a:lnTo>
                  <a:lnTo>
                    <a:pt x="899" y="1121"/>
                  </a:lnTo>
                  <a:lnTo>
                    <a:pt x="908" y="1116"/>
                  </a:lnTo>
                  <a:lnTo>
                    <a:pt x="914" y="1110"/>
                  </a:lnTo>
                  <a:lnTo>
                    <a:pt x="919" y="1103"/>
                  </a:lnTo>
                  <a:lnTo>
                    <a:pt x="923" y="1095"/>
                  </a:lnTo>
                  <a:lnTo>
                    <a:pt x="924" y="1086"/>
                  </a:lnTo>
                  <a:lnTo>
                    <a:pt x="926" y="1078"/>
                  </a:lnTo>
                  <a:lnTo>
                    <a:pt x="924" y="1070"/>
                  </a:lnTo>
                  <a:lnTo>
                    <a:pt x="921" y="1061"/>
                  </a:lnTo>
                  <a:lnTo>
                    <a:pt x="921" y="1061"/>
                  </a:lnTo>
                  <a:close/>
                  <a:moveTo>
                    <a:pt x="125" y="120"/>
                  </a:moveTo>
                  <a:lnTo>
                    <a:pt x="125" y="120"/>
                  </a:lnTo>
                  <a:lnTo>
                    <a:pt x="118" y="120"/>
                  </a:lnTo>
                  <a:lnTo>
                    <a:pt x="113" y="118"/>
                  </a:lnTo>
                  <a:lnTo>
                    <a:pt x="106" y="115"/>
                  </a:lnTo>
                  <a:lnTo>
                    <a:pt x="103" y="111"/>
                  </a:lnTo>
                  <a:lnTo>
                    <a:pt x="98" y="106"/>
                  </a:lnTo>
                  <a:lnTo>
                    <a:pt x="96" y="101"/>
                  </a:lnTo>
                  <a:lnTo>
                    <a:pt x="95" y="95"/>
                  </a:lnTo>
                  <a:lnTo>
                    <a:pt x="93" y="88"/>
                  </a:lnTo>
                  <a:lnTo>
                    <a:pt x="93" y="88"/>
                  </a:lnTo>
                  <a:lnTo>
                    <a:pt x="95" y="81"/>
                  </a:lnTo>
                  <a:lnTo>
                    <a:pt x="96" y="76"/>
                  </a:lnTo>
                  <a:lnTo>
                    <a:pt x="98" y="71"/>
                  </a:lnTo>
                  <a:lnTo>
                    <a:pt x="103" y="66"/>
                  </a:lnTo>
                  <a:lnTo>
                    <a:pt x="106" y="63"/>
                  </a:lnTo>
                  <a:lnTo>
                    <a:pt x="113" y="60"/>
                  </a:lnTo>
                  <a:lnTo>
                    <a:pt x="118" y="58"/>
                  </a:lnTo>
                  <a:lnTo>
                    <a:pt x="125" y="56"/>
                  </a:lnTo>
                  <a:lnTo>
                    <a:pt x="125" y="56"/>
                  </a:lnTo>
                  <a:lnTo>
                    <a:pt x="132" y="58"/>
                  </a:lnTo>
                  <a:lnTo>
                    <a:pt x="137" y="60"/>
                  </a:lnTo>
                  <a:lnTo>
                    <a:pt x="143" y="63"/>
                  </a:lnTo>
                  <a:lnTo>
                    <a:pt x="147" y="66"/>
                  </a:lnTo>
                  <a:lnTo>
                    <a:pt x="152" y="71"/>
                  </a:lnTo>
                  <a:lnTo>
                    <a:pt x="155" y="76"/>
                  </a:lnTo>
                  <a:lnTo>
                    <a:pt x="157" y="81"/>
                  </a:lnTo>
                  <a:lnTo>
                    <a:pt x="157" y="88"/>
                  </a:lnTo>
                  <a:lnTo>
                    <a:pt x="157" y="88"/>
                  </a:lnTo>
                  <a:lnTo>
                    <a:pt x="157" y="95"/>
                  </a:lnTo>
                  <a:lnTo>
                    <a:pt x="155" y="101"/>
                  </a:lnTo>
                  <a:lnTo>
                    <a:pt x="152" y="106"/>
                  </a:lnTo>
                  <a:lnTo>
                    <a:pt x="147" y="111"/>
                  </a:lnTo>
                  <a:lnTo>
                    <a:pt x="143" y="115"/>
                  </a:lnTo>
                  <a:lnTo>
                    <a:pt x="137" y="118"/>
                  </a:lnTo>
                  <a:lnTo>
                    <a:pt x="132" y="120"/>
                  </a:lnTo>
                  <a:lnTo>
                    <a:pt x="125" y="120"/>
                  </a:lnTo>
                  <a:lnTo>
                    <a:pt x="125" y="120"/>
                  </a:lnTo>
                  <a:close/>
                  <a:moveTo>
                    <a:pt x="275" y="250"/>
                  </a:moveTo>
                  <a:lnTo>
                    <a:pt x="275" y="250"/>
                  </a:lnTo>
                  <a:lnTo>
                    <a:pt x="268" y="250"/>
                  </a:lnTo>
                  <a:lnTo>
                    <a:pt x="262" y="247"/>
                  </a:lnTo>
                  <a:lnTo>
                    <a:pt x="257" y="245"/>
                  </a:lnTo>
                  <a:lnTo>
                    <a:pt x="252" y="240"/>
                  </a:lnTo>
                  <a:lnTo>
                    <a:pt x="248" y="237"/>
                  </a:lnTo>
                  <a:lnTo>
                    <a:pt x="245" y="230"/>
                  </a:lnTo>
                  <a:lnTo>
                    <a:pt x="243" y="225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3" y="212"/>
                  </a:lnTo>
                  <a:lnTo>
                    <a:pt x="245" y="207"/>
                  </a:lnTo>
                  <a:lnTo>
                    <a:pt x="248" y="200"/>
                  </a:lnTo>
                  <a:lnTo>
                    <a:pt x="252" y="197"/>
                  </a:lnTo>
                  <a:lnTo>
                    <a:pt x="257" y="192"/>
                  </a:lnTo>
                  <a:lnTo>
                    <a:pt x="262" y="190"/>
                  </a:lnTo>
                  <a:lnTo>
                    <a:pt x="268" y="186"/>
                  </a:lnTo>
                  <a:lnTo>
                    <a:pt x="275" y="186"/>
                  </a:lnTo>
                  <a:lnTo>
                    <a:pt x="275" y="186"/>
                  </a:lnTo>
                  <a:lnTo>
                    <a:pt x="282" y="186"/>
                  </a:lnTo>
                  <a:lnTo>
                    <a:pt x="287" y="190"/>
                  </a:lnTo>
                  <a:lnTo>
                    <a:pt x="292" y="192"/>
                  </a:lnTo>
                  <a:lnTo>
                    <a:pt x="297" y="197"/>
                  </a:lnTo>
                  <a:lnTo>
                    <a:pt x="300" y="200"/>
                  </a:lnTo>
                  <a:lnTo>
                    <a:pt x="303" y="207"/>
                  </a:lnTo>
                  <a:lnTo>
                    <a:pt x="305" y="212"/>
                  </a:lnTo>
                  <a:lnTo>
                    <a:pt x="307" y="218"/>
                  </a:lnTo>
                  <a:lnTo>
                    <a:pt x="307" y="218"/>
                  </a:lnTo>
                  <a:lnTo>
                    <a:pt x="305" y="225"/>
                  </a:lnTo>
                  <a:lnTo>
                    <a:pt x="303" y="230"/>
                  </a:lnTo>
                  <a:lnTo>
                    <a:pt x="300" y="237"/>
                  </a:lnTo>
                  <a:lnTo>
                    <a:pt x="297" y="240"/>
                  </a:lnTo>
                  <a:lnTo>
                    <a:pt x="292" y="245"/>
                  </a:lnTo>
                  <a:lnTo>
                    <a:pt x="287" y="247"/>
                  </a:lnTo>
                  <a:lnTo>
                    <a:pt x="282" y="250"/>
                  </a:lnTo>
                  <a:lnTo>
                    <a:pt x="275" y="250"/>
                  </a:lnTo>
                  <a:lnTo>
                    <a:pt x="275" y="250"/>
                  </a:lnTo>
                  <a:close/>
                  <a:moveTo>
                    <a:pt x="165" y="742"/>
                  </a:moveTo>
                  <a:lnTo>
                    <a:pt x="165" y="742"/>
                  </a:lnTo>
                  <a:lnTo>
                    <a:pt x="158" y="742"/>
                  </a:lnTo>
                  <a:lnTo>
                    <a:pt x="153" y="739"/>
                  </a:lnTo>
                  <a:lnTo>
                    <a:pt x="147" y="737"/>
                  </a:lnTo>
                  <a:lnTo>
                    <a:pt x="143" y="732"/>
                  </a:lnTo>
                  <a:lnTo>
                    <a:pt x="138" y="729"/>
                  </a:lnTo>
                  <a:lnTo>
                    <a:pt x="137" y="722"/>
                  </a:lnTo>
                  <a:lnTo>
                    <a:pt x="133" y="717"/>
                  </a:lnTo>
                  <a:lnTo>
                    <a:pt x="133" y="711"/>
                  </a:lnTo>
                  <a:lnTo>
                    <a:pt x="133" y="711"/>
                  </a:lnTo>
                  <a:lnTo>
                    <a:pt x="133" y="704"/>
                  </a:lnTo>
                  <a:lnTo>
                    <a:pt x="137" y="699"/>
                  </a:lnTo>
                  <a:lnTo>
                    <a:pt x="138" y="692"/>
                  </a:lnTo>
                  <a:lnTo>
                    <a:pt x="143" y="689"/>
                  </a:lnTo>
                  <a:lnTo>
                    <a:pt x="147" y="684"/>
                  </a:lnTo>
                  <a:lnTo>
                    <a:pt x="153" y="682"/>
                  </a:lnTo>
                  <a:lnTo>
                    <a:pt x="158" y="679"/>
                  </a:lnTo>
                  <a:lnTo>
                    <a:pt x="165" y="679"/>
                  </a:lnTo>
                  <a:lnTo>
                    <a:pt x="165" y="679"/>
                  </a:lnTo>
                  <a:lnTo>
                    <a:pt x="172" y="679"/>
                  </a:lnTo>
                  <a:lnTo>
                    <a:pt x="177" y="682"/>
                  </a:lnTo>
                  <a:lnTo>
                    <a:pt x="183" y="684"/>
                  </a:lnTo>
                  <a:lnTo>
                    <a:pt x="187" y="689"/>
                  </a:lnTo>
                  <a:lnTo>
                    <a:pt x="192" y="692"/>
                  </a:lnTo>
                  <a:lnTo>
                    <a:pt x="193" y="699"/>
                  </a:lnTo>
                  <a:lnTo>
                    <a:pt x="197" y="704"/>
                  </a:lnTo>
                  <a:lnTo>
                    <a:pt x="197" y="711"/>
                  </a:lnTo>
                  <a:lnTo>
                    <a:pt x="197" y="711"/>
                  </a:lnTo>
                  <a:lnTo>
                    <a:pt x="197" y="717"/>
                  </a:lnTo>
                  <a:lnTo>
                    <a:pt x="193" y="722"/>
                  </a:lnTo>
                  <a:lnTo>
                    <a:pt x="192" y="729"/>
                  </a:lnTo>
                  <a:lnTo>
                    <a:pt x="187" y="732"/>
                  </a:lnTo>
                  <a:lnTo>
                    <a:pt x="183" y="737"/>
                  </a:lnTo>
                  <a:lnTo>
                    <a:pt x="177" y="739"/>
                  </a:lnTo>
                  <a:lnTo>
                    <a:pt x="172" y="742"/>
                  </a:lnTo>
                  <a:lnTo>
                    <a:pt x="165" y="742"/>
                  </a:lnTo>
                  <a:lnTo>
                    <a:pt x="165" y="742"/>
                  </a:lnTo>
                  <a:close/>
                  <a:moveTo>
                    <a:pt x="427" y="320"/>
                  </a:moveTo>
                  <a:lnTo>
                    <a:pt x="427" y="320"/>
                  </a:lnTo>
                  <a:lnTo>
                    <a:pt x="434" y="320"/>
                  </a:lnTo>
                  <a:lnTo>
                    <a:pt x="439" y="322"/>
                  </a:lnTo>
                  <a:lnTo>
                    <a:pt x="444" y="325"/>
                  </a:lnTo>
                  <a:lnTo>
                    <a:pt x="449" y="328"/>
                  </a:lnTo>
                  <a:lnTo>
                    <a:pt x="452" y="333"/>
                  </a:lnTo>
                  <a:lnTo>
                    <a:pt x="455" y="338"/>
                  </a:lnTo>
                  <a:lnTo>
                    <a:pt x="457" y="345"/>
                  </a:lnTo>
                  <a:lnTo>
                    <a:pt x="459" y="352"/>
                  </a:lnTo>
                  <a:lnTo>
                    <a:pt x="459" y="352"/>
                  </a:lnTo>
                  <a:lnTo>
                    <a:pt x="457" y="358"/>
                  </a:lnTo>
                  <a:lnTo>
                    <a:pt x="455" y="363"/>
                  </a:lnTo>
                  <a:lnTo>
                    <a:pt x="452" y="368"/>
                  </a:lnTo>
                  <a:lnTo>
                    <a:pt x="449" y="373"/>
                  </a:lnTo>
                  <a:lnTo>
                    <a:pt x="444" y="377"/>
                  </a:lnTo>
                  <a:lnTo>
                    <a:pt x="439" y="380"/>
                  </a:lnTo>
                  <a:lnTo>
                    <a:pt x="434" y="382"/>
                  </a:lnTo>
                  <a:lnTo>
                    <a:pt x="427" y="384"/>
                  </a:lnTo>
                  <a:lnTo>
                    <a:pt x="427" y="384"/>
                  </a:lnTo>
                  <a:lnTo>
                    <a:pt x="420" y="382"/>
                  </a:lnTo>
                  <a:lnTo>
                    <a:pt x="414" y="380"/>
                  </a:lnTo>
                  <a:lnTo>
                    <a:pt x="409" y="377"/>
                  </a:lnTo>
                  <a:lnTo>
                    <a:pt x="404" y="373"/>
                  </a:lnTo>
                  <a:lnTo>
                    <a:pt x="400" y="368"/>
                  </a:lnTo>
                  <a:lnTo>
                    <a:pt x="397" y="363"/>
                  </a:lnTo>
                  <a:lnTo>
                    <a:pt x="395" y="358"/>
                  </a:lnTo>
                  <a:lnTo>
                    <a:pt x="395" y="352"/>
                  </a:lnTo>
                  <a:lnTo>
                    <a:pt x="395" y="352"/>
                  </a:lnTo>
                  <a:lnTo>
                    <a:pt x="395" y="345"/>
                  </a:lnTo>
                  <a:lnTo>
                    <a:pt x="397" y="338"/>
                  </a:lnTo>
                  <a:lnTo>
                    <a:pt x="400" y="333"/>
                  </a:lnTo>
                  <a:lnTo>
                    <a:pt x="404" y="328"/>
                  </a:lnTo>
                  <a:lnTo>
                    <a:pt x="409" y="325"/>
                  </a:lnTo>
                  <a:lnTo>
                    <a:pt x="414" y="322"/>
                  </a:lnTo>
                  <a:lnTo>
                    <a:pt x="420" y="320"/>
                  </a:lnTo>
                  <a:lnTo>
                    <a:pt x="427" y="320"/>
                  </a:lnTo>
                  <a:lnTo>
                    <a:pt x="427" y="320"/>
                  </a:lnTo>
                  <a:close/>
                  <a:moveTo>
                    <a:pt x="427" y="485"/>
                  </a:moveTo>
                  <a:lnTo>
                    <a:pt x="427" y="485"/>
                  </a:lnTo>
                  <a:lnTo>
                    <a:pt x="434" y="487"/>
                  </a:lnTo>
                  <a:lnTo>
                    <a:pt x="439" y="489"/>
                  </a:lnTo>
                  <a:lnTo>
                    <a:pt x="444" y="492"/>
                  </a:lnTo>
                  <a:lnTo>
                    <a:pt x="449" y="495"/>
                  </a:lnTo>
                  <a:lnTo>
                    <a:pt x="452" y="500"/>
                  </a:lnTo>
                  <a:lnTo>
                    <a:pt x="455" y="505"/>
                  </a:lnTo>
                  <a:lnTo>
                    <a:pt x="457" y="512"/>
                  </a:lnTo>
                  <a:lnTo>
                    <a:pt x="459" y="517"/>
                  </a:lnTo>
                  <a:lnTo>
                    <a:pt x="459" y="517"/>
                  </a:lnTo>
                  <a:lnTo>
                    <a:pt x="457" y="524"/>
                  </a:lnTo>
                  <a:lnTo>
                    <a:pt x="455" y="530"/>
                  </a:lnTo>
                  <a:lnTo>
                    <a:pt x="452" y="535"/>
                  </a:lnTo>
                  <a:lnTo>
                    <a:pt x="449" y="540"/>
                  </a:lnTo>
                  <a:lnTo>
                    <a:pt x="444" y="544"/>
                  </a:lnTo>
                  <a:lnTo>
                    <a:pt x="439" y="547"/>
                  </a:lnTo>
                  <a:lnTo>
                    <a:pt x="434" y="549"/>
                  </a:lnTo>
                  <a:lnTo>
                    <a:pt x="427" y="549"/>
                  </a:lnTo>
                  <a:lnTo>
                    <a:pt x="427" y="549"/>
                  </a:lnTo>
                  <a:lnTo>
                    <a:pt x="420" y="549"/>
                  </a:lnTo>
                  <a:lnTo>
                    <a:pt x="414" y="547"/>
                  </a:lnTo>
                  <a:lnTo>
                    <a:pt x="409" y="544"/>
                  </a:lnTo>
                  <a:lnTo>
                    <a:pt x="404" y="540"/>
                  </a:lnTo>
                  <a:lnTo>
                    <a:pt x="400" y="535"/>
                  </a:lnTo>
                  <a:lnTo>
                    <a:pt x="397" y="530"/>
                  </a:lnTo>
                  <a:lnTo>
                    <a:pt x="395" y="524"/>
                  </a:lnTo>
                  <a:lnTo>
                    <a:pt x="395" y="517"/>
                  </a:lnTo>
                  <a:lnTo>
                    <a:pt x="395" y="517"/>
                  </a:lnTo>
                  <a:lnTo>
                    <a:pt x="395" y="512"/>
                  </a:lnTo>
                  <a:lnTo>
                    <a:pt x="397" y="505"/>
                  </a:lnTo>
                  <a:lnTo>
                    <a:pt x="400" y="500"/>
                  </a:lnTo>
                  <a:lnTo>
                    <a:pt x="404" y="495"/>
                  </a:lnTo>
                  <a:lnTo>
                    <a:pt x="409" y="492"/>
                  </a:lnTo>
                  <a:lnTo>
                    <a:pt x="414" y="489"/>
                  </a:lnTo>
                  <a:lnTo>
                    <a:pt x="420" y="487"/>
                  </a:lnTo>
                  <a:lnTo>
                    <a:pt x="427" y="485"/>
                  </a:lnTo>
                  <a:lnTo>
                    <a:pt x="427" y="485"/>
                  </a:lnTo>
                  <a:close/>
                  <a:moveTo>
                    <a:pt x="427" y="1125"/>
                  </a:moveTo>
                  <a:lnTo>
                    <a:pt x="427" y="1125"/>
                  </a:lnTo>
                  <a:lnTo>
                    <a:pt x="420" y="1125"/>
                  </a:lnTo>
                  <a:lnTo>
                    <a:pt x="414" y="1123"/>
                  </a:lnTo>
                  <a:lnTo>
                    <a:pt x="409" y="1120"/>
                  </a:lnTo>
                  <a:lnTo>
                    <a:pt x="404" y="1116"/>
                  </a:lnTo>
                  <a:lnTo>
                    <a:pt x="400" y="1111"/>
                  </a:lnTo>
                  <a:lnTo>
                    <a:pt x="397" y="1106"/>
                  </a:lnTo>
                  <a:lnTo>
                    <a:pt x="395" y="1100"/>
                  </a:lnTo>
                  <a:lnTo>
                    <a:pt x="395" y="1093"/>
                  </a:lnTo>
                  <a:lnTo>
                    <a:pt x="395" y="1093"/>
                  </a:lnTo>
                  <a:lnTo>
                    <a:pt x="395" y="1086"/>
                  </a:lnTo>
                  <a:lnTo>
                    <a:pt x="397" y="1081"/>
                  </a:lnTo>
                  <a:lnTo>
                    <a:pt x="400" y="1076"/>
                  </a:lnTo>
                  <a:lnTo>
                    <a:pt x="404" y="1071"/>
                  </a:lnTo>
                  <a:lnTo>
                    <a:pt x="409" y="1068"/>
                  </a:lnTo>
                  <a:lnTo>
                    <a:pt x="414" y="1065"/>
                  </a:lnTo>
                  <a:lnTo>
                    <a:pt x="420" y="1063"/>
                  </a:lnTo>
                  <a:lnTo>
                    <a:pt x="427" y="1061"/>
                  </a:lnTo>
                  <a:lnTo>
                    <a:pt x="427" y="1061"/>
                  </a:lnTo>
                  <a:lnTo>
                    <a:pt x="434" y="1063"/>
                  </a:lnTo>
                  <a:lnTo>
                    <a:pt x="439" y="1065"/>
                  </a:lnTo>
                  <a:lnTo>
                    <a:pt x="444" y="1068"/>
                  </a:lnTo>
                  <a:lnTo>
                    <a:pt x="449" y="1071"/>
                  </a:lnTo>
                  <a:lnTo>
                    <a:pt x="452" y="1076"/>
                  </a:lnTo>
                  <a:lnTo>
                    <a:pt x="455" y="1081"/>
                  </a:lnTo>
                  <a:lnTo>
                    <a:pt x="457" y="1086"/>
                  </a:lnTo>
                  <a:lnTo>
                    <a:pt x="459" y="1093"/>
                  </a:lnTo>
                  <a:lnTo>
                    <a:pt x="459" y="1093"/>
                  </a:lnTo>
                  <a:lnTo>
                    <a:pt x="457" y="1100"/>
                  </a:lnTo>
                  <a:lnTo>
                    <a:pt x="455" y="1106"/>
                  </a:lnTo>
                  <a:lnTo>
                    <a:pt x="452" y="1111"/>
                  </a:lnTo>
                  <a:lnTo>
                    <a:pt x="449" y="1116"/>
                  </a:lnTo>
                  <a:lnTo>
                    <a:pt x="444" y="1120"/>
                  </a:lnTo>
                  <a:lnTo>
                    <a:pt x="439" y="1123"/>
                  </a:lnTo>
                  <a:lnTo>
                    <a:pt x="434" y="1125"/>
                  </a:lnTo>
                  <a:lnTo>
                    <a:pt x="427" y="1125"/>
                  </a:lnTo>
                  <a:lnTo>
                    <a:pt x="427" y="1125"/>
                  </a:lnTo>
                  <a:close/>
                  <a:moveTo>
                    <a:pt x="427" y="949"/>
                  </a:moveTo>
                  <a:lnTo>
                    <a:pt x="427" y="949"/>
                  </a:lnTo>
                  <a:lnTo>
                    <a:pt x="420" y="948"/>
                  </a:lnTo>
                  <a:lnTo>
                    <a:pt x="414" y="946"/>
                  </a:lnTo>
                  <a:lnTo>
                    <a:pt x="409" y="943"/>
                  </a:lnTo>
                  <a:lnTo>
                    <a:pt x="404" y="939"/>
                  </a:lnTo>
                  <a:lnTo>
                    <a:pt x="400" y="934"/>
                  </a:lnTo>
                  <a:lnTo>
                    <a:pt x="397" y="929"/>
                  </a:lnTo>
                  <a:lnTo>
                    <a:pt x="395" y="923"/>
                  </a:lnTo>
                  <a:lnTo>
                    <a:pt x="395" y="918"/>
                  </a:lnTo>
                  <a:lnTo>
                    <a:pt x="395" y="918"/>
                  </a:lnTo>
                  <a:lnTo>
                    <a:pt x="395" y="911"/>
                  </a:lnTo>
                  <a:lnTo>
                    <a:pt x="397" y="904"/>
                  </a:lnTo>
                  <a:lnTo>
                    <a:pt x="400" y="899"/>
                  </a:lnTo>
                  <a:lnTo>
                    <a:pt x="404" y="894"/>
                  </a:lnTo>
                  <a:lnTo>
                    <a:pt x="409" y="891"/>
                  </a:lnTo>
                  <a:lnTo>
                    <a:pt x="414" y="888"/>
                  </a:lnTo>
                  <a:lnTo>
                    <a:pt x="420" y="886"/>
                  </a:lnTo>
                  <a:lnTo>
                    <a:pt x="427" y="886"/>
                  </a:lnTo>
                  <a:lnTo>
                    <a:pt x="427" y="886"/>
                  </a:lnTo>
                  <a:lnTo>
                    <a:pt x="434" y="886"/>
                  </a:lnTo>
                  <a:lnTo>
                    <a:pt x="439" y="888"/>
                  </a:lnTo>
                  <a:lnTo>
                    <a:pt x="444" y="891"/>
                  </a:lnTo>
                  <a:lnTo>
                    <a:pt x="449" y="894"/>
                  </a:lnTo>
                  <a:lnTo>
                    <a:pt x="452" y="899"/>
                  </a:lnTo>
                  <a:lnTo>
                    <a:pt x="455" y="904"/>
                  </a:lnTo>
                  <a:lnTo>
                    <a:pt x="457" y="911"/>
                  </a:lnTo>
                  <a:lnTo>
                    <a:pt x="459" y="918"/>
                  </a:lnTo>
                  <a:lnTo>
                    <a:pt x="459" y="918"/>
                  </a:lnTo>
                  <a:lnTo>
                    <a:pt x="457" y="923"/>
                  </a:lnTo>
                  <a:lnTo>
                    <a:pt x="455" y="929"/>
                  </a:lnTo>
                  <a:lnTo>
                    <a:pt x="452" y="934"/>
                  </a:lnTo>
                  <a:lnTo>
                    <a:pt x="449" y="939"/>
                  </a:lnTo>
                  <a:lnTo>
                    <a:pt x="444" y="943"/>
                  </a:lnTo>
                  <a:lnTo>
                    <a:pt x="439" y="946"/>
                  </a:lnTo>
                  <a:lnTo>
                    <a:pt x="434" y="948"/>
                  </a:lnTo>
                  <a:lnTo>
                    <a:pt x="427" y="949"/>
                  </a:lnTo>
                  <a:lnTo>
                    <a:pt x="427" y="949"/>
                  </a:lnTo>
                  <a:close/>
                  <a:moveTo>
                    <a:pt x="427" y="801"/>
                  </a:moveTo>
                  <a:lnTo>
                    <a:pt x="427" y="801"/>
                  </a:lnTo>
                  <a:lnTo>
                    <a:pt x="410" y="799"/>
                  </a:lnTo>
                  <a:lnTo>
                    <a:pt x="395" y="794"/>
                  </a:lnTo>
                  <a:lnTo>
                    <a:pt x="380" y="786"/>
                  </a:lnTo>
                  <a:lnTo>
                    <a:pt x="368" y="776"/>
                  </a:lnTo>
                  <a:lnTo>
                    <a:pt x="358" y="764"/>
                  </a:lnTo>
                  <a:lnTo>
                    <a:pt x="350" y="749"/>
                  </a:lnTo>
                  <a:lnTo>
                    <a:pt x="345" y="734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45" y="701"/>
                  </a:lnTo>
                  <a:lnTo>
                    <a:pt x="350" y="686"/>
                  </a:lnTo>
                  <a:lnTo>
                    <a:pt x="358" y="672"/>
                  </a:lnTo>
                  <a:lnTo>
                    <a:pt x="368" y="659"/>
                  </a:lnTo>
                  <a:lnTo>
                    <a:pt x="380" y="649"/>
                  </a:lnTo>
                  <a:lnTo>
                    <a:pt x="395" y="642"/>
                  </a:lnTo>
                  <a:lnTo>
                    <a:pt x="410" y="637"/>
                  </a:lnTo>
                  <a:lnTo>
                    <a:pt x="427" y="636"/>
                  </a:lnTo>
                  <a:lnTo>
                    <a:pt x="427" y="636"/>
                  </a:lnTo>
                  <a:lnTo>
                    <a:pt x="444" y="637"/>
                  </a:lnTo>
                  <a:lnTo>
                    <a:pt x="459" y="642"/>
                  </a:lnTo>
                  <a:lnTo>
                    <a:pt x="472" y="649"/>
                  </a:lnTo>
                  <a:lnTo>
                    <a:pt x="485" y="659"/>
                  </a:lnTo>
                  <a:lnTo>
                    <a:pt x="495" y="672"/>
                  </a:lnTo>
                  <a:lnTo>
                    <a:pt x="502" y="686"/>
                  </a:lnTo>
                  <a:lnTo>
                    <a:pt x="507" y="701"/>
                  </a:lnTo>
                  <a:lnTo>
                    <a:pt x="509" y="717"/>
                  </a:lnTo>
                  <a:lnTo>
                    <a:pt x="509" y="717"/>
                  </a:lnTo>
                  <a:lnTo>
                    <a:pt x="507" y="734"/>
                  </a:lnTo>
                  <a:lnTo>
                    <a:pt x="502" y="749"/>
                  </a:lnTo>
                  <a:lnTo>
                    <a:pt x="495" y="764"/>
                  </a:lnTo>
                  <a:lnTo>
                    <a:pt x="485" y="776"/>
                  </a:lnTo>
                  <a:lnTo>
                    <a:pt x="472" y="786"/>
                  </a:lnTo>
                  <a:lnTo>
                    <a:pt x="459" y="794"/>
                  </a:lnTo>
                  <a:lnTo>
                    <a:pt x="444" y="799"/>
                  </a:lnTo>
                  <a:lnTo>
                    <a:pt x="427" y="801"/>
                  </a:lnTo>
                  <a:lnTo>
                    <a:pt x="427" y="801"/>
                  </a:lnTo>
                  <a:close/>
                  <a:moveTo>
                    <a:pt x="634" y="742"/>
                  </a:moveTo>
                  <a:lnTo>
                    <a:pt x="634" y="742"/>
                  </a:lnTo>
                  <a:lnTo>
                    <a:pt x="627" y="742"/>
                  </a:lnTo>
                  <a:lnTo>
                    <a:pt x="622" y="739"/>
                  </a:lnTo>
                  <a:lnTo>
                    <a:pt x="617" y="737"/>
                  </a:lnTo>
                  <a:lnTo>
                    <a:pt x="612" y="732"/>
                  </a:lnTo>
                  <a:lnTo>
                    <a:pt x="607" y="729"/>
                  </a:lnTo>
                  <a:lnTo>
                    <a:pt x="605" y="722"/>
                  </a:lnTo>
                  <a:lnTo>
                    <a:pt x="604" y="717"/>
                  </a:lnTo>
                  <a:lnTo>
                    <a:pt x="602" y="711"/>
                  </a:lnTo>
                  <a:lnTo>
                    <a:pt x="602" y="711"/>
                  </a:lnTo>
                  <a:lnTo>
                    <a:pt x="604" y="704"/>
                  </a:lnTo>
                  <a:lnTo>
                    <a:pt x="605" y="699"/>
                  </a:lnTo>
                  <a:lnTo>
                    <a:pt x="607" y="692"/>
                  </a:lnTo>
                  <a:lnTo>
                    <a:pt x="612" y="689"/>
                  </a:lnTo>
                  <a:lnTo>
                    <a:pt x="617" y="684"/>
                  </a:lnTo>
                  <a:lnTo>
                    <a:pt x="622" y="682"/>
                  </a:lnTo>
                  <a:lnTo>
                    <a:pt x="627" y="679"/>
                  </a:lnTo>
                  <a:lnTo>
                    <a:pt x="634" y="679"/>
                  </a:lnTo>
                  <a:lnTo>
                    <a:pt x="634" y="679"/>
                  </a:lnTo>
                  <a:lnTo>
                    <a:pt x="641" y="679"/>
                  </a:lnTo>
                  <a:lnTo>
                    <a:pt x="646" y="682"/>
                  </a:lnTo>
                  <a:lnTo>
                    <a:pt x="652" y="684"/>
                  </a:lnTo>
                  <a:lnTo>
                    <a:pt x="656" y="689"/>
                  </a:lnTo>
                  <a:lnTo>
                    <a:pt x="661" y="692"/>
                  </a:lnTo>
                  <a:lnTo>
                    <a:pt x="664" y="699"/>
                  </a:lnTo>
                  <a:lnTo>
                    <a:pt x="666" y="704"/>
                  </a:lnTo>
                  <a:lnTo>
                    <a:pt x="666" y="711"/>
                  </a:lnTo>
                  <a:lnTo>
                    <a:pt x="666" y="711"/>
                  </a:lnTo>
                  <a:lnTo>
                    <a:pt x="666" y="717"/>
                  </a:lnTo>
                  <a:lnTo>
                    <a:pt x="664" y="722"/>
                  </a:lnTo>
                  <a:lnTo>
                    <a:pt x="661" y="729"/>
                  </a:lnTo>
                  <a:lnTo>
                    <a:pt x="656" y="732"/>
                  </a:lnTo>
                  <a:lnTo>
                    <a:pt x="652" y="737"/>
                  </a:lnTo>
                  <a:lnTo>
                    <a:pt x="646" y="739"/>
                  </a:lnTo>
                  <a:lnTo>
                    <a:pt x="641" y="742"/>
                  </a:lnTo>
                  <a:lnTo>
                    <a:pt x="634" y="742"/>
                  </a:lnTo>
                  <a:lnTo>
                    <a:pt x="634" y="742"/>
                  </a:lnTo>
                  <a:close/>
                  <a:moveTo>
                    <a:pt x="774" y="886"/>
                  </a:moveTo>
                  <a:lnTo>
                    <a:pt x="774" y="886"/>
                  </a:lnTo>
                  <a:lnTo>
                    <a:pt x="767" y="884"/>
                  </a:lnTo>
                  <a:lnTo>
                    <a:pt x="761" y="883"/>
                  </a:lnTo>
                  <a:lnTo>
                    <a:pt x="756" y="879"/>
                  </a:lnTo>
                  <a:lnTo>
                    <a:pt x="751" y="876"/>
                  </a:lnTo>
                  <a:lnTo>
                    <a:pt x="747" y="871"/>
                  </a:lnTo>
                  <a:lnTo>
                    <a:pt x="744" y="866"/>
                  </a:lnTo>
                  <a:lnTo>
                    <a:pt x="742" y="861"/>
                  </a:lnTo>
                  <a:lnTo>
                    <a:pt x="742" y="854"/>
                  </a:lnTo>
                  <a:lnTo>
                    <a:pt x="742" y="854"/>
                  </a:lnTo>
                  <a:lnTo>
                    <a:pt x="742" y="848"/>
                  </a:lnTo>
                  <a:lnTo>
                    <a:pt x="744" y="841"/>
                  </a:lnTo>
                  <a:lnTo>
                    <a:pt x="747" y="836"/>
                  </a:lnTo>
                  <a:lnTo>
                    <a:pt x="751" y="831"/>
                  </a:lnTo>
                  <a:lnTo>
                    <a:pt x="756" y="828"/>
                  </a:lnTo>
                  <a:lnTo>
                    <a:pt x="761" y="824"/>
                  </a:lnTo>
                  <a:lnTo>
                    <a:pt x="767" y="823"/>
                  </a:lnTo>
                  <a:lnTo>
                    <a:pt x="774" y="823"/>
                  </a:lnTo>
                  <a:lnTo>
                    <a:pt x="774" y="823"/>
                  </a:lnTo>
                  <a:lnTo>
                    <a:pt x="781" y="823"/>
                  </a:lnTo>
                  <a:lnTo>
                    <a:pt x="786" y="824"/>
                  </a:lnTo>
                  <a:lnTo>
                    <a:pt x="791" y="828"/>
                  </a:lnTo>
                  <a:lnTo>
                    <a:pt x="796" y="831"/>
                  </a:lnTo>
                  <a:lnTo>
                    <a:pt x="801" y="836"/>
                  </a:lnTo>
                  <a:lnTo>
                    <a:pt x="802" y="841"/>
                  </a:lnTo>
                  <a:lnTo>
                    <a:pt x="804" y="848"/>
                  </a:lnTo>
                  <a:lnTo>
                    <a:pt x="806" y="854"/>
                  </a:lnTo>
                  <a:lnTo>
                    <a:pt x="806" y="854"/>
                  </a:lnTo>
                  <a:lnTo>
                    <a:pt x="804" y="861"/>
                  </a:lnTo>
                  <a:lnTo>
                    <a:pt x="802" y="866"/>
                  </a:lnTo>
                  <a:lnTo>
                    <a:pt x="801" y="871"/>
                  </a:lnTo>
                  <a:lnTo>
                    <a:pt x="796" y="876"/>
                  </a:lnTo>
                  <a:lnTo>
                    <a:pt x="791" y="879"/>
                  </a:lnTo>
                  <a:lnTo>
                    <a:pt x="786" y="883"/>
                  </a:lnTo>
                  <a:lnTo>
                    <a:pt x="781" y="884"/>
                  </a:lnTo>
                  <a:lnTo>
                    <a:pt x="774" y="886"/>
                  </a:lnTo>
                  <a:lnTo>
                    <a:pt x="774" y="886"/>
                  </a:lnTo>
                  <a:close/>
                  <a:moveTo>
                    <a:pt x="861" y="1068"/>
                  </a:moveTo>
                  <a:lnTo>
                    <a:pt x="861" y="1068"/>
                  </a:lnTo>
                  <a:lnTo>
                    <a:pt x="854" y="1068"/>
                  </a:lnTo>
                  <a:lnTo>
                    <a:pt x="847" y="1066"/>
                  </a:lnTo>
                  <a:lnTo>
                    <a:pt x="842" y="1063"/>
                  </a:lnTo>
                  <a:lnTo>
                    <a:pt x="837" y="1060"/>
                  </a:lnTo>
                  <a:lnTo>
                    <a:pt x="834" y="1055"/>
                  </a:lnTo>
                  <a:lnTo>
                    <a:pt x="831" y="1050"/>
                  </a:lnTo>
                  <a:lnTo>
                    <a:pt x="829" y="1043"/>
                  </a:lnTo>
                  <a:lnTo>
                    <a:pt x="829" y="1036"/>
                  </a:lnTo>
                  <a:lnTo>
                    <a:pt x="829" y="1036"/>
                  </a:lnTo>
                  <a:lnTo>
                    <a:pt x="829" y="1031"/>
                  </a:lnTo>
                  <a:lnTo>
                    <a:pt x="831" y="1025"/>
                  </a:lnTo>
                  <a:lnTo>
                    <a:pt x="834" y="1020"/>
                  </a:lnTo>
                  <a:lnTo>
                    <a:pt x="837" y="1015"/>
                  </a:lnTo>
                  <a:lnTo>
                    <a:pt x="842" y="1011"/>
                  </a:lnTo>
                  <a:lnTo>
                    <a:pt x="847" y="1008"/>
                  </a:lnTo>
                  <a:lnTo>
                    <a:pt x="854" y="1006"/>
                  </a:lnTo>
                  <a:lnTo>
                    <a:pt x="861" y="1005"/>
                  </a:lnTo>
                  <a:lnTo>
                    <a:pt x="861" y="1005"/>
                  </a:lnTo>
                  <a:lnTo>
                    <a:pt x="866" y="1006"/>
                  </a:lnTo>
                  <a:lnTo>
                    <a:pt x="872" y="1008"/>
                  </a:lnTo>
                  <a:lnTo>
                    <a:pt x="877" y="1011"/>
                  </a:lnTo>
                  <a:lnTo>
                    <a:pt x="882" y="1015"/>
                  </a:lnTo>
                  <a:lnTo>
                    <a:pt x="886" y="1020"/>
                  </a:lnTo>
                  <a:lnTo>
                    <a:pt x="889" y="1025"/>
                  </a:lnTo>
                  <a:lnTo>
                    <a:pt x="891" y="1031"/>
                  </a:lnTo>
                  <a:lnTo>
                    <a:pt x="893" y="1036"/>
                  </a:lnTo>
                  <a:lnTo>
                    <a:pt x="893" y="1036"/>
                  </a:lnTo>
                  <a:lnTo>
                    <a:pt x="891" y="1043"/>
                  </a:lnTo>
                  <a:lnTo>
                    <a:pt x="889" y="1050"/>
                  </a:lnTo>
                  <a:lnTo>
                    <a:pt x="886" y="1055"/>
                  </a:lnTo>
                  <a:lnTo>
                    <a:pt x="882" y="1060"/>
                  </a:lnTo>
                  <a:lnTo>
                    <a:pt x="877" y="1063"/>
                  </a:lnTo>
                  <a:lnTo>
                    <a:pt x="872" y="1066"/>
                  </a:lnTo>
                  <a:lnTo>
                    <a:pt x="866" y="1068"/>
                  </a:lnTo>
                  <a:lnTo>
                    <a:pt x="861" y="1068"/>
                  </a:lnTo>
                  <a:lnTo>
                    <a:pt x="861" y="1068"/>
                  </a:ln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 noProof="1"/>
            </a:p>
          </p:txBody>
        </p:sp>
      </p:grpSp>
      <p:sp>
        <p:nvSpPr>
          <p:cNvPr id="1063" name="TextBox 1062">
            <a:extLst>
              <a:ext uri="{FF2B5EF4-FFF2-40B4-BE49-F238E27FC236}">
                <a16:creationId xmlns:a16="http://schemas.microsoft.com/office/drawing/2014/main" id="{E003D47D-12AC-7264-C73D-F72B8358CB12}"/>
              </a:ext>
            </a:extLst>
          </p:cNvPr>
          <p:cNvSpPr txBox="1"/>
          <p:nvPr/>
        </p:nvSpPr>
        <p:spPr>
          <a:xfrm>
            <a:off x="9942034" y="2041739"/>
            <a:ext cx="1004922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38" noProof="1">
                <a:solidFill>
                  <a:srgbClr val="4D4F53"/>
                </a:solidFill>
              </a:rPr>
              <a:t>Ticketing</a:t>
            </a:r>
          </a:p>
        </p:txBody>
      </p:sp>
      <p:sp>
        <p:nvSpPr>
          <p:cNvPr id="1219" name="Arrow: Right 1218">
            <a:extLst>
              <a:ext uri="{FF2B5EF4-FFF2-40B4-BE49-F238E27FC236}">
                <a16:creationId xmlns:a16="http://schemas.microsoft.com/office/drawing/2014/main" id="{35B87746-A0C3-6CC2-31A0-DFED9D9F80DA}"/>
              </a:ext>
            </a:extLst>
          </p:cNvPr>
          <p:cNvSpPr/>
          <p:nvPr/>
        </p:nvSpPr>
        <p:spPr>
          <a:xfrm rot="8993512">
            <a:off x="2783701" y="4887832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0" name="Arrow: Right 1219">
            <a:extLst>
              <a:ext uri="{FF2B5EF4-FFF2-40B4-BE49-F238E27FC236}">
                <a16:creationId xmlns:a16="http://schemas.microsoft.com/office/drawing/2014/main" id="{A46BCBCD-4E09-CA3F-114B-0577FE9243AE}"/>
              </a:ext>
            </a:extLst>
          </p:cNvPr>
          <p:cNvSpPr/>
          <p:nvPr/>
        </p:nvSpPr>
        <p:spPr>
          <a:xfrm rot="19800000">
            <a:off x="3064991" y="5232026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1" name="Arrow: Right 1220">
            <a:extLst>
              <a:ext uri="{FF2B5EF4-FFF2-40B4-BE49-F238E27FC236}">
                <a16:creationId xmlns:a16="http://schemas.microsoft.com/office/drawing/2014/main" id="{9A9C590B-63D9-4D86-5AD7-1851BFA5875A}"/>
              </a:ext>
            </a:extLst>
          </p:cNvPr>
          <p:cNvSpPr/>
          <p:nvPr/>
        </p:nvSpPr>
        <p:spPr>
          <a:xfrm rot="8993512">
            <a:off x="7637748" y="1972715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2" name="Arrow: Right 1221">
            <a:extLst>
              <a:ext uri="{FF2B5EF4-FFF2-40B4-BE49-F238E27FC236}">
                <a16:creationId xmlns:a16="http://schemas.microsoft.com/office/drawing/2014/main" id="{A45F99A2-12E8-ABA3-5CEA-3DD25A510C34}"/>
              </a:ext>
            </a:extLst>
          </p:cNvPr>
          <p:cNvSpPr/>
          <p:nvPr/>
        </p:nvSpPr>
        <p:spPr>
          <a:xfrm rot="19800000">
            <a:off x="7919038" y="2316909"/>
            <a:ext cx="990389" cy="3693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B322-37BA-BACA-EB1D-ECBC69AF22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Picture 5" descr="A green and black logo&#10;&#10;Description automatically generated">
            <a:extLst>
              <a:ext uri="{FF2B5EF4-FFF2-40B4-BE49-F238E27FC236}">
                <a16:creationId xmlns:a16="http://schemas.microsoft.com/office/drawing/2014/main" id="{04650635-03D7-9E45-05B8-67318F274E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2113" y="5549764"/>
            <a:ext cx="1102866" cy="369332"/>
          </a:xfrm>
          <a:prstGeom prst="rect">
            <a:avLst/>
          </a:prstGeom>
        </p:spPr>
      </p:pic>
      <p:pic>
        <p:nvPicPr>
          <p:cNvPr id="4" name="Picture 3" descr="A blue and green logo&#10;&#10;Description automatically generated">
            <a:extLst>
              <a:ext uri="{FF2B5EF4-FFF2-40B4-BE49-F238E27FC236}">
                <a16:creationId xmlns:a16="http://schemas.microsoft.com/office/drawing/2014/main" id="{583D6E2D-04E6-5C6B-12A2-195F19ABE7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729" y="5489300"/>
            <a:ext cx="942976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73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57D95-2BBE-022F-E856-DAD208F5B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CD5CE-623E-F2D7-339F-FE8CDEB137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A32D2-7133-6B89-35D8-BB48D2FE3E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BE" noProof="0"/>
              <a:t>The importance of the RailML ontology for Infrabel</a:t>
            </a:r>
            <a:endParaRPr lang="nl-BE" noProof="0"/>
          </a:p>
          <a:p>
            <a:endParaRPr lang="en-BE"/>
          </a:p>
          <a:p>
            <a:pPr marL="457200" indent="-457200">
              <a:buFont typeface="+mj-lt"/>
              <a:buAutoNum type="arabicPeriod"/>
            </a:pPr>
            <a:r>
              <a:rPr lang="en-BE"/>
              <a:t>Infrabel will increase efficiency by evolving towards a data centric enterprise.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Data centricity is best achieved using Linked data standardisation.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Linked data needs ontologies to express the meaning of data.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Industry ontologies, such as RailML and ERA vocabulary, are a solid basis to make sure the enterprise ontology supports many use cases. 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RailML ontology will become part of the Infrabel enterprise ontology. Data will be modelled directly according to RailML ontology.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32C22-CB74-7B90-2448-344639237B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Summary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806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BE" noProof="0" dirty="0"/>
              <a:t>Questions?</a:t>
            </a:r>
          </a:p>
          <a:p>
            <a:pPr algn="ctr"/>
            <a:endParaRPr lang="en-BE" dirty="0"/>
          </a:p>
          <a:p>
            <a:r>
              <a:rPr lang="en-BE" sz="2800" noProof="0" dirty="0"/>
              <a:t>Good reads: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noProof="0" dirty="0"/>
              <a:t>The Data-Centric </a:t>
            </a:r>
            <a:r>
              <a:rPr lang="nl-BE" sz="2400" noProof="0" dirty="0" err="1"/>
              <a:t>Revolution</a:t>
            </a:r>
            <a:r>
              <a:rPr lang="en-BE" sz="2400" noProof="0" dirty="0"/>
              <a:t> (ISBN: 978-1634625401)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>
                <a:hlinkClick r:id="rId2"/>
              </a:rPr>
              <a:t>https://tdan.com/the-data-centric-revolution/18780</a:t>
            </a:r>
            <a:r>
              <a:rPr lang="en-BE" sz="24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noProof="0" dirty="0">
                <a:hlinkClick r:id="rId3"/>
              </a:rPr>
              <a:t>https://en.wikipedia.org/wiki/FAIR_data</a:t>
            </a:r>
            <a:r>
              <a:rPr lang="en-BE" sz="2400" noProof="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What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is a </a:t>
            </a: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knowledge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</a:t>
            </a: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graph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- Pokémon </a:t>
            </a: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edition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| Pieter Heyvaert</a:t>
            </a:r>
            <a:endParaRPr lang="nl-BE" sz="2400" noProof="0" dirty="0"/>
          </a:p>
        </p:txBody>
      </p:sp>
    </p:spTree>
    <p:extLst>
      <p:ext uri="{BB962C8B-B14F-4D97-AF65-F5344CB8AC3E}">
        <p14:creationId xmlns:p14="http://schemas.microsoft.com/office/powerpoint/2010/main" val="208953893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Cover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31BE245E-9840-43BA-82CC-424A0EFF3C80}"/>
    </a:ext>
  </a:extLst>
</a:theme>
</file>

<file path=ppt/theme/theme2.xml><?xml version="1.0" encoding="utf-8"?>
<a:theme xmlns:a="http://schemas.openxmlformats.org/drawingml/2006/main" name="Title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1BC3C816-5813-45CE-BD3D-6E3CAAFFAED3}"/>
    </a:ext>
  </a:extLst>
</a:theme>
</file>

<file path=ppt/theme/theme3.xml><?xml version="1.0" encoding="utf-8"?>
<a:theme xmlns:a="http://schemas.openxmlformats.org/drawingml/2006/main" name="Content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B6D51653-5D8F-4A8B-9BFA-1B05C355D8D1}"/>
    </a:ext>
  </a:extLst>
</a:theme>
</file>

<file path=ppt/theme/theme4.xml><?xml version="1.0" encoding="utf-8"?>
<a:theme xmlns:a="http://schemas.openxmlformats.org/drawingml/2006/main" name="Chart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C3832CE2-7BE9-48D8-98AB-0A4982109993}"/>
    </a:ext>
  </a:extLst>
</a:theme>
</file>

<file path=ppt/theme/theme5.xml><?xml version="1.0" encoding="utf-8"?>
<a:theme xmlns:a="http://schemas.openxmlformats.org/drawingml/2006/main" name="Image Title Slide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631E62FD-DD6D-40EB-A228-075E4DFF00F1}"/>
    </a:ext>
  </a:extLst>
</a:theme>
</file>

<file path=ppt/theme/theme6.xml><?xml version="1.0" encoding="utf-8"?>
<a:theme xmlns:a="http://schemas.openxmlformats.org/drawingml/2006/main" name="Closing Slide Light Blue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7C912F14-0B74-47A2-893B-4FFF78FE047C}"/>
    </a:ext>
  </a:extLst>
</a:theme>
</file>

<file path=ppt/theme/theme7.xml><?xml version="1.0" encoding="utf-8"?>
<a:theme xmlns:a="http://schemas.openxmlformats.org/drawingml/2006/main" name="Closing Slide Dark Blue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DB6CC19F-BFBF-4917-A9A3-F9FC96D1268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D7A7A916522F458C4967F29AC0773D" ma:contentTypeVersion="14" ma:contentTypeDescription="Create a new document." ma:contentTypeScope="" ma:versionID="7f12efcd826f52fade040d810e2e546f">
  <xsd:schema xmlns:xsd="http://www.w3.org/2001/XMLSchema" xmlns:xs="http://www.w3.org/2001/XMLSchema" xmlns:p="http://schemas.microsoft.com/office/2006/metadata/properties" xmlns:ns3="b782f173-9eee-4703-abe8-24f6c9257036" xmlns:ns4="f5a6ceb9-a2fe-41b3-9bc6-814abaf85c7d" targetNamespace="http://schemas.microsoft.com/office/2006/metadata/properties" ma:root="true" ma:fieldsID="215f880900db6746a029c3b722cfa622" ns3:_="" ns4:_="">
    <xsd:import namespace="b782f173-9eee-4703-abe8-24f6c9257036"/>
    <xsd:import namespace="f5a6ceb9-a2fe-41b3-9bc6-814abaf85c7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2f173-9eee-4703-abe8-24f6c925703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a6ceb9-a2fe-41b3-9bc6-814abaf85c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17772D-2EA4-4794-A987-589142458127}">
  <ds:schemaRefs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f5a6ceb9-a2fe-41b3-9bc6-814abaf85c7d"/>
    <ds:schemaRef ds:uri="http://schemas.microsoft.com/office/2006/metadata/properties"/>
    <ds:schemaRef ds:uri="b782f173-9eee-4703-abe8-24f6c925703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07E9B55-F307-4ADE-8016-A81280FC65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82f173-9eee-4703-abe8-24f6c9257036"/>
    <ds:schemaRef ds:uri="f5a6ceb9-a2fe-41b3-9bc6-814abaf85c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CE39C4-D821-4324-8D7A-279AA1DE8B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Infrabel_template_v201910</Template>
  <TotalTime>0</TotalTime>
  <Words>688</Words>
  <Application>Microsoft Office PowerPoint</Application>
  <PresentationFormat>Widescreen</PresentationFormat>
  <Paragraphs>161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Symbol</vt:lpstr>
      <vt:lpstr>Presentation Cover Slides</vt:lpstr>
      <vt:lpstr>Title Slides</vt:lpstr>
      <vt:lpstr>Content Slides</vt:lpstr>
      <vt:lpstr>Chart slides</vt:lpstr>
      <vt:lpstr>Image Title Slide</vt:lpstr>
      <vt:lpstr>Closing Slide Light Blue</vt:lpstr>
      <vt:lpstr>Closing Slide Dark Blue</vt:lpstr>
      <vt:lpstr>Office Theme</vt:lpstr>
      <vt:lpstr>Data strategy at Infrabel</vt:lpstr>
      <vt:lpstr>Cost of data management</vt:lpstr>
      <vt:lpstr>The spaghetti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Infrabel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Visie I-Ops data centricity</dc:title>
  <dc:creator>Vanden Auweele Mathias</dc:creator>
  <cp:lastModifiedBy>Vanden Auweele Mathias</cp:lastModifiedBy>
  <cp:revision>191</cp:revision>
  <dcterms:created xsi:type="dcterms:W3CDTF">2022-05-11T09:57:18Z</dcterms:created>
  <dcterms:modified xsi:type="dcterms:W3CDTF">2023-11-07T07:27:36Z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027b6a-4485-4806-97d1-72523ad2cf76_Enabled">
    <vt:lpwstr>True</vt:lpwstr>
  </property>
  <property fmtid="{D5CDD505-2E9C-101B-9397-08002B2CF9AE}" pid="3" name="MSIP_Label_4c027b6a-4485-4806-97d1-72523ad2cf76_SiteId">
    <vt:lpwstr>b82bc314-ab8e-4d6f-b189-46f02e1f27f2</vt:lpwstr>
  </property>
  <property fmtid="{D5CDD505-2E9C-101B-9397-08002B2CF9AE}" pid="4" name="MSIP_Label_4c027b6a-4485-4806-97d1-72523ad2cf76_Owner">
    <vt:lpwstr>philippe.verbist@infrabel.be</vt:lpwstr>
  </property>
  <property fmtid="{D5CDD505-2E9C-101B-9397-08002B2CF9AE}" pid="5" name="MSIP_Label_4c027b6a-4485-4806-97d1-72523ad2cf76_SetDate">
    <vt:lpwstr>2019-10-01T13:23:02.2266514Z</vt:lpwstr>
  </property>
  <property fmtid="{D5CDD505-2E9C-101B-9397-08002B2CF9AE}" pid="6" name="MSIP_Label_4c027b6a-4485-4806-97d1-72523ad2cf76_Name">
    <vt:lpwstr>Internal Use</vt:lpwstr>
  </property>
  <property fmtid="{D5CDD505-2E9C-101B-9397-08002B2CF9AE}" pid="7" name="MSIP_Label_4c027b6a-4485-4806-97d1-72523ad2cf76_Application">
    <vt:lpwstr>Microsoft Azure Information Protection</vt:lpwstr>
  </property>
  <property fmtid="{D5CDD505-2E9C-101B-9397-08002B2CF9AE}" pid="8" name="MSIP_Label_4c027b6a-4485-4806-97d1-72523ad2cf76_ActionId">
    <vt:lpwstr>6ab563d7-d5b6-4033-b52a-f19b5c82439d</vt:lpwstr>
  </property>
  <property fmtid="{D5CDD505-2E9C-101B-9397-08002B2CF9AE}" pid="9" name="MSIP_Label_4c027b6a-4485-4806-97d1-72523ad2cf76_Extended_MSFT_Method">
    <vt:lpwstr>Automatic</vt:lpwstr>
  </property>
  <property fmtid="{D5CDD505-2E9C-101B-9397-08002B2CF9AE}" pid="10" name="Sensitivity">
    <vt:lpwstr>Internal Use</vt:lpwstr>
  </property>
  <property fmtid="{D5CDD505-2E9C-101B-9397-08002B2CF9AE}" pid="11" name="ContentTypeId">
    <vt:lpwstr>0x0101002BD7A7A916522F458C4967F29AC0773D</vt:lpwstr>
  </property>
</Properties>
</file>